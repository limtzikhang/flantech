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68" r:id="rId2"/>
    <p:sldId id="323" r:id="rId3"/>
    <p:sldId id="324" r:id="rId4"/>
    <p:sldId id="269" r:id="rId5"/>
    <p:sldId id="270" r:id="rId6"/>
    <p:sldId id="271" r:id="rId7"/>
    <p:sldId id="272" r:id="rId8"/>
    <p:sldId id="281" r:id="rId9"/>
    <p:sldId id="318" r:id="rId10"/>
    <p:sldId id="308" r:id="rId11"/>
    <p:sldId id="280" r:id="rId12"/>
    <p:sldId id="291" r:id="rId13"/>
    <p:sldId id="274" r:id="rId14"/>
    <p:sldId id="307" r:id="rId15"/>
    <p:sldId id="320" r:id="rId16"/>
    <p:sldId id="310" r:id="rId17"/>
    <p:sldId id="311" r:id="rId18"/>
    <p:sldId id="309" r:id="rId19"/>
    <p:sldId id="321" r:id="rId20"/>
    <p:sldId id="279" r:id="rId21"/>
    <p:sldId id="319" r:id="rId22"/>
    <p:sldId id="306" r:id="rId23"/>
    <p:sldId id="325" r:id="rId24"/>
    <p:sldId id="298" r:id="rId25"/>
    <p:sldId id="322" r:id="rId26"/>
    <p:sldId id="315" r:id="rId27"/>
    <p:sldId id="316" r:id="rId28"/>
    <p:sldId id="313" r:id="rId29"/>
    <p:sldId id="314" r:id="rId30"/>
    <p:sldId id="292" r:id="rId31"/>
    <p:sldId id="305" r:id="rId32"/>
    <p:sldId id="300" r:id="rId33"/>
    <p:sldId id="284" r:id="rId34"/>
    <p:sldId id="282" r:id="rId35"/>
    <p:sldId id="28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u Song Lim" userId="0fc93678a7362e4a" providerId="LiveId" clId="{D87FF99C-D21A-4DB6-879F-7B7ED69995A8}"/>
    <pc:docChg chg="undo custSel addSld delSld modSld sldOrd">
      <pc:chgData name="Cheu Song Lim" userId="0fc93678a7362e4a" providerId="LiveId" clId="{D87FF99C-D21A-4DB6-879F-7B7ED69995A8}" dt="2026-10-26T12:33:03.501" v="2385" actId="20577"/>
      <pc:docMkLst>
        <pc:docMk/>
      </pc:docMkLst>
      <pc:sldChg chg="modSp mod">
        <pc:chgData name="Cheu Song Lim" userId="0fc93678a7362e4a" providerId="LiveId" clId="{D87FF99C-D21A-4DB6-879F-7B7ED69995A8}" dt="2026-10-26T12:23:03.526" v="2203" actId="6549"/>
        <pc:sldMkLst>
          <pc:docMk/>
          <pc:sldMk cId="1442935234" sldId="269"/>
        </pc:sldMkLst>
        <pc:spChg chg="mod">
          <ac:chgData name="Cheu Song Lim" userId="0fc93678a7362e4a" providerId="LiveId" clId="{D87FF99C-D21A-4DB6-879F-7B7ED69995A8}" dt="2026-10-26T12:23:03.526" v="2203" actId="6549"/>
          <ac:spMkLst>
            <pc:docMk/>
            <pc:sldMk cId="1442935234" sldId="269"/>
            <ac:spMk id="3" creationId="{5FFB38BE-FC83-537D-1609-B20D381BF293}"/>
          </ac:spMkLst>
        </pc:spChg>
      </pc:sldChg>
      <pc:sldChg chg="modSp mod">
        <pc:chgData name="Cheu Song Lim" userId="0fc93678a7362e4a" providerId="LiveId" clId="{D87FF99C-D21A-4DB6-879F-7B7ED69995A8}" dt="2026-10-26T12:25:02.016" v="2204" actId="20577"/>
        <pc:sldMkLst>
          <pc:docMk/>
          <pc:sldMk cId="1357746241" sldId="270"/>
        </pc:sldMkLst>
        <pc:spChg chg="mod">
          <ac:chgData name="Cheu Song Lim" userId="0fc93678a7362e4a" providerId="LiveId" clId="{D87FF99C-D21A-4DB6-879F-7B7ED69995A8}" dt="2026-10-26T12:25:02.016" v="2204" actId="20577"/>
          <ac:spMkLst>
            <pc:docMk/>
            <pc:sldMk cId="1357746241" sldId="270"/>
            <ac:spMk id="3" creationId="{4A3115E8-3A54-C77C-51B6-B6B0EEDEC721}"/>
          </ac:spMkLst>
        </pc:spChg>
      </pc:sldChg>
      <pc:sldChg chg="addSp delSp modSp mod">
        <pc:chgData name="Cheu Song Lim" userId="0fc93678a7362e4a" providerId="LiveId" clId="{D87FF99C-D21A-4DB6-879F-7B7ED69995A8}" dt="2026-10-26T12:33:03.501" v="2385" actId="20577"/>
        <pc:sldMkLst>
          <pc:docMk/>
          <pc:sldMk cId="486035053" sldId="272"/>
        </pc:sldMkLst>
        <pc:spChg chg="add del mod">
          <ac:chgData name="Cheu Song Lim" userId="0fc93678a7362e4a" providerId="LiveId" clId="{D87FF99C-D21A-4DB6-879F-7B7ED69995A8}" dt="2026-10-26T12:28:23.732" v="2365" actId="478"/>
          <ac:spMkLst>
            <pc:docMk/>
            <pc:sldMk cId="486035053" sldId="272"/>
            <ac:spMk id="2" creationId="{98F37B75-E9D5-F902-0E71-B4FE4FC92C1B}"/>
          </ac:spMkLst>
        </pc:spChg>
        <pc:spChg chg="mod">
          <ac:chgData name="Cheu Song Lim" userId="0fc93678a7362e4a" providerId="LiveId" clId="{D87FF99C-D21A-4DB6-879F-7B7ED69995A8}" dt="2026-10-26T12:33:03.501" v="2385" actId="20577"/>
          <ac:spMkLst>
            <pc:docMk/>
            <pc:sldMk cId="486035053" sldId="272"/>
            <ac:spMk id="3" creationId="{D28D408C-D24D-BC33-69C2-88FB2E39C22F}"/>
          </ac:spMkLst>
        </pc:spChg>
        <pc:spChg chg="add mod">
          <ac:chgData name="Cheu Song Lim" userId="0fc93678a7362e4a" providerId="LiveId" clId="{D87FF99C-D21A-4DB6-879F-7B7ED69995A8}" dt="2026-09-29T08:17:39.721" v="348" actId="1076"/>
          <ac:spMkLst>
            <pc:docMk/>
            <pc:sldMk cId="486035053" sldId="272"/>
            <ac:spMk id="4" creationId="{E08DD94B-755F-CF3B-11E0-C43F653F17A4}"/>
          </ac:spMkLst>
        </pc:spChg>
        <pc:spChg chg="add mod">
          <ac:chgData name="Cheu Song Lim" userId="0fc93678a7362e4a" providerId="LiveId" clId="{D87FF99C-D21A-4DB6-879F-7B7ED69995A8}" dt="2026-09-29T08:17:39.721" v="348" actId="1076"/>
          <ac:spMkLst>
            <pc:docMk/>
            <pc:sldMk cId="486035053" sldId="272"/>
            <ac:spMk id="6" creationId="{85719158-600A-DB95-1AFC-41C9C29CB11B}"/>
          </ac:spMkLst>
        </pc:spChg>
        <pc:spChg chg="add mod">
          <ac:chgData name="Cheu Song Lim" userId="0fc93678a7362e4a" providerId="LiveId" clId="{D87FF99C-D21A-4DB6-879F-7B7ED69995A8}" dt="2026-09-29T08:17:39.721" v="348" actId="1076"/>
          <ac:spMkLst>
            <pc:docMk/>
            <pc:sldMk cId="486035053" sldId="272"/>
            <ac:spMk id="8" creationId="{F3543AD2-1638-ABBB-CAC1-B7ED57BF6406}"/>
          </ac:spMkLst>
        </pc:spChg>
        <pc:spChg chg="add mod">
          <ac:chgData name="Cheu Song Lim" userId="0fc93678a7362e4a" providerId="LiveId" clId="{D87FF99C-D21A-4DB6-879F-7B7ED69995A8}" dt="2026-09-29T08:17:39.721" v="348" actId="1076"/>
          <ac:spMkLst>
            <pc:docMk/>
            <pc:sldMk cId="486035053" sldId="272"/>
            <ac:spMk id="10" creationId="{9115A860-C072-CAD7-1A2F-A74BCD9882AF}"/>
          </ac:spMkLst>
        </pc:spChg>
        <pc:spChg chg="add mod">
          <ac:chgData name="Cheu Song Lim" userId="0fc93678a7362e4a" providerId="LiveId" clId="{D87FF99C-D21A-4DB6-879F-7B7ED69995A8}" dt="2026-09-29T08:17:39.721" v="348" actId="1076"/>
          <ac:spMkLst>
            <pc:docMk/>
            <pc:sldMk cId="486035053" sldId="272"/>
            <ac:spMk id="12" creationId="{2362BD39-80E5-E37A-0AEC-53C1986CCA46}"/>
          </ac:spMkLst>
        </pc:spChg>
        <pc:spChg chg="add mod">
          <ac:chgData name="Cheu Song Lim" userId="0fc93678a7362e4a" providerId="LiveId" clId="{D87FF99C-D21A-4DB6-879F-7B7ED69995A8}" dt="2026-09-29T08:17:45.512" v="349" actId="1076"/>
          <ac:spMkLst>
            <pc:docMk/>
            <pc:sldMk cId="486035053" sldId="272"/>
            <ac:spMk id="14" creationId="{578E56AB-3C10-46A9-4FE0-6821192FDA99}"/>
          </ac:spMkLst>
        </pc:spChg>
      </pc:sldChg>
      <pc:sldChg chg="modSp mod">
        <pc:chgData name="Cheu Song Lim" userId="0fc93678a7362e4a" providerId="LiveId" clId="{D87FF99C-D21A-4DB6-879F-7B7ED69995A8}" dt="2026-09-27T04:14:59.166" v="279" actId="20577"/>
        <pc:sldMkLst>
          <pc:docMk/>
          <pc:sldMk cId="587451913" sldId="279"/>
        </pc:sldMkLst>
        <pc:spChg chg="mod">
          <ac:chgData name="Cheu Song Lim" userId="0fc93678a7362e4a" providerId="LiveId" clId="{D87FF99C-D21A-4DB6-879F-7B7ED69995A8}" dt="2026-09-27T04:14:59.166" v="279" actId="20577"/>
          <ac:spMkLst>
            <pc:docMk/>
            <pc:sldMk cId="587451913" sldId="279"/>
            <ac:spMk id="3" creationId="{8A2C1F5C-BDA7-B8C8-5FB9-EF9E59229307}"/>
          </ac:spMkLst>
        </pc:spChg>
      </pc:sldChg>
      <pc:sldChg chg="addSp delSp modSp mod">
        <pc:chgData name="Cheu Song Lim" userId="0fc93678a7362e4a" providerId="LiveId" clId="{D87FF99C-D21A-4DB6-879F-7B7ED69995A8}" dt="2026-09-29T08:20:02.069" v="365" actId="113"/>
        <pc:sldMkLst>
          <pc:docMk/>
          <pc:sldMk cId="1492680052" sldId="281"/>
        </pc:sldMkLst>
        <pc:spChg chg="add mod">
          <ac:chgData name="Cheu Song Lim" userId="0fc93678a7362e4a" providerId="LiveId" clId="{D87FF99C-D21A-4DB6-879F-7B7ED69995A8}" dt="2026-09-29T08:20:02.069" v="365" actId="113"/>
          <ac:spMkLst>
            <pc:docMk/>
            <pc:sldMk cId="1492680052" sldId="281"/>
            <ac:spMk id="15" creationId="{FA4F98F3-E485-F3FD-E563-3BF8CE027140}"/>
          </ac:spMkLst>
        </pc:spChg>
        <pc:spChg chg="add mod">
          <ac:chgData name="Cheu Song Lim" userId="0fc93678a7362e4a" providerId="LiveId" clId="{D87FF99C-D21A-4DB6-879F-7B7ED69995A8}" dt="2026-09-29T08:19:24.523" v="360" actId="20577"/>
          <ac:spMkLst>
            <pc:docMk/>
            <pc:sldMk cId="1492680052" sldId="281"/>
            <ac:spMk id="17" creationId="{BEFBBB5C-BC8D-56F1-E359-4FE73B7ACF25}"/>
          </ac:spMkLst>
        </pc:spChg>
        <pc:spChg chg="add">
          <ac:chgData name="Cheu Song Lim" userId="0fc93678a7362e4a" providerId="LiveId" clId="{D87FF99C-D21A-4DB6-879F-7B7ED69995A8}" dt="2026-09-27T03:41:10.745" v="243" actId="22"/>
          <ac:spMkLst>
            <pc:docMk/>
            <pc:sldMk cId="1492680052" sldId="281"/>
            <ac:spMk id="19" creationId="{E91E42F6-EB36-2324-33FC-21CFA18A3F7E}"/>
          </ac:spMkLst>
        </pc:spChg>
        <pc:spChg chg="add mod">
          <ac:chgData name="Cheu Song Lim" userId="0fc93678a7362e4a" providerId="LiveId" clId="{D87FF99C-D21A-4DB6-879F-7B7ED69995A8}" dt="2026-09-28T07:11:04.482" v="302" actId="20577"/>
          <ac:spMkLst>
            <pc:docMk/>
            <pc:sldMk cId="1492680052" sldId="281"/>
            <ac:spMk id="21" creationId="{D0BB9BAE-D0C8-4051-CCBE-D66BC3084233}"/>
          </ac:spMkLst>
        </pc:spChg>
        <pc:spChg chg="add">
          <ac:chgData name="Cheu Song Lim" userId="0fc93678a7362e4a" providerId="LiveId" clId="{D87FF99C-D21A-4DB6-879F-7B7ED69995A8}" dt="2026-09-27T03:41:10.745" v="243" actId="22"/>
          <ac:spMkLst>
            <pc:docMk/>
            <pc:sldMk cId="1492680052" sldId="281"/>
            <ac:spMk id="23" creationId="{A720E9AB-D583-2B1C-464D-63F0FA7C85C3}"/>
          </ac:spMkLst>
        </pc:spChg>
        <pc:spChg chg="add">
          <ac:chgData name="Cheu Song Lim" userId="0fc93678a7362e4a" providerId="LiveId" clId="{D87FF99C-D21A-4DB6-879F-7B7ED69995A8}" dt="2026-09-27T03:41:10.745" v="243" actId="22"/>
          <ac:spMkLst>
            <pc:docMk/>
            <pc:sldMk cId="1492680052" sldId="281"/>
            <ac:spMk id="25" creationId="{4392EC73-251F-A3AF-1C28-3D563E837558}"/>
          </ac:spMkLst>
        </pc:spChg>
      </pc:sldChg>
      <pc:sldChg chg="add">
        <pc:chgData name="Cheu Song Lim" userId="0fc93678a7362e4a" providerId="LiveId" clId="{D87FF99C-D21A-4DB6-879F-7B7ED69995A8}" dt="2026-09-29T09:23:01.727" v="1177"/>
        <pc:sldMkLst>
          <pc:docMk/>
          <pc:sldMk cId="2344155902" sldId="282"/>
        </pc:sldMkLst>
      </pc:sldChg>
      <pc:sldChg chg="add">
        <pc:chgData name="Cheu Song Lim" userId="0fc93678a7362e4a" providerId="LiveId" clId="{D87FF99C-D21A-4DB6-879F-7B7ED69995A8}" dt="2026-09-29T09:23:01.727" v="1177"/>
        <pc:sldMkLst>
          <pc:docMk/>
          <pc:sldMk cId="2006858226" sldId="284"/>
        </pc:sldMkLst>
      </pc:sldChg>
      <pc:sldChg chg="add">
        <pc:chgData name="Cheu Song Lim" userId="0fc93678a7362e4a" providerId="LiveId" clId="{D87FF99C-D21A-4DB6-879F-7B7ED69995A8}" dt="2026-09-29T09:23:01.727" v="1177"/>
        <pc:sldMkLst>
          <pc:docMk/>
          <pc:sldMk cId="2254752270" sldId="285"/>
        </pc:sldMkLst>
      </pc:sldChg>
      <pc:sldChg chg="modSp mod">
        <pc:chgData name="Cheu Song Lim" userId="0fc93678a7362e4a" providerId="LiveId" clId="{D87FF99C-D21A-4DB6-879F-7B7ED69995A8}" dt="2026-10-09T09:44:38.405" v="1931" actId="20577"/>
        <pc:sldMkLst>
          <pc:docMk/>
          <pc:sldMk cId="1399446131" sldId="298"/>
        </pc:sldMkLst>
        <pc:graphicFrameChg chg="modGraphic">
          <ac:chgData name="Cheu Song Lim" userId="0fc93678a7362e4a" providerId="LiveId" clId="{D87FF99C-D21A-4DB6-879F-7B7ED69995A8}" dt="2026-10-09T09:35:05.117" v="1759" actId="20577"/>
          <ac:graphicFrameMkLst>
            <pc:docMk/>
            <pc:sldMk cId="1399446131" sldId="298"/>
            <ac:graphicFrameMk id="3" creationId="{8D651EA5-194B-FCF5-2659-8971C3714789}"/>
          </ac:graphicFrameMkLst>
        </pc:graphicFrameChg>
        <pc:graphicFrameChg chg="mod modGraphic">
          <ac:chgData name="Cheu Song Lim" userId="0fc93678a7362e4a" providerId="LiveId" clId="{D87FF99C-D21A-4DB6-879F-7B7ED69995A8}" dt="2026-10-09T09:44:38.405" v="1931" actId="20577"/>
          <ac:graphicFrameMkLst>
            <pc:docMk/>
            <pc:sldMk cId="1399446131" sldId="298"/>
            <ac:graphicFrameMk id="7" creationId="{0F19E1AF-3CE7-46FF-37CA-44636B68E383}"/>
          </ac:graphicFrameMkLst>
        </pc:graphicFrameChg>
      </pc:sldChg>
      <pc:sldChg chg="addSp delSp modSp mod">
        <pc:chgData name="Cheu Song Lim" userId="0fc93678a7362e4a" providerId="LiveId" clId="{D87FF99C-D21A-4DB6-879F-7B7ED69995A8}" dt="2026-09-29T09:15:50.283" v="1163" actId="20577"/>
        <pc:sldMkLst>
          <pc:docMk/>
          <pc:sldMk cId="3292265936" sldId="307"/>
        </pc:sldMkLst>
        <pc:spChg chg="mod">
          <ac:chgData name="Cheu Song Lim" userId="0fc93678a7362e4a" providerId="LiveId" clId="{D87FF99C-D21A-4DB6-879F-7B7ED69995A8}" dt="2026-09-29T09:15:50.283" v="1163" actId="20577"/>
          <ac:spMkLst>
            <pc:docMk/>
            <pc:sldMk cId="3292265936" sldId="307"/>
            <ac:spMk id="3" creationId="{885E9CF3-3CD5-50DB-4325-C8A896EAF1E8}"/>
          </ac:spMkLst>
        </pc:spChg>
      </pc:sldChg>
      <pc:sldChg chg="addSp delSp modSp mod">
        <pc:chgData name="Cheu Song Lim" userId="0fc93678a7362e4a" providerId="LiveId" clId="{D87FF99C-D21A-4DB6-879F-7B7ED69995A8}" dt="2026-09-29T09:10:15.037" v="1157" actId="6549"/>
        <pc:sldMkLst>
          <pc:docMk/>
          <pc:sldMk cId="1172334101" sldId="308"/>
        </pc:sldMkLst>
        <pc:spChg chg="mod">
          <ac:chgData name="Cheu Song Lim" userId="0fc93678a7362e4a" providerId="LiveId" clId="{D87FF99C-D21A-4DB6-879F-7B7ED69995A8}" dt="2026-09-29T09:10:15.037" v="1157" actId="6549"/>
          <ac:spMkLst>
            <pc:docMk/>
            <pc:sldMk cId="1172334101" sldId="308"/>
            <ac:spMk id="5" creationId="{497BF6B6-E5E7-1FD8-D6D5-401321F8AF17}"/>
          </ac:spMkLst>
        </pc:spChg>
      </pc:sldChg>
      <pc:sldChg chg="addSp delSp modSp mod">
        <pc:chgData name="Cheu Song Lim" userId="0fc93678a7362e4a" providerId="LiveId" clId="{D87FF99C-D21A-4DB6-879F-7B7ED69995A8}" dt="2026-09-26T10:39:34.229" v="93" actId="21"/>
        <pc:sldMkLst>
          <pc:docMk/>
          <pc:sldMk cId="1271987143" sldId="309"/>
        </pc:sldMkLst>
        <pc:spChg chg="mod">
          <ac:chgData name="Cheu Song Lim" userId="0fc93678a7362e4a" providerId="LiveId" clId="{D87FF99C-D21A-4DB6-879F-7B7ED69995A8}" dt="2026-09-26T10:39:21.159" v="91" actId="5793"/>
          <ac:spMkLst>
            <pc:docMk/>
            <pc:sldMk cId="1271987143" sldId="309"/>
            <ac:spMk id="6" creationId="{D8036471-D1CF-E6BE-58B3-19AC6E598460}"/>
          </ac:spMkLst>
        </pc:spChg>
      </pc:sldChg>
      <pc:sldChg chg="ord">
        <pc:chgData name="Cheu Song Lim" userId="0fc93678a7362e4a" providerId="LiveId" clId="{D87FF99C-D21A-4DB6-879F-7B7ED69995A8}" dt="2026-09-29T09:40:19.276" v="1189"/>
        <pc:sldMkLst>
          <pc:docMk/>
          <pc:sldMk cId="3400964862" sldId="315"/>
        </pc:sldMkLst>
      </pc:sldChg>
      <pc:sldChg chg="modSp mod">
        <pc:chgData name="Cheu Song Lim" userId="0fc93678a7362e4a" providerId="LiveId" clId="{D87FF99C-D21A-4DB6-879F-7B7ED69995A8}" dt="2026-09-26T11:07:40.293" v="217" actId="20577"/>
        <pc:sldMkLst>
          <pc:docMk/>
          <pc:sldMk cId="359743277" sldId="316"/>
        </pc:sldMkLst>
        <pc:spChg chg="mod">
          <ac:chgData name="Cheu Song Lim" userId="0fc93678a7362e4a" providerId="LiveId" clId="{D87FF99C-D21A-4DB6-879F-7B7ED69995A8}" dt="2026-09-26T11:07:31.313" v="209" actId="20577"/>
          <ac:spMkLst>
            <pc:docMk/>
            <pc:sldMk cId="359743277" sldId="316"/>
            <ac:spMk id="3" creationId="{3A1C3FBF-3802-51E3-C017-C32B1674B294}"/>
          </ac:spMkLst>
        </pc:spChg>
        <pc:spChg chg="mod">
          <ac:chgData name="Cheu Song Lim" userId="0fc93678a7362e4a" providerId="LiveId" clId="{D87FF99C-D21A-4DB6-879F-7B7ED69995A8}" dt="2026-09-26T11:07:40.293" v="217" actId="20577"/>
          <ac:spMkLst>
            <pc:docMk/>
            <pc:sldMk cId="359743277" sldId="316"/>
            <ac:spMk id="23" creationId="{7A75721B-F40E-77DD-5760-785AD4D743E5}"/>
          </ac:spMkLst>
        </pc:spChg>
        <pc:cxnChg chg="mod">
          <ac:chgData name="Cheu Song Lim" userId="0fc93678a7362e4a" providerId="LiveId" clId="{D87FF99C-D21A-4DB6-879F-7B7ED69995A8}" dt="2026-09-26T11:07:31.313" v="209" actId="20577"/>
          <ac:cxnSpMkLst>
            <pc:docMk/>
            <pc:sldMk cId="359743277" sldId="316"/>
            <ac:cxnSpMk id="5" creationId="{1623BF34-E051-C356-83D2-C3C528D36305}"/>
          </ac:cxnSpMkLst>
        </pc:cxnChg>
        <pc:cxnChg chg="mod">
          <ac:chgData name="Cheu Song Lim" userId="0fc93678a7362e4a" providerId="LiveId" clId="{D87FF99C-D21A-4DB6-879F-7B7ED69995A8}" dt="2026-09-26T11:07:31.313" v="209" actId="20577"/>
          <ac:cxnSpMkLst>
            <pc:docMk/>
            <pc:sldMk cId="359743277" sldId="316"/>
            <ac:cxnSpMk id="7" creationId="{73F9E816-6001-4324-DB8F-D5CD4A7F55AF}"/>
          </ac:cxnSpMkLst>
        </pc:cxnChg>
        <pc:cxnChg chg="mod">
          <ac:chgData name="Cheu Song Lim" userId="0fc93678a7362e4a" providerId="LiveId" clId="{D87FF99C-D21A-4DB6-879F-7B7ED69995A8}" dt="2026-09-26T11:07:31.313" v="209" actId="20577"/>
          <ac:cxnSpMkLst>
            <pc:docMk/>
            <pc:sldMk cId="359743277" sldId="316"/>
            <ac:cxnSpMk id="9" creationId="{1668E62D-ACE0-9014-54A1-3CA8F08A84FD}"/>
          </ac:cxnSpMkLst>
        </pc:cxnChg>
        <pc:cxnChg chg="mod">
          <ac:chgData name="Cheu Song Lim" userId="0fc93678a7362e4a" providerId="LiveId" clId="{D87FF99C-D21A-4DB6-879F-7B7ED69995A8}" dt="2026-09-26T11:07:31.313" v="209" actId="20577"/>
          <ac:cxnSpMkLst>
            <pc:docMk/>
            <pc:sldMk cId="359743277" sldId="316"/>
            <ac:cxnSpMk id="11" creationId="{9A696332-C9B8-04A6-6288-7DCB6181979C}"/>
          </ac:cxnSpMkLst>
        </pc:cxnChg>
        <pc:cxnChg chg="mod">
          <ac:chgData name="Cheu Song Lim" userId="0fc93678a7362e4a" providerId="LiveId" clId="{D87FF99C-D21A-4DB6-879F-7B7ED69995A8}" dt="2026-09-26T11:07:31.313" v="209" actId="20577"/>
          <ac:cxnSpMkLst>
            <pc:docMk/>
            <pc:sldMk cId="359743277" sldId="316"/>
            <ac:cxnSpMk id="13" creationId="{11437158-4E3F-3F5A-A49D-95ED984FF4BA}"/>
          </ac:cxnSpMkLst>
        </pc:cxnChg>
      </pc:sldChg>
      <pc:sldChg chg="modSp add mod">
        <pc:chgData name="Cheu Song Lim" userId="0fc93678a7362e4a" providerId="LiveId" clId="{D87FF99C-D21A-4DB6-879F-7B7ED69995A8}" dt="2026-09-29T08:31:26.885" v="650" actId="1076"/>
        <pc:sldMkLst>
          <pc:docMk/>
          <pc:sldMk cId="2335969690" sldId="318"/>
        </pc:sldMkLst>
        <pc:spChg chg="mod">
          <ac:chgData name="Cheu Song Lim" userId="0fc93678a7362e4a" providerId="LiveId" clId="{D87FF99C-D21A-4DB6-879F-7B7ED69995A8}" dt="2026-09-28T07:13:00.018" v="332" actId="20577"/>
          <ac:spMkLst>
            <pc:docMk/>
            <pc:sldMk cId="2335969690" sldId="318"/>
            <ac:spMk id="3" creationId="{5D67D0C1-0A6E-FF41-BE4D-F607399363A2}"/>
          </ac:spMkLst>
        </pc:spChg>
        <pc:spChg chg="mod">
          <ac:chgData name="Cheu Song Lim" userId="0fc93678a7362e4a" providerId="LiveId" clId="{D87FF99C-D21A-4DB6-879F-7B7ED69995A8}" dt="2026-09-29T08:31:19.900" v="649" actId="20577"/>
          <ac:spMkLst>
            <pc:docMk/>
            <pc:sldMk cId="2335969690" sldId="318"/>
            <ac:spMk id="12" creationId="{8C844159-2988-461B-8D0C-B7A0A08A6A89}"/>
          </ac:spMkLst>
        </pc:spChg>
        <pc:spChg chg="mod">
          <ac:chgData name="Cheu Song Lim" userId="0fc93678a7362e4a" providerId="LiveId" clId="{D87FF99C-D21A-4DB6-879F-7B7ED69995A8}" dt="2026-09-29T08:31:26.885" v="650" actId="1076"/>
          <ac:spMkLst>
            <pc:docMk/>
            <pc:sldMk cId="2335969690" sldId="318"/>
            <ac:spMk id="16" creationId="{EFD1CD5E-6393-0A30-3BF9-81948B83BEDA}"/>
          </ac:spMkLst>
        </pc:spChg>
        <pc:spChg chg="mod">
          <ac:chgData name="Cheu Song Lim" userId="0fc93678a7362e4a" providerId="LiveId" clId="{D87FF99C-D21A-4DB6-879F-7B7ED69995A8}" dt="2026-09-29T08:27:04.273" v="506" actId="20577"/>
          <ac:spMkLst>
            <pc:docMk/>
            <pc:sldMk cId="2335969690" sldId="318"/>
            <ac:spMk id="19" creationId="{98CE88D6-D986-D062-DB7F-B412D9B07A68}"/>
          </ac:spMkLst>
        </pc:spChg>
        <pc:spChg chg="mod">
          <ac:chgData name="Cheu Song Lim" userId="0fc93678a7362e4a" providerId="LiveId" clId="{D87FF99C-D21A-4DB6-879F-7B7ED69995A8}" dt="2026-09-29T08:23:51.105" v="424" actId="20577"/>
          <ac:spMkLst>
            <pc:docMk/>
            <pc:sldMk cId="2335969690" sldId="318"/>
            <ac:spMk id="21" creationId="{F980E39C-3F9F-8E28-217B-FD35A9CB2F0B}"/>
          </ac:spMkLst>
        </pc:spChg>
        <pc:spChg chg="mod">
          <ac:chgData name="Cheu Song Lim" userId="0fc93678a7362e4a" providerId="LiveId" clId="{D87FF99C-D21A-4DB6-879F-7B7ED69995A8}" dt="2026-09-27T04:07:45.377" v="269" actId="20577"/>
          <ac:spMkLst>
            <pc:docMk/>
            <pc:sldMk cId="2335969690" sldId="318"/>
            <ac:spMk id="24" creationId="{E52D56C7-F6F3-23CB-5F01-3E912C3C0380}"/>
          </ac:spMkLst>
        </pc:spChg>
        <pc:spChg chg="mod">
          <ac:chgData name="Cheu Song Lim" userId="0fc93678a7362e4a" providerId="LiveId" clId="{D87FF99C-D21A-4DB6-879F-7B7ED69995A8}" dt="2026-09-29T08:29:41.361" v="592" actId="20577"/>
          <ac:spMkLst>
            <pc:docMk/>
            <pc:sldMk cId="2335969690" sldId="318"/>
            <ac:spMk id="25" creationId="{E62DCA51-9EA3-5CF2-D56A-3343FB18B73F}"/>
          </ac:spMkLst>
        </pc:spChg>
        <pc:spChg chg="mod">
          <ac:chgData name="Cheu Song Lim" userId="0fc93678a7362e4a" providerId="LiveId" clId="{D87FF99C-D21A-4DB6-879F-7B7ED69995A8}" dt="2026-09-29T08:29:56.781" v="594" actId="1076"/>
          <ac:spMkLst>
            <pc:docMk/>
            <pc:sldMk cId="2335969690" sldId="318"/>
            <ac:spMk id="27" creationId="{D41F92E7-9ADC-E3F6-F69F-8CCCA9B63DA8}"/>
          </ac:spMkLst>
        </pc:spChg>
        <pc:spChg chg="mod">
          <ac:chgData name="Cheu Song Lim" userId="0fc93678a7362e4a" providerId="LiveId" clId="{D87FF99C-D21A-4DB6-879F-7B7ED69995A8}" dt="2026-09-29T08:25:34.760" v="484" actId="20577"/>
          <ac:spMkLst>
            <pc:docMk/>
            <pc:sldMk cId="2335969690" sldId="318"/>
            <ac:spMk id="60" creationId="{E8BE8833-BC7E-9DF0-3326-DC1672C875E0}"/>
          </ac:spMkLst>
        </pc:spChg>
        <pc:spChg chg="mod">
          <ac:chgData name="Cheu Song Lim" userId="0fc93678a7362e4a" providerId="LiveId" clId="{D87FF99C-D21A-4DB6-879F-7B7ED69995A8}" dt="2026-09-29T08:27:40.165" v="540" actId="20577"/>
          <ac:spMkLst>
            <pc:docMk/>
            <pc:sldMk cId="2335969690" sldId="318"/>
            <ac:spMk id="61" creationId="{006338C4-3B80-6BB1-F487-318658603046}"/>
          </ac:spMkLst>
        </pc:spChg>
        <pc:spChg chg="mod">
          <ac:chgData name="Cheu Song Lim" userId="0fc93678a7362e4a" providerId="LiveId" clId="{D87FF99C-D21A-4DB6-879F-7B7ED69995A8}" dt="2026-09-29T08:30:07.704" v="595" actId="1076"/>
          <ac:spMkLst>
            <pc:docMk/>
            <pc:sldMk cId="2335969690" sldId="318"/>
            <ac:spMk id="71" creationId="{94B4EBA9-120F-FD2C-CDE4-EC63BFC2516F}"/>
          </ac:spMkLst>
        </pc:spChg>
      </pc:sldChg>
      <pc:sldChg chg="modSp add mod">
        <pc:chgData name="Cheu Song Lim" userId="0fc93678a7362e4a" providerId="LiveId" clId="{D87FF99C-D21A-4DB6-879F-7B7ED69995A8}" dt="2026-09-29T08:46:45.090" v="1012" actId="14100"/>
        <pc:sldMkLst>
          <pc:docMk/>
          <pc:sldMk cId="1107736106" sldId="319"/>
        </pc:sldMkLst>
        <pc:spChg chg="mod">
          <ac:chgData name="Cheu Song Lim" userId="0fc93678a7362e4a" providerId="LiveId" clId="{D87FF99C-D21A-4DB6-879F-7B7ED69995A8}" dt="2026-09-29T08:40:54.430" v="757" actId="20577"/>
          <ac:spMkLst>
            <pc:docMk/>
            <pc:sldMk cId="1107736106" sldId="319"/>
            <ac:spMk id="4" creationId="{D45D2434-EE41-6893-EB1A-43F729A56EE2}"/>
          </ac:spMkLst>
        </pc:spChg>
        <pc:spChg chg="mod">
          <ac:chgData name="Cheu Song Lim" userId="0fc93678a7362e4a" providerId="LiveId" clId="{D87FF99C-D21A-4DB6-879F-7B7ED69995A8}" dt="2026-09-29T08:46:15.742" v="964" actId="14100"/>
          <ac:spMkLst>
            <pc:docMk/>
            <pc:sldMk cId="1107736106" sldId="319"/>
            <ac:spMk id="5" creationId="{02B9857D-448F-AC06-1EE9-DA1BA105E9AA}"/>
          </ac:spMkLst>
        </pc:spChg>
        <pc:spChg chg="mod">
          <ac:chgData name="Cheu Song Lim" userId="0fc93678a7362e4a" providerId="LiveId" clId="{D87FF99C-D21A-4DB6-879F-7B7ED69995A8}" dt="2026-09-29T08:40:59.035" v="762" actId="20577"/>
          <ac:spMkLst>
            <pc:docMk/>
            <pc:sldMk cId="1107736106" sldId="319"/>
            <ac:spMk id="6" creationId="{1AA6A318-7872-C34E-A43C-785284D9D814}"/>
          </ac:spMkLst>
        </pc:spChg>
        <pc:spChg chg="mod">
          <ac:chgData name="Cheu Song Lim" userId="0fc93678a7362e4a" providerId="LiveId" clId="{D87FF99C-D21A-4DB6-879F-7B7ED69995A8}" dt="2026-09-29T08:46:45.090" v="1012" actId="14100"/>
          <ac:spMkLst>
            <pc:docMk/>
            <pc:sldMk cId="1107736106" sldId="319"/>
            <ac:spMk id="7" creationId="{825AC393-B35E-90C2-8A8A-0DB865ED0FAB}"/>
          </ac:spMkLst>
        </pc:spChg>
      </pc:sldChg>
      <pc:sldChg chg="add">
        <pc:chgData name="Cheu Song Lim" userId="0fc93678a7362e4a" providerId="LiveId" clId="{D87FF99C-D21A-4DB6-879F-7B7ED69995A8}" dt="2026-09-29T09:16:52.507" v="1164"/>
        <pc:sldMkLst>
          <pc:docMk/>
          <pc:sldMk cId="4035298762" sldId="320"/>
        </pc:sldMkLst>
      </pc:sldChg>
      <pc:sldChg chg="add ord">
        <pc:chgData name="Cheu Song Lim" userId="0fc93678a7362e4a" providerId="LiveId" clId="{D87FF99C-D21A-4DB6-879F-7B7ED69995A8}" dt="2026-09-29T09:34:46.363" v="1182"/>
        <pc:sldMkLst>
          <pc:docMk/>
          <pc:sldMk cId="11814076" sldId="321"/>
        </pc:sldMkLst>
      </pc:sldChg>
      <pc:sldChg chg="addSp delSp modSp add mod">
        <pc:chgData name="Cheu Song Lim" userId="0fc93678a7362e4a" providerId="LiveId" clId="{D87FF99C-D21A-4DB6-879F-7B7ED69995A8}" dt="2026-10-09T09:45:23.497" v="1938" actId="20577"/>
        <pc:sldMkLst>
          <pc:docMk/>
          <pc:sldMk cId="156024102" sldId="322"/>
        </pc:sldMkLst>
        <pc:graphicFrameChg chg="modGraphic">
          <ac:chgData name="Cheu Song Lim" userId="0fc93678a7362e4a" providerId="LiveId" clId="{D87FF99C-D21A-4DB6-879F-7B7ED69995A8}" dt="2026-10-09T09:45:09.807" v="1937" actId="20577"/>
          <ac:graphicFrameMkLst>
            <pc:docMk/>
            <pc:sldMk cId="156024102" sldId="322"/>
            <ac:graphicFrameMk id="3" creationId="{8688D667-69F2-CEAE-ABFB-2B563368159F}"/>
          </ac:graphicFrameMkLst>
        </pc:graphicFrameChg>
        <pc:graphicFrameChg chg="modGraphic">
          <ac:chgData name="Cheu Song Lim" userId="0fc93678a7362e4a" providerId="LiveId" clId="{D87FF99C-D21A-4DB6-879F-7B7ED69995A8}" dt="2026-10-09T09:45:23.497" v="1938" actId="20577"/>
          <ac:graphicFrameMkLst>
            <pc:docMk/>
            <pc:sldMk cId="156024102" sldId="322"/>
            <ac:graphicFrameMk id="7" creationId="{678A9599-68D3-4D35-1A3B-2E9A3EC20D4D}"/>
          </ac:graphicFrameMkLst>
        </pc:graphicFrameChg>
      </pc:sldChg>
      <pc:sldChg chg="addSp modSp new mod">
        <pc:chgData name="Cheu Song Lim" userId="0fc93678a7362e4a" providerId="LiveId" clId="{D87FF99C-D21A-4DB6-879F-7B7ED69995A8}" dt="2026-10-01T02:15:43.574" v="1286" actId="14100"/>
        <pc:sldMkLst>
          <pc:docMk/>
          <pc:sldMk cId="4040548578" sldId="323"/>
        </pc:sldMkLst>
        <pc:spChg chg="add mod">
          <ac:chgData name="Cheu Song Lim" userId="0fc93678a7362e4a" providerId="LiveId" clId="{D87FF99C-D21A-4DB6-879F-7B7ED69995A8}" dt="2026-10-01T02:15:43.574" v="1286" actId="14100"/>
          <ac:spMkLst>
            <pc:docMk/>
            <pc:sldMk cId="4040548578" sldId="323"/>
            <ac:spMk id="3" creationId="{0D33BFA7-D854-9C1F-10E4-2BB5E35986F2}"/>
          </ac:spMkLst>
        </pc:spChg>
      </pc:sldChg>
      <pc:sldChg chg="addSp modSp new mod">
        <pc:chgData name="Cheu Song Lim" userId="0fc93678a7362e4a" providerId="LiveId" clId="{D87FF99C-D21A-4DB6-879F-7B7ED69995A8}" dt="2026-10-01T02:52:55.659" v="1297" actId="120"/>
        <pc:sldMkLst>
          <pc:docMk/>
          <pc:sldMk cId="3022848950" sldId="324"/>
        </pc:sldMkLst>
        <pc:spChg chg="add mod">
          <ac:chgData name="Cheu Song Lim" userId="0fc93678a7362e4a" providerId="LiveId" clId="{D87FF99C-D21A-4DB6-879F-7B7ED69995A8}" dt="2026-10-01T02:52:55.659" v="1297" actId="120"/>
          <ac:spMkLst>
            <pc:docMk/>
            <pc:sldMk cId="3022848950" sldId="324"/>
            <ac:spMk id="3" creationId="{32EA43E4-B1A4-60CA-BEC9-0F5A72066C14}"/>
          </ac:spMkLst>
        </pc:spChg>
      </pc:sldChg>
      <pc:sldChg chg="add">
        <pc:chgData name="Cheu Song Lim" userId="0fc93678a7362e4a" providerId="LiveId" clId="{D87FF99C-D21A-4DB6-879F-7B7ED69995A8}" dt="2026-10-09T08:52:25.138" v="1298"/>
        <pc:sldMkLst>
          <pc:docMk/>
          <pc:sldMk cId="4129913557" sldId="32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B13062-B5E2-4158-866A-E944A40A7CD2}" type="doc">
      <dgm:prSet loTypeId="urn:microsoft.com/office/officeart/2005/8/layout/cycle1" loCatId="cycle" qsTypeId="urn:microsoft.com/office/officeart/2005/8/quickstyle/simple1#1" qsCatId="simple" csTypeId="urn:microsoft.com/office/officeart/2005/8/colors/accent1_2#1" csCatId="accent1" phldr="1"/>
      <dgm:spPr/>
      <dgm:t>
        <a:bodyPr/>
        <a:lstStyle/>
        <a:p>
          <a:endParaRPr lang="en-US"/>
        </a:p>
      </dgm:t>
    </dgm:pt>
    <dgm:pt modelId="{C4CFE2C4-394C-4BAB-A53F-5440ED1D134E}">
      <dgm:prSet phldrT="[Text]" custT="1"/>
      <dgm:spPr/>
      <dgm:t>
        <a:bodyPr/>
        <a:lstStyle/>
        <a:p>
          <a:r>
            <a:rPr lang="en-US" sz="1400"/>
            <a:t>Plan B</a:t>
          </a:r>
        </a:p>
      </dgm:t>
    </dgm:pt>
    <dgm:pt modelId="{99712327-DFFF-4483-AA03-B45BDD38DE59}" type="parTrans" cxnId="{01DEC758-5F5D-4E6A-A7E6-F73A80879A75}">
      <dgm:prSet/>
      <dgm:spPr/>
      <dgm:t>
        <a:bodyPr/>
        <a:lstStyle/>
        <a:p>
          <a:endParaRPr lang="en-US"/>
        </a:p>
      </dgm:t>
    </dgm:pt>
    <dgm:pt modelId="{2650D3ED-72AF-4D84-9EAE-CE2B6FF23288}" type="sibTrans" cxnId="{01DEC758-5F5D-4E6A-A7E6-F73A80879A75}">
      <dgm:prSet/>
      <dgm:spPr/>
      <dgm:t>
        <a:bodyPr/>
        <a:lstStyle/>
        <a:p>
          <a:endParaRPr lang="en-US"/>
        </a:p>
      </dgm:t>
    </dgm:pt>
    <dgm:pt modelId="{F6839083-4FFC-4EEB-BECA-A9518CBE4542}">
      <dgm:prSet phldrT="[Text]" custT="1"/>
      <dgm:spPr/>
      <dgm:t>
        <a:bodyPr/>
        <a:lstStyle/>
        <a:p>
          <a:r>
            <a:rPr lang="en-US" sz="1400"/>
            <a:t>Plan A</a:t>
          </a:r>
        </a:p>
      </dgm:t>
    </dgm:pt>
    <dgm:pt modelId="{51F6B96E-6696-4067-8926-C2972BCE8D8D}" type="parTrans" cxnId="{7C3E18E8-923A-4B34-98E7-8069FD056A3F}">
      <dgm:prSet/>
      <dgm:spPr/>
      <dgm:t>
        <a:bodyPr/>
        <a:lstStyle/>
        <a:p>
          <a:endParaRPr lang="en-US"/>
        </a:p>
      </dgm:t>
    </dgm:pt>
    <dgm:pt modelId="{56C53030-81E8-48DB-BEFB-50B4988F8614}" type="sibTrans" cxnId="{7C3E18E8-923A-4B34-98E7-8069FD056A3F}">
      <dgm:prSet/>
      <dgm:spPr/>
      <dgm:t>
        <a:bodyPr/>
        <a:lstStyle/>
        <a:p>
          <a:endParaRPr lang="en-US"/>
        </a:p>
      </dgm:t>
    </dgm:pt>
    <dgm:pt modelId="{C780BAA7-FC8B-413F-83B1-1D12F1404D9F}" type="pres">
      <dgm:prSet presAssocID="{6EB13062-B5E2-4158-866A-E944A40A7CD2}" presName="cycle" presStyleCnt="0">
        <dgm:presLayoutVars>
          <dgm:dir/>
          <dgm:resizeHandles val="exact"/>
        </dgm:presLayoutVars>
      </dgm:prSet>
      <dgm:spPr/>
    </dgm:pt>
    <dgm:pt modelId="{D72E749D-99E6-4F34-B9AA-2C1D73CD7FF1}" type="pres">
      <dgm:prSet presAssocID="{C4CFE2C4-394C-4BAB-A53F-5440ED1D134E}" presName="dummy" presStyleCnt="0"/>
      <dgm:spPr/>
    </dgm:pt>
    <dgm:pt modelId="{704B6368-CCC4-4D58-8BCF-007B4A68E5E0}" type="pres">
      <dgm:prSet presAssocID="{C4CFE2C4-394C-4BAB-A53F-5440ED1D134E}" presName="node" presStyleLbl="revTx" presStyleIdx="0" presStyleCnt="2" custScaleX="189017">
        <dgm:presLayoutVars>
          <dgm:bulletEnabled val="1"/>
        </dgm:presLayoutVars>
      </dgm:prSet>
      <dgm:spPr/>
    </dgm:pt>
    <dgm:pt modelId="{F3ACFF27-5A92-4E17-BCF9-6BEE0379705C}" type="pres">
      <dgm:prSet presAssocID="{2650D3ED-72AF-4D84-9EAE-CE2B6FF23288}" presName="sibTrans" presStyleLbl="node1" presStyleIdx="0" presStyleCnt="2"/>
      <dgm:spPr/>
    </dgm:pt>
    <dgm:pt modelId="{7B812DFF-7A8A-42C5-A814-47464161E646}" type="pres">
      <dgm:prSet presAssocID="{F6839083-4FFC-4EEB-BECA-A9518CBE4542}" presName="dummy" presStyleCnt="0"/>
      <dgm:spPr/>
    </dgm:pt>
    <dgm:pt modelId="{BDBD789D-4559-4069-9A5D-7D293F56908D}" type="pres">
      <dgm:prSet presAssocID="{F6839083-4FFC-4EEB-BECA-A9518CBE4542}" presName="node" presStyleLbl="revTx" presStyleIdx="1" presStyleCnt="2" custScaleX="148180">
        <dgm:presLayoutVars>
          <dgm:bulletEnabled val="1"/>
        </dgm:presLayoutVars>
      </dgm:prSet>
      <dgm:spPr/>
    </dgm:pt>
    <dgm:pt modelId="{75805850-2A50-47A2-897F-CE01A3B800D2}" type="pres">
      <dgm:prSet presAssocID="{56C53030-81E8-48DB-BEFB-50B4988F8614}" presName="sibTrans" presStyleLbl="node1" presStyleIdx="1" presStyleCnt="2"/>
      <dgm:spPr/>
    </dgm:pt>
  </dgm:ptLst>
  <dgm:cxnLst>
    <dgm:cxn modelId="{2AC29D1F-734E-4B88-94B1-CB12A24E2268}" type="presOf" srcId="{F6839083-4FFC-4EEB-BECA-A9518CBE4542}" destId="{BDBD789D-4559-4069-9A5D-7D293F56908D}" srcOrd="0" destOrd="0" presId="urn:microsoft.com/office/officeart/2005/8/layout/cycle1"/>
    <dgm:cxn modelId="{7830F63A-FBCF-4218-BF2A-10C6263C5377}" type="presOf" srcId="{6EB13062-B5E2-4158-866A-E944A40A7CD2}" destId="{C780BAA7-FC8B-413F-83B1-1D12F1404D9F}" srcOrd="0" destOrd="0" presId="urn:microsoft.com/office/officeart/2005/8/layout/cycle1"/>
    <dgm:cxn modelId="{DFAB3743-B2D3-4DBA-8607-89AC731FCD56}" type="presOf" srcId="{C4CFE2C4-394C-4BAB-A53F-5440ED1D134E}" destId="{704B6368-CCC4-4D58-8BCF-007B4A68E5E0}" srcOrd="0" destOrd="0" presId="urn:microsoft.com/office/officeart/2005/8/layout/cycle1"/>
    <dgm:cxn modelId="{01DEC758-5F5D-4E6A-A7E6-F73A80879A75}" srcId="{6EB13062-B5E2-4158-866A-E944A40A7CD2}" destId="{C4CFE2C4-394C-4BAB-A53F-5440ED1D134E}" srcOrd="0" destOrd="0" parTransId="{99712327-DFFF-4483-AA03-B45BDD38DE59}" sibTransId="{2650D3ED-72AF-4D84-9EAE-CE2B6FF23288}"/>
    <dgm:cxn modelId="{0FBBD7B9-CB8A-463C-B007-F6647689C09D}" type="presOf" srcId="{2650D3ED-72AF-4D84-9EAE-CE2B6FF23288}" destId="{F3ACFF27-5A92-4E17-BCF9-6BEE0379705C}" srcOrd="0" destOrd="0" presId="urn:microsoft.com/office/officeart/2005/8/layout/cycle1"/>
    <dgm:cxn modelId="{4D78C0E2-FCB1-4B43-B746-AFFF40AAFB56}" type="presOf" srcId="{56C53030-81E8-48DB-BEFB-50B4988F8614}" destId="{75805850-2A50-47A2-897F-CE01A3B800D2}" srcOrd="0" destOrd="0" presId="urn:microsoft.com/office/officeart/2005/8/layout/cycle1"/>
    <dgm:cxn modelId="{7C3E18E8-923A-4B34-98E7-8069FD056A3F}" srcId="{6EB13062-B5E2-4158-866A-E944A40A7CD2}" destId="{F6839083-4FFC-4EEB-BECA-A9518CBE4542}" srcOrd="1" destOrd="0" parTransId="{51F6B96E-6696-4067-8926-C2972BCE8D8D}" sibTransId="{56C53030-81E8-48DB-BEFB-50B4988F8614}"/>
    <dgm:cxn modelId="{5527949F-5CC5-4276-AB46-088F7FF0A8C9}" type="presParOf" srcId="{C780BAA7-FC8B-413F-83B1-1D12F1404D9F}" destId="{D72E749D-99E6-4F34-B9AA-2C1D73CD7FF1}" srcOrd="0" destOrd="0" presId="urn:microsoft.com/office/officeart/2005/8/layout/cycle1"/>
    <dgm:cxn modelId="{58CF6619-8740-458C-8D8F-C57D37A92C26}" type="presParOf" srcId="{C780BAA7-FC8B-413F-83B1-1D12F1404D9F}" destId="{704B6368-CCC4-4D58-8BCF-007B4A68E5E0}" srcOrd="1" destOrd="0" presId="urn:microsoft.com/office/officeart/2005/8/layout/cycle1"/>
    <dgm:cxn modelId="{A68C2F51-F652-4066-A6B7-26ABDA643EF0}" type="presParOf" srcId="{C780BAA7-FC8B-413F-83B1-1D12F1404D9F}" destId="{F3ACFF27-5A92-4E17-BCF9-6BEE0379705C}" srcOrd="2" destOrd="0" presId="urn:microsoft.com/office/officeart/2005/8/layout/cycle1"/>
    <dgm:cxn modelId="{3A14A6B1-5E6D-40BE-8546-4290C8F67325}" type="presParOf" srcId="{C780BAA7-FC8B-413F-83B1-1D12F1404D9F}" destId="{7B812DFF-7A8A-42C5-A814-47464161E646}" srcOrd="3" destOrd="0" presId="urn:microsoft.com/office/officeart/2005/8/layout/cycle1"/>
    <dgm:cxn modelId="{DD877EE7-4CCE-4D6F-9D66-4E55C3254260}" type="presParOf" srcId="{C780BAA7-FC8B-413F-83B1-1D12F1404D9F}" destId="{BDBD789D-4559-4069-9A5D-7D293F56908D}" srcOrd="4" destOrd="0" presId="urn:microsoft.com/office/officeart/2005/8/layout/cycle1"/>
    <dgm:cxn modelId="{D7167CC1-CCE9-4F86-ABC0-4FAE9C1902B1}" type="presParOf" srcId="{C780BAA7-FC8B-413F-83B1-1D12F1404D9F}" destId="{75805850-2A50-47A2-897F-CE01A3B800D2}" srcOrd="5"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4B6368-CCC4-4D58-8BCF-007B4A68E5E0}">
      <dsp:nvSpPr>
        <dsp:cNvPr id="0" name=""/>
        <dsp:cNvSpPr/>
      </dsp:nvSpPr>
      <dsp:spPr>
        <a:xfrm>
          <a:off x="1385772" y="274001"/>
          <a:ext cx="980613" cy="518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Plan B</a:t>
          </a:r>
        </a:p>
      </dsp:txBody>
      <dsp:txXfrm>
        <a:off x="1385772" y="274001"/>
        <a:ext cx="980613" cy="518796"/>
      </dsp:txXfrm>
    </dsp:sp>
    <dsp:sp modelId="{F3ACFF27-5A92-4E17-BCF9-6BEE0379705C}">
      <dsp:nvSpPr>
        <dsp:cNvPr id="0" name=""/>
        <dsp:cNvSpPr/>
      </dsp:nvSpPr>
      <dsp:spPr>
        <a:xfrm>
          <a:off x="918295" y="-289"/>
          <a:ext cx="1067379" cy="1067379"/>
        </a:xfrm>
        <a:prstGeom prst="circularArrow">
          <a:avLst>
            <a:gd name="adj1" fmla="val 9478"/>
            <a:gd name="adj2" fmla="val 684510"/>
            <a:gd name="adj3" fmla="val 7852945"/>
            <a:gd name="adj4" fmla="val 2262545"/>
            <a:gd name="adj5" fmla="val 11058"/>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BD789D-4559-4069-9A5D-7D293F56908D}">
      <dsp:nvSpPr>
        <dsp:cNvPr id="0" name=""/>
        <dsp:cNvSpPr/>
      </dsp:nvSpPr>
      <dsp:spPr>
        <a:xfrm>
          <a:off x="643514" y="274001"/>
          <a:ext cx="768752" cy="518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Plan A</a:t>
          </a:r>
        </a:p>
      </dsp:txBody>
      <dsp:txXfrm>
        <a:off x="643514" y="274001"/>
        <a:ext cx="768752" cy="518796"/>
      </dsp:txXfrm>
    </dsp:sp>
    <dsp:sp modelId="{75805850-2A50-47A2-897F-CE01A3B800D2}">
      <dsp:nvSpPr>
        <dsp:cNvPr id="0" name=""/>
        <dsp:cNvSpPr/>
      </dsp:nvSpPr>
      <dsp:spPr>
        <a:xfrm>
          <a:off x="918295" y="-289"/>
          <a:ext cx="1067379" cy="1067379"/>
        </a:xfrm>
        <a:prstGeom prst="circularArrow">
          <a:avLst>
            <a:gd name="adj1" fmla="val 9478"/>
            <a:gd name="adj2" fmla="val 684510"/>
            <a:gd name="adj3" fmla="val 18652945"/>
            <a:gd name="adj4" fmla="val 13062545"/>
            <a:gd name="adj5" fmla="val 11058"/>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74780-FC63-44FE-8DB2-688AACA75891}"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4FA73-0C09-42A0-A260-91734FAE4742}" type="slidenum">
              <a:rPr lang="en-US" smtClean="0"/>
              <a:t>‹#›</a:t>
            </a:fld>
            <a:endParaRPr lang="en-US"/>
          </a:p>
        </p:txBody>
      </p:sp>
    </p:spTree>
    <p:extLst>
      <p:ext uri="{BB962C8B-B14F-4D97-AF65-F5344CB8AC3E}">
        <p14:creationId xmlns:p14="http://schemas.microsoft.com/office/powerpoint/2010/main" val="555957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44FA73-0C09-42A0-A260-91734FAE4742}" type="slidenum">
              <a:rPr lang="en-US" smtClean="0"/>
              <a:t>6</a:t>
            </a:fld>
            <a:endParaRPr lang="en-US"/>
          </a:p>
        </p:txBody>
      </p:sp>
    </p:spTree>
    <p:extLst>
      <p:ext uri="{BB962C8B-B14F-4D97-AF65-F5344CB8AC3E}">
        <p14:creationId xmlns:p14="http://schemas.microsoft.com/office/powerpoint/2010/main" val="1129032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44FA73-0C09-42A0-A260-91734FAE4742}" type="slidenum">
              <a:rPr lang="en-US" smtClean="0"/>
              <a:t>9</a:t>
            </a:fld>
            <a:endParaRPr lang="en-US"/>
          </a:p>
        </p:txBody>
      </p:sp>
    </p:spTree>
    <p:extLst>
      <p:ext uri="{BB962C8B-B14F-4D97-AF65-F5344CB8AC3E}">
        <p14:creationId xmlns:p14="http://schemas.microsoft.com/office/powerpoint/2010/main" val="3200903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44FA73-0C09-42A0-A260-91734FAE4742}" type="slidenum">
              <a:rPr lang="en-US" smtClean="0"/>
              <a:t>14</a:t>
            </a:fld>
            <a:endParaRPr lang="en-US"/>
          </a:p>
        </p:txBody>
      </p:sp>
    </p:spTree>
    <p:extLst>
      <p:ext uri="{BB962C8B-B14F-4D97-AF65-F5344CB8AC3E}">
        <p14:creationId xmlns:p14="http://schemas.microsoft.com/office/powerpoint/2010/main" val="1567940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A11166-1D32-45F8-A1CE-62B7ACDDC3AE}" type="slidenum">
              <a:rPr lang="en-US" smtClean="0"/>
              <a:t>15</a:t>
            </a:fld>
            <a:endParaRPr lang="en-US"/>
          </a:p>
        </p:txBody>
      </p:sp>
    </p:spTree>
    <p:extLst>
      <p:ext uri="{BB962C8B-B14F-4D97-AF65-F5344CB8AC3E}">
        <p14:creationId xmlns:p14="http://schemas.microsoft.com/office/powerpoint/2010/main" val="228208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44FA73-0C09-42A0-A260-91734FAE4742}" type="slidenum">
              <a:rPr lang="en-US" smtClean="0"/>
              <a:t>21</a:t>
            </a:fld>
            <a:endParaRPr lang="en-US"/>
          </a:p>
        </p:txBody>
      </p:sp>
    </p:spTree>
    <p:extLst>
      <p:ext uri="{BB962C8B-B14F-4D97-AF65-F5344CB8AC3E}">
        <p14:creationId xmlns:p14="http://schemas.microsoft.com/office/powerpoint/2010/main" val="286317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44FA73-0C09-42A0-A260-91734FAE4742}" type="slidenum">
              <a:rPr lang="en-US" smtClean="0"/>
              <a:t>22</a:t>
            </a:fld>
            <a:endParaRPr lang="en-US"/>
          </a:p>
        </p:txBody>
      </p:sp>
    </p:spTree>
    <p:extLst>
      <p:ext uri="{BB962C8B-B14F-4D97-AF65-F5344CB8AC3E}">
        <p14:creationId xmlns:p14="http://schemas.microsoft.com/office/powerpoint/2010/main" val="981803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44FA73-0C09-42A0-A260-91734FAE4742}" type="slidenum">
              <a:rPr lang="en-US" smtClean="0"/>
              <a:t>23</a:t>
            </a:fld>
            <a:endParaRPr lang="en-US"/>
          </a:p>
        </p:txBody>
      </p:sp>
    </p:spTree>
    <p:extLst>
      <p:ext uri="{BB962C8B-B14F-4D97-AF65-F5344CB8AC3E}">
        <p14:creationId xmlns:p14="http://schemas.microsoft.com/office/powerpoint/2010/main" val="3123446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4241A-1D1B-4EB2-8BAF-D0537083C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3167A-9879-CBEE-622D-6456BD6E5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A164E-7A24-BAB0-C17A-D8552F0F73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532D2D-44D4-FC02-1B8A-933EC1370166}"/>
              </a:ext>
            </a:extLst>
          </p:cNvPr>
          <p:cNvSpPr>
            <a:spLocks noGrp="1"/>
          </p:cNvSpPr>
          <p:nvPr>
            <p:ph type="sldNum" sz="quarter" idx="5"/>
          </p:nvPr>
        </p:nvSpPr>
        <p:spPr/>
        <p:txBody>
          <a:bodyPr/>
          <a:lstStyle/>
          <a:p>
            <a:fld id="{C544FA73-0C09-42A0-A260-91734FAE4742}" type="slidenum">
              <a:rPr lang="en-US" smtClean="0"/>
              <a:t>24</a:t>
            </a:fld>
            <a:endParaRPr lang="en-US"/>
          </a:p>
        </p:txBody>
      </p:sp>
    </p:spTree>
    <p:extLst>
      <p:ext uri="{BB962C8B-B14F-4D97-AF65-F5344CB8AC3E}">
        <p14:creationId xmlns:p14="http://schemas.microsoft.com/office/powerpoint/2010/main" val="305990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79806-5466-5C99-F46A-E27988412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473C7-183D-6149-C191-991783898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DB315-311C-15AF-0DCF-0E98301CFD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0C88A4-EEF4-201A-299C-503AA2ED227E}"/>
              </a:ext>
            </a:extLst>
          </p:cNvPr>
          <p:cNvSpPr>
            <a:spLocks noGrp="1"/>
          </p:cNvSpPr>
          <p:nvPr>
            <p:ph type="sldNum" sz="quarter" idx="5"/>
          </p:nvPr>
        </p:nvSpPr>
        <p:spPr/>
        <p:txBody>
          <a:bodyPr/>
          <a:lstStyle/>
          <a:p>
            <a:fld id="{C544FA73-0C09-42A0-A260-91734FAE4742}" type="slidenum">
              <a:rPr lang="en-US" smtClean="0"/>
              <a:t>25</a:t>
            </a:fld>
            <a:endParaRPr lang="en-US"/>
          </a:p>
        </p:txBody>
      </p:sp>
    </p:spTree>
    <p:extLst>
      <p:ext uri="{BB962C8B-B14F-4D97-AF65-F5344CB8AC3E}">
        <p14:creationId xmlns:p14="http://schemas.microsoft.com/office/powerpoint/2010/main" val="971272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79A4-20CA-FD00-6ADE-13E166F7A7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A42041-9240-74EC-6D23-7D947CA2B3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8250F8-2A71-464F-603F-68AF26A96953}"/>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5" name="Footer Placeholder 4">
            <a:extLst>
              <a:ext uri="{FF2B5EF4-FFF2-40B4-BE49-F238E27FC236}">
                <a16:creationId xmlns:a16="http://schemas.microsoft.com/office/drawing/2014/main" id="{EB477A87-41D5-37D7-55E6-6139C53E81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7324E3-1DDE-E74A-D6EF-DA296A88B847}"/>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3697845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A0FF-629F-CE34-94B2-884D2ED510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94448A-B595-D926-6D18-B57EBAA730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62549-CB33-09C1-782C-E0977C193194}"/>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5" name="Footer Placeholder 4">
            <a:extLst>
              <a:ext uri="{FF2B5EF4-FFF2-40B4-BE49-F238E27FC236}">
                <a16:creationId xmlns:a16="http://schemas.microsoft.com/office/drawing/2014/main" id="{7915AA35-E539-2E90-1972-AFED6B43C9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12C15C-3A70-BDBE-6372-258E380CC423}"/>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2530621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29E1-E6FA-2F02-2395-827B8BF799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6C0C4F-1E8D-D01E-C040-B1C1C5FFC0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6B514F-52D1-95C8-E561-6369FCB82EF2}"/>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5" name="Footer Placeholder 4">
            <a:extLst>
              <a:ext uri="{FF2B5EF4-FFF2-40B4-BE49-F238E27FC236}">
                <a16:creationId xmlns:a16="http://schemas.microsoft.com/office/drawing/2014/main" id="{953A3484-6DCA-545A-6779-E58C67F910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4C51AC-ADA0-D2C9-A774-8CE444886355}"/>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3614765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30267-F2A0-7648-1B76-45019E11B9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435CD8-84B9-7DDC-EDF0-44F13F7179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26A139-DB62-10E3-568D-311AF8CFC0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47D686-DB0C-9551-E5E4-807DB65D239A}"/>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6" name="Footer Placeholder 5">
            <a:extLst>
              <a:ext uri="{FF2B5EF4-FFF2-40B4-BE49-F238E27FC236}">
                <a16:creationId xmlns:a16="http://schemas.microsoft.com/office/drawing/2014/main" id="{EDF98779-FF62-7AB0-4EB7-CE72426931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5898B5-98C1-F241-5592-4D67122E260F}"/>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3314043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A78E2-51DB-88D1-1F90-CA97A0B6FE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05499C-A2A2-A032-3B7D-FE1C6FC3FB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A2423A-C68C-D540-37CA-534A4506E4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5C1F94-8194-884A-50F4-3EAC34493D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67BFCC-091A-7E91-ED1C-8112EF404D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0EC52E-2A02-7EFA-1A69-3B7D5EDE7870}"/>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8" name="Footer Placeholder 7">
            <a:extLst>
              <a:ext uri="{FF2B5EF4-FFF2-40B4-BE49-F238E27FC236}">
                <a16:creationId xmlns:a16="http://schemas.microsoft.com/office/drawing/2014/main" id="{E3082720-CDEA-5EFE-6063-DFE89F5F81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EF9880-9F4C-5843-DCFC-3CAB6D4FA37C}"/>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1195702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5CCA7-F3F7-7428-C14B-3DB825AC59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4FEF0D-81AF-6779-6823-2264AB2F9347}"/>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4" name="Footer Placeholder 3">
            <a:extLst>
              <a:ext uri="{FF2B5EF4-FFF2-40B4-BE49-F238E27FC236}">
                <a16:creationId xmlns:a16="http://schemas.microsoft.com/office/drawing/2014/main" id="{1DFA7BBC-3E60-E54B-9F84-6825B0588B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E9D85E-28C9-8EC9-8528-D0A31454270E}"/>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323261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A0B3CC-7A52-6D24-AD45-CCDE1CA51C67}"/>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3" name="Footer Placeholder 2">
            <a:extLst>
              <a:ext uri="{FF2B5EF4-FFF2-40B4-BE49-F238E27FC236}">
                <a16:creationId xmlns:a16="http://schemas.microsoft.com/office/drawing/2014/main" id="{DC7ADCA4-FEB7-D253-12B9-0521E1F5BC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B52A59-EEE8-2C6C-023C-379CA80F6E27}"/>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3905176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40004-EC31-2652-4A06-9A4537C4A1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FEA5B0-BDE0-7E10-75C6-EC94B13270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1F511C-30C6-3146-6844-9B2FD8667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76CE97-FE9F-180E-6434-4CB4AF640516}"/>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6" name="Footer Placeholder 5">
            <a:extLst>
              <a:ext uri="{FF2B5EF4-FFF2-40B4-BE49-F238E27FC236}">
                <a16:creationId xmlns:a16="http://schemas.microsoft.com/office/drawing/2014/main" id="{00080C7A-9EB9-E41E-B3F7-38425C86A4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387789-22BF-E1E3-8AB9-69A062B1E73F}"/>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224947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457EF-5FF0-A064-77BD-5D95A680FC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1FCE51-1522-35E8-3E23-83A089B1C0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BF5C8A-EFD9-8322-430A-DCB592CC5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375725-DA2B-B0F5-D7D8-C902FC3C82E0}"/>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6" name="Footer Placeholder 5">
            <a:extLst>
              <a:ext uri="{FF2B5EF4-FFF2-40B4-BE49-F238E27FC236}">
                <a16:creationId xmlns:a16="http://schemas.microsoft.com/office/drawing/2014/main" id="{8EFA3016-9637-0EC8-4F92-96CA74A40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3CF2C4-82E4-27B6-538C-8AB8FFC64FC9}"/>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2688052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D2F75-FAA8-D355-F253-F10E80170B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BAECF4-90A1-32B3-3E12-5C04BB2FDA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72AC76-3731-9754-A63B-1A382D847B66}"/>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5" name="Footer Placeholder 4">
            <a:extLst>
              <a:ext uri="{FF2B5EF4-FFF2-40B4-BE49-F238E27FC236}">
                <a16:creationId xmlns:a16="http://schemas.microsoft.com/office/drawing/2014/main" id="{A6263B77-1362-68A2-ED68-803713E9CA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0BF01-A398-4814-65F6-DB8B38099A54}"/>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439199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BEA0CE-A0F0-CB27-4475-B843A0FEF5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CC4402-B290-492F-4005-19FD3E5279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C1450-502B-02C9-5DA1-4F48EA81CCE4}"/>
              </a:ext>
            </a:extLst>
          </p:cNvPr>
          <p:cNvSpPr>
            <a:spLocks noGrp="1"/>
          </p:cNvSpPr>
          <p:nvPr>
            <p:ph type="dt" sz="half" idx="10"/>
          </p:nvPr>
        </p:nvSpPr>
        <p:spPr/>
        <p:txBody>
          <a:bodyPr/>
          <a:lstStyle/>
          <a:p>
            <a:fld id="{B5E5F7D8-600C-4288-9C08-FF8D3A1F6C64}" type="datetimeFigureOut">
              <a:rPr lang="en-US" smtClean="0"/>
              <a:t>10/26/2026</a:t>
            </a:fld>
            <a:endParaRPr lang="en-US"/>
          </a:p>
        </p:txBody>
      </p:sp>
      <p:sp>
        <p:nvSpPr>
          <p:cNvPr id="5" name="Footer Placeholder 4">
            <a:extLst>
              <a:ext uri="{FF2B5EF4-FFF2-40B4-BE49-F238E27FC236}">
                <a16:creationId xmlns:a16="http://schemas.microsoft.com/office/drawing/2014/main" id="{F1E41D39-2AE1-3093-FE1C-942C9C926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E3D01-190E-6488-4ACE-67E8CDAB634C}"/>
              </a:ext>
            </a:extLst>
          </p:cNvPr>
          <p:cNvSpPr>
            <a:spLocks noGrp="1"/>
          </p:cNvSpPr>
          <p:nvPr>
            <p:ph type="sldNum" sz="quarter" idx="12"/>
          </p:nvPr>
        </p:nvSpPr>
        <p:spPr/>
        <p:txBody>
          <a:bodyPr/>
          <a:lstStyle/>
          <a:p>
            <a:fld id="{EC4033C8-0E70-4562-B3BC-92F65DAC5CC7}" type="slidenum">
              <a:rPr lang="en-US" smtClean="0"/>
              <a:t>‹#›</a:t>
            </a:fld>
            <a:endParaRPr lang="en-US"/>
          </a:p>
        </p:txBody>
      </p:sp>
    </p:spTree>
    <p:extLst>
      <p:ext uri="{BB962C8B-B14F-4D97-AF65-F5344CB8AC3E}">
        <p14:creationId xmlns:p14="http://schemas.microsoft.com/office/powerpoint/2010/main" val="330999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B40B0D-9A28-8BB7-3F55-C286F20B25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432896-CE2C-6A31-C4B2-CBD693737F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9A5C0-496D-F141-308D-E04A05287F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E5F7D8-600C-4288-9C08-FF8D3A1F6C64}" type="datetimeFigureOut">
              <a:rPr lang="en-US" smtClean="0"/>
              <a:t>10/26/2026</a:t>
            </a:fld>
            <a:endParaRPr lang="en-US"/>
          </a:p>
        </p:txBody>
      </p:sp>
      <p:sp>
        <p:nvSpPr>
          <p:cNvPr id="5" name="Footer Placeholder 4">
            <a:extLst>
              <a:ext uri="{FF2B5EF4-FFF2-40B4-BE49-F238E27FC236}">
                <a16:creationId xmlns:a16="http://schemas.microsoft.com/office/drawing/2014/main" id="{6C3E1218-273B-B9AF-EFEB-150676ED1F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D049270-D797-9ABE-339E-5AAF436191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4033C8-0E70-4562-B3BC-92F65DAC5CC7}" type="slidenum">
              <a:rPr lang="en-US" smtClean="0"/>
              <a:t>‹#›</a:t>
            </a:fld>
            <a:endParaRPr lang="en-US"/>
          </a:p>
        </p:txBody>
      </p:sp>
    </p:spTree>
    <p:extLst>
      <p:ext uri="{BB962C8B-B14F-4D97-AF65-F5344CB8AC3E}">
        <p14:creationId xmlns:p14="http://schemas.microsoft.com/office/powerpoint/2010/main" val="2511745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66971-6083-C900-9DDC-C601518C8FF1}"/>
              </a:ext>
            </a:extLst>
          </p:cNvPr>
          <p:cNvSpPr>
            <a:spLocks noGrp="1"/>
          </p:cNvSpPr>
          <p:nvPr>
            <p:ph type="ctrTitle"/>
          </p:nvPr>
        </p:nvSpPr>
        <p:spPr>
          <a:xfrm>
            <a:off x="1524000" y="1433259"/>
            <a:ext cx="9144000" cy="2387600"/>
          </a:xfrm>
        </p:spPr>
        <p:txBody>
          <a:bodyPr/>
          <a:lstStyle/>
          <a:p>
            <a:r>
              <a:rPr lang="en-US" dirty="0">
                <a:latin typeface="Garamond" panose="02020404030301010803" pitchFamily="18" charset="0"/>
              </a:rPr>
              <a:t>FLANTECH ASIA HYBRID MARKETING SYSTEM</a:t>
            </a:r>
          </a:p>
        </p:txBody>
      </p:sp>
    </p:spTree>
    <p:extLst>
      <p:ext uri="{BB962C8B-B14F-4D97-AF65-F5344CB8AC3E}">
        <p14:creationId xmlns:p14="http://schemas.microsoft.com/office/powerpoint/2010/main" val="425015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33BFA7-D854-9C1F-10E4-2BB5E35986F2}"/>
              </a:ext>
            </a:extLst>
          </p:cNvPr>
          <p:cNvSpPr txBox="1"/>
          <p:nvPr/>
        </p:nvSpPr>
        <p:spPr>
          <a:xfrm>
            <a:off x="1115568" y="612845"/>
            <a:ext cx="9326880" cy="5454698"/>
          </a:xfrm>
          <a:prstGeom prst="rect">
            <a:avLst/>
          </a:prstGeom>
          <a:noFill/>
        </p:spPr>
        <p:txBody>
          <a:bodyPr wrap="square">
            <a:spAutoFit/>
          </a:bodyPr>
          <a:lstStyle/>
          <a:p>
            <a:pPr algn="just">
              <a:lnSpc>
                <a:spcPct val="150000"/>
              </a:lnSpc>
              <a:buNone/>
            </a:pPr>
            <a:r>
              <a:rPr lang="en-US" dirty="0">
                <a:latin typeface="Garamond" panose="02020404030301010803" pitchFamily="18" charset="0"/>
              </a:rPr>
              <a:t>Our two key products, </a:t>
            </a:r>
            <a:r>
              <a:rPr lang="en-US" b="1" dirty="0">
                <a:latin typeface="Garamond" panose="02020404030301010803" pitchFamily="18" charset="0"/>
              </a:rPr>
              <a:t>Mega H</a:t>
            </a:r>
            <a:r>
              <a:rPr lang="en-US" b="1" baseline="30000" dirty="0">
                <a:latin typeface="Garamond" panose="02020404030301010803" pitchFamily="18" charset="0"/>
              </a:rPr>
              <a:t>®</a:t>
            </a:r>
            <a:r>
              <a:rPr lang="en-US" dirty="0">
                <a:latin typeface="Garamond" panose="02020404030301010803" pitchFamily="18" charset="0"/>
              </a:rPr>
              <a:t> and </a:t>
            </a:r>
            <a:r>
              <a:rPr lang="en-US" b="1" dirty="0">
                <a:latin typeface="Garamond" panose="02020404030301010803" pitchFamily="18" charset="0"/>
              </a:rPr>
              <a:t>Crystal Energy</a:t>
            </a:r>
            <a:r>
              <a:rPr lang="en-US" b="1" baseline="30000" dirty="0">
                <a:latin typeface="Garamond" panose="02020404030301010803" pitchFamily="18" charset="0"/>
              </a:rPr>
              <a:t>®</a:t>
            </a:r>
            <a:r>
              <a:rPr lang="en-US" dirty="0">
                <a:latin typeface="Garamond" panose="02020404030301010803" pitchFamily="18" charset="0"/>
              </a:rPr>
              <a:t>, are designed to complement the broader health and wellness market by addressing three fundamental areas: </a:t>
            </a:r>
            <a:r>
              <a:rPr lang="en-US" b="1" dirty="0">
                <a:latin typeface="Garamond" panose="02020404030301010803" pitchFamily="18" charset="0"/>
              </a:rPr>
              <a:t>nutrient delivery, nutrient absorption, and the restoration of the body’s three basic biological terrains</a:t>
            </a:r>
            <a:r>
              <a:rPr lang="en-US" dirty="0">
                <a:latin typeface="Garamond" panose="02020404030301010803" pitchFamily="18" charset="0"/>
              </a:rPr>
              <a:t>.</a:t>
            </a:r>
          </a:p>
          <a:p>
            <a:pPr algn="just">
              <a:lnSpc>
                <a:spcPct val="150000"/>
              </a:lnSpc>
              <a:buNone/>
            </a:pPr>
            <a:r>
              <a:rPr lang="en-US" dirty="0">
                <a:latin typeface="Garamond" panose="02020404030301010803" pitchFamily="18" charset="0"/>
              </a:rPr>
              <a:t>Rather than competing directly with conventional health supplements, Flantech Asia focuses on creating the </a:t>
            </a:r>
            <a:r>
              <a:rPr lang="en-US" b="1" dirty="0">
                <a:latin typeface="Garamond" panose="02020404030301010803" pitchFamily="18" charset="0"/>
              </a:rPr>
              <a:t>biological foundation that enables the body to make better use of the nutrients and compounds it receives</a:t>
            </a:r>
            <a:r>
              <a:rPr lang="en-US" dirty="0">
                <a:latin typeface="Garamond" panose="02020404030301010803" pitchFamily="18" charset="0"/>
              </a:rPr>
              <a:t>.</a:t>
            </a:r>
          </a:p>
          <a:p>
            <a:pPr algn="just">
              <a:lnSpc>
                <a:spcPct val="150000"/>
              </a:lnSpc>
              <a:buNone/>
            </a:pPr>
            <a:r>
              <a:rPr lang="en-US" b="1" dirty="0">
                <a:latin typeface="Garamond" panose="02020404030301010803" pitchFamily="18" charset="0"/>
              </a:rPr>
              <a:t>Mega H</a:t>
            </a:r>
            <a:r>
              <a:rPr lang="en-US" b="1" baseline="30000" dirty="0">
                <a:latin typeface="Garamond" panose="02020404030301010803" pitchFamily="18" charset="0"/>
              </a:rPr>
              <a:t>®</a:t>
            </a:r>
            <a:r>
              <a:rPr lang="en-US" dirty="0">
                <a:latin typeface="Garamond" panose="02020404030301010803" pitchFamily="18" charset="0"/>
              </a:rPr>
              <a:t> and </a:t>
            </a:r>
            <a:r>
              <a:rPr lang="en-US" b="1" dirty="0">
                <a:latin typeface="Garamond" panose="02020404030301010803" pitchFamily="18" charset="0"/>
              </a:rPr>
              <a:t>Crystal Energy</a:t>
            </a:r>
            <a:r>
              <a:rPr lang="en-US" b="1" baseline="30000" dirty="0">
                <a:latin typeface="Garamond" panose="02020404030301010803" pitchFamily="18" charset="0"/>
              </a:rPr>
              <a:t>®</a:t>
            </a:r>
            <a:r>
              <a:rPr lang="en-US" dirty="0">
                <a:latin typeface="Garamond" panose="02020404030301010803" pitchFamily="18" charset="0"/>
              </a:rPr>
              <a:t> are therefore positioned as foundational wellness products that can be used alongside a wide range of nutritional and health-support products.</a:t>
            </a:r>
          </a:p>
          <a:p>
            <a:pPr algn="just">
              <a:lnSpc>
                <a:spcPct val="150000"/>
              </a:lnSpc>
              <a:buNone/>
            </a:pPr>
            <a:r>
              <a:rPr lang="en-US" dirty="0">
                <a:latin typeface="Garamond" panose="02020404030301010803" pitchFamily="18" charset="0"/>
              </a:rPr>
              <a:t>In addition, </a:t>
            </a:r>
            <a:r>
              <a:rPr lang="en-US" b="1" dirty="0">
                <a:latin typeface="Garamond" panose="02020404030301010803" pitchFamily="18" charset="0"/>
              </a:rPr>
              <a:t>Crystal Energy</a:t>
            </a:r>
            <a:r>
              <a:rPr lang="en-US" b="1" baseline="30000" dirty="0">
                <a:latin typeface="Garamond" panose="02020404030301010803" pitchFamily="18" charset="0"/>
              </a:rPr>
              <a:t>®</a:t>
            </a:r>
            <a:r>
              <a:rPr lang="en-US" b="1" dirty="0">
                <a:latin typeface="Garamond" panose="02020404030301010803" pitchFamily="18" charset="0"/>
              </a:rPr>
              <a:t> is designed to treat and condition drinking water</a:t>
            </a:r>
            <a:r>
              <a:rPr lang="en-US" dirty="0">
                <a:latin typeface="Garamond" panose="02020404030301010803" pitchFamily="18" charset="0"/>
              </a:rPr>
              <a:t>, providing an additional dimension to our product platform.</a:t>
            </a:r>
          </a:p>
          <a:p>
            <a:pPr algn="just">
              <a:lnSpc>
                <a:spcPct val="150000"/>
              </a:lnSpc>
              <a:buNone/>
            </a:pPr>
            <a:r>
              <a:rPr lang="en-US" dirty="0">
                <a:latin typeface="Garamond" panose="02020404030301010803" pitchFamily="18" charset="0"/>
              </a:rPr>
              <a:t>This gives Flantech Asia a distinctive market position. </a:t>
            </a:r>
            <a:r>
              <a:rPr lang="en-US" b="1" dirty="0">
                <a:latin typeface="Garamond" panose="02020404030301010803" pitchFamily="18" charset="0"/>
              </a:rPr>
              <a:t>Our products are not simply another category of health supplements—they are designed to support the underlying biological environment in which nutrition, hydration, and cellular function take place.</a:t>
            </a:r>
            <a:endParaRPr lang="en-US" dirty="0">
              <a:latin typeface="Garamond" panose="02020404030301010803" pitchFamily="18" charset="0"/>
            </a:endParaRPr>
          </a:p>
        </p:txBody>
      </p:sp>
    </p:spTree>
    <p:extLst>
      <p:ext uri="{BB962C8B-B14F-4D97-AF65-F5344CB8AC3E}">
        <p14:creationId xmlns:p14="http://schemas.microsoft.com/office/powerpoint/2010/main" val="4040548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EA43E4-B1A4-60CA-BEC9-0F5A72066C14}"/>
              </a:ext>
            </a:extLst>
          </p:cNvPr>
          <p:cNvSpPr txBox="1"/>
          <p:nvPr/>
        </p:nvSpPr>
        <p:spPr>
          <a:xfrm>
            <a:off x="182880" y="470273"/>
            <a:ext cx="11667744" cy="6186309"/>
          </a:xfrm>
          <a:prstGeom prst="rect">
            <a:avLst/>
          </a:prstGeom>
          <a:noFill/>
        </p:spPr>
        <p:txBody>
          <a:bodyPr wrap="square">
            <a:spAutoFit/>
          </a:bodyPr>
          <a:lstStyle/>
          <a:p>
            <a:pPr>
              <a:buNone/>
            </a:pPr>
            <a:r>
              <a:rPr lang="en-US" sz="1200" dirty="0"/>
              <a:t>Our two key products, </a:t>
            </a:r>
            <a:r>
              <a:rPr lang="en-US" sz="1200" b="1" dirty="0"/>
              <a:t>Mega H®</a:t>
            </a:r>
            <a:r>
              <a:rPr lang="en-US" sz="1200" dirty="0"/>
              <a:t> and </a:t>
            </a:r>
            <a:r>
              <a:rPr lang="en-US" sz="1200" b="1" dirty="0"/>
              <a:t>Crystal Energy®</a:t>
            </a:r>
            <a:r>
              <a:rPr lang="en-US" sz="1200" dirty="0"/>
              <a:t>, are designed to complement the broader health and wellness market by addressing three fundamental areas:</a:t>
            </a:r>
          </a:p>
          <a:p>
            <a:pPr marL="342900" lvl="0" indent="-342900">
              <a:buFont typeface="+mj-lt"/>
              <a:buAutoNum type="arabicPeriod"/>
            </a:pPr>
            <a:r>
              <a:rPr lang="en-US" sz="1200" b="1" dirty="0"/>
              <a:t>Nutrient Delivery</a:t>
            </a:r>
            <a:r>
              <a:rPr lang="en-US" sz="1200" dirty="0"/>
              <a:t> — supporting the effective delivery of nutrients and beneficial compounds to the body.</a:t>
            </a:r>
          </a:p>
          <a:p>
            <a:pPr marL="342900" lvl="0" indent="-342900">
              <a:buFont typeface="+mj-lt"/>
              <a:buAutoNum type="arabicPeriod"/>
            </a:pPr>
            <a:r>
              <a:rPr lang="en-US" sz="1200" b="1" dirty="0"/>
              <a:t>Nutrient Absorption and Utilization</a:t>
            </a:r>
            <a:r>
              <a:rPr lang="en-US" sz="1200" dirty="0"/>
              <a:t> — supporting the body’s ability to absorb and utilize the nutrients it receives.</a:t>
            </a:r>
          </a:p>
          <a:p>
            <a:pPr marL="342900" lvl="0" indent="-342900">
              <a:buFont typeface="+mj-lt"/>
              <a:buAutoNum type="arabicPeriod"/>
            </a:pPr>
            <a:r>
              <a:rPr lang="en-US" sz="1200" b="1" dirty="0"/>
              <a:t>Three Fundamental Biological Terrains</a:t>
            </a:r>
            <a:r>
              <a:rPr lang="en-US" sz="1200" dirty="0"/>
              <a:t> — supporting the body’s fundamental physiological environment through </a:t>
            </a:r>
            <a:r>
              <a:rPr lang="en-US" sz="1200" b="1" dirty="0"/>
              <a:t>pH Buffering, REDOX Balance, and Electrical Resistivity</a:t>
            </a:r>
            <a:r>
              <a:rPr lang="en-US" sz="1200" dirty="0"/>
              <a:t>.</a:t>
            </a:r>
          </a:p>
          <a:p>
            <a:pPr>
              <a:buNone/>
            </a:pPr>
            <a:r>
              <a:rPr lang="en-US" sz="1200" b="1" dirty="0"/>
              <a:t>The Three Fundamental Biological Terrains</a:t>
            </a:r>
          </a:p>
          <a:p>
            <a:pPr>
              <a:buNone/>
            </a:pPr>
            <a:r>
              <a:rPr lang="en-US" sz="1200" dirty="0"/>
              <a:t>Flantech Asia views these three parameters as important aspects of the body’s internal biological environment:</a:t>
            </a:r>
          </a:p>
          <a:p>
            <a:pPr>
              <a:buNone/>
            </a:pPr>
            <a:r>
              <a:rPr lang="en-US" sz="1200" b="1" dirty="0"/>
              <a:t>1. pH Buffering</a:t>
            </a:r>
            <a:br>
              <a:rPr lang="en-US" sz="1200" dirty="0"/>
            </a:br>
            <a:r>
              <a:rPr lang="en-US" sz="1200" dirty="0"/>
              <a:t>The body must maintain appropriate acid–base conditions for normal physiological and biochemical processes. Buffering systems help regulate changes in acidity and alkalinity.</a:t>
            </a:r>
          </a:p>
          <a:p>
            <a:pPr>
              <a:buNone/>
            </a:pPr>
            <a:r>
              <a:rPr lang="en-US" sz="1200" b="1" dirty="0"/>
              <a:t>2. REDOX Balance</a:t>
            </a:r>
            <a:br>
              <a:rPr lang="en-US" sz="1200" dirty="0"/>
            </a:br>
            <a:r>
              <a:rPr lang="en-US" sz="1200" dirty="0"/>
              <a:t>REDOX refers to oxidation–reduction processes that are fundamental to cellular metabolism and energy production. Maintaining appropriate redox balance is closely associated with the body’s ability to manage oxidative and reductive processes.</a:t>
            </a:r>
          </a:p>
          <a:p>
            <a:pPr>
              <a:buNone/>
            </a:pPr>
            <a:r>
              <a:rPr lang="en-US" sz="1200" b="1" dirty="0"/>
              <a:t>3. Electrical Resistivity</a:t>
            </a:r>
            <a:br>
              <a:rPr lang="en-US" sz="1200" dirty="0"/>
            </a:br>
            <a:r>
              <a:rPr lang="en-US" sz="1200" dirty="0"/>
              <a:t>Electrical resistivity describes the resistance of a material or biological medium to the flow of electrical current. In biological systems, electrical properties are influenced by factors such as water, electrolytes, ions, and tissue composition.</a:t>
            </a:r>
          </a:p>
          <a:p>
            <a:pPr>
              <a:buNone/>
            </a:pPr>
            <a:r>
              <a:rPr lang="en-US" sz="1200" dirty="0"/>
              <a:t>Together, these three parameters provide a framework for understanding important aspects of the body’s biological environment and its relationship with </a:t>
            </a:r>
            <a:r>
              <a:rPr lang="en-US" sz="1200" b="1" dirty="0"/>
              <a:t>oxidative stress, cellular function, and metabolic processes</a:t>
            </a:r>
            <a:r>
              <a:rPr lang="en-US" sz="1200" dirty="0"/>
              <a:t>.</a:t>
            </a:r>
          </a:p>
          <a:p>
            <a:pPr>
              <a:buNone/>
            </a:pPr>
            <a:r>
              <a:rPr lang="en-US" sz="1200" dirty="0"/>
              <a:t>Rather than competing directly with conventional health supplements, Flantech Asia focuses on creating products that complement nutritional supplementation by supporting the </a:t>
            </a:r>
            <a:r>
              <a:rPr lang="en-US" sz="1200" b="1" dirty="0"/>
              <a:t>biological environment in which nutrients are delivered, absorbed, and utilized</a:t>
            </a:r>
            <a:r>
              <a:rPr lang="en-US" sz="1200" dirty="0"/>
              <a:t>.</a:t>
            </a:r>
          </a:p>
          <a:p>
            <a:pPr>
              <a:buNone/>
            </a:pPr>
            <a:r>
              <a:rPr lang="en-US" sz="1200" b="1" dirty="0"/>
              <a:t>The Complementary Roles of Mega H® and Crystal Energy®</a:t>
            </a:r>
          </a:p>
          <a:p>
            <a:pPr>
              <a:buNone/>
            </a:pPr>
            <a:r>
              <a:rPr lang="en-US" sz="1200" b="1" dirty="0"/>
              <a:t>Mega H®</a:t>
            </a:r>
            <a:r>
              <a:rPr lang="en-US" sz="1200" dirty="0"/>
              <a:t> is positioned as a </a:t>
            </a:r>
            <a:r>
              <a:rPr lang="en-US" sz="1200" b="1" dirty="0"/>
              <a:t>foundational nutritional wellness product</a:t>
            </a:r>
            <a:r>
              <a:rPr lang="en-US" sz="1200" dirty="0"/>
              <a:t>, with an emphasis on supporting nutrient delivery, absorption, and utilization.</a:t>
            </a:r>
          </a:p>
          <a:p>
            <a:pPr>
              <a:buNone/>
            </a:pPr>
            <a:r>
              <a:rPr lang="en-US" sz="1200" b="1" dirty="0"/>
              <a:t>Crystal Energy®</a:t>
            </a:r>
            <a:r>
              <a:rPr lang="en-US" sz="1200" dirty="0"/>
              <a:t> extends the platform into </a:t>
            </a:r>
            <a:r>
              <a:rPr lang="en-US" sz="1200" b="1" dirty="0"/>
              <a:t>water treatment, water conditioning, and hydration</a:t>
            </a:r>
            <a:r>
              <a:rPr lang="en-US" sz="1200" dirty="0"/>
              <a:t>, recognizing water as an essential component of the body’s biological environment.</a:t>
            </a:r>
          </a:p>
          <a:p>
            <a:pPr>
              <a:buNone/>
            </a:pPr>
            <a:r>
              <a:rPr lang="en-US" sz="1200" dirty="0"/>
              <a:t>Together, the two products provide complementary approaches:</a:t>
            </a:r>
          </a:p>
          <a:p>
            <a:pPr>
              <a:buNone/>
            </a:pPr>
            <a:r>
              <a:rPr lang="en-US" sz="1200" b="1" dirty="0"/>
              <a:t>Mega H® → Nutrition</a:t>
            </a:r>
          </a:p>
          <a:p>
            <a:pPr>
              <a:buNone/>
            </a:pPr>
            <a:r>
              <a:rPr lang="en-US" sz="1200" b="1" dirty="0"/>
              <a:t>Crystal Energy® → Water &amp; Hydration</a:t>
            </a:r>
          </a:p>
          <a:p>
            <a:pPr>
              <a:buNone/>
            </a:pPr>
            <a:r>
              <a:rPr lang="en-US" sz="1200" b="1" dirty="0"/>
              <a:t>Together → Biological Environment</a:t>
            </a:r>
          </a:p>
          <a:p>
            <a:pPr>
              <a:buNone/>
            </a:pPr>
            <a:r>
              <a:rPr lang="en-US" sz="1200" dirty="0"/>
              <a:t>This gives Flantech Asia a distinctive market position.</a:t>
            </a:r>
          </a:p>
          <a:p>
            <a:pPr>
              <a:buNone/>
            </a:pPr>
            <a:r>
              <a:rPr lang="en-US" sz="1200" dirty="0"/>
              <a:t>Our products are not simply another category of health supplements. They are positioned as </a:t>
            </a:r>
            <a:r>
              <a:rPr lang="en-US" sz="1200" b="1" dirty="0"/>
              <a:t>foundational wellness products designed to complement nutrition and hydration while supporting the biological environment associated with normal physiological function, redox balance, and oxidative-stress management.</a:t>
            </a:r>
            <a:endParaRPr lang="en-US" sz="1200" dirty="0"/>
          </a:p>
          <a:p>
            <a:pPr>
              <a:buNone/>
            </a:pPr>
            <a:r>
              <a:rPr lang="en-US" sz="1200" b="1" dirty="0"/>
              <a:t>Nutrition → Delivery → Absorption → Hydration → Biological Environment</a:t>
            </a:r>
          </a:p>
          <a:p>
            <a:pPr>
              <a:buNone/>
            </a:pPr>
            <a:r>
              <a:rPr lang="en-US" sz="1200" dirty="0"/>
              <a:t>This is the foundation of the </a:t>
            </a:r>
            <a:r>
              <a:rPr lang="en-US" sz="1200" b="1" dirty="0"/>
              <a:t>Flantech Business Ecosystem</a:t>
            </a:r>
            <a:r>
              <a:rPr lang="en-US" sz="1200" dirty="0"/>
              <a:t>.</a:t>
            </a:r>
          </a:p>
        </p:txBody>
      </p:sp>
    </p:spTree>
    <p:extLst>
      <p:ext uri="{BB962C8B-B14F-4D97-AF65-F5344CB8AC3E}">
        <p14:creationId xmlns:p14="http://schemas.microsoft.com/office/powerpoint/2010/main" val="3022848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FB38BE-FC83-537D-1609-B20D381BF293}"/>
              </a:ext>
            </a:extLst>
          </p:cNvPr>
          <p:cNvSpPr txBox="1"/>
          <p:nvPr/>
        </p:nvSpPr>
        <p:spPr>
          <a:xfrm>
            <a:off x="2058103" y="1363386"/>
            <a:ext cx="7554351" cy="3931204"/>
          </a:xfrm>
          <a:prstGeom prst="rect">
            <a:avLst/>
          </a:prstGeom>
          <a:noFill/>
        </p:spPr>
        <p:txBody>
          <a:bodyPr wrap="square">
            <a:spAutoFit/>
          </a:bodyPr>
          <a:lstStyle/>
          <a:p>
            <a:pPr algn="just">
              <a:lnSpc>
                <a:spcPct val="150000"/>
              </a:lnSpc>
              <a:buNone/>
            </a:pPr>
            <a:r>
              <a:rPr lang="en-US" sz="2400" b="1" dirty="0">
                <a:latin typeface="Garamond" panose="02020404030301010803" pitchFamily="18" charset="0"/>
              </a:rPr>
              <a:t>FLANTECH HYBRID MARKETING SYSTEM</a:t>
            </a:r>
          </a:p>
          <a:p>
            <a:pPr algn="just">
              <a:lnSpc>
                <a:spcPct val="150000"/>
              </a:lnSpc>
              <a:buNone/>
            </a:pPr>
            <a:r>
              <a:rPr lang="en-US" dirty="0">
                <a:latin typeface="Garamond" panose="02020404030301010803" pitchFamily="18" charset="0"/>
              </a:rPr>
              <a:t>The </a:t>
            </a:r>
            <a:r>
              <a:rPr lang="en-US" b="1" dirty="0">
                <a:latin typeface="Garamond" panose="02020404030301010803" pitchFamily="18" charset="0"/>
              </a:rPr>
              <a:t>Flantech Hybrid Marketing System</a:t>
            </a:r>
            <a:r>
              <a:rPr lang="en-US" dirty="0">
                <a:latin typeface="Garamond" panose="02020404030301010803" pitchFamily="18" charset="0"/>
              </a:rPr>
              <a:t> combines a </a:t>
            </a:r>
            <a:r>
              <a:rPr lang="en-US" b="1" dirty="0">
                <a:latin typeface="Garamond" panose="02020404030301010803" pitchFamily="18" charset="0"/>
              </a:rPr>
              <a:t>non-MLM customer acquisition model</a:t>
            </a:r>
            <a:r>
              <a:rPr lang="en-US" dirty="0">
                <a:latin typeface="Garamond" panose="02020404030301010803" pitchFamily="18" charset="0"/>
              </a:rPr>
              <a:t> with a </a:t>
            </a:r>
            <a:r>
              <a:rPr lang="en-US" b="1" dirty="0">
                <a:latin typeface="Garamond" panose="02020404030301010803" pitchFamily="18" charset="0"/>
              </a:rPr>
              <a:t>network marketing (MLM) business model</a:t>
            </a:r>
            <a:r>
              <a:rPr lang="en-US" dirty="0">
                <a:latin typeface="Garamond" panose="02020404030301010803" pitchFamily="18" charset="0"/>
              </a:rPr>
              <a:t>.</a:t>
            </a:r>
          </a:p>
          <a:p>
            <a:pPr algn="just">
              <a:lnSpc>
                <a:spcPct val="150000"/>
              </a:lnSpc>
              <a:buNone/>
            </a:pPr>
            <a:r>
              <a:rPr lang="en-US" dirty="0">
                <a:latin typeface="Garamond" panose="02020404030301010803" pitchFamily="18" charset="0"/>
              </a:rPr>
              <a:t>The hybrid system is implemented in </a:t>
            </a:r>
            <a:r>
              <a:rPr lang="en-US" b="1" dirty="0">
                <a:latin typeface="Garamond" panose="02020404030301010803" pitchFamily="18" charset="0"/>
              </a:rPr>
              <a:t>two progressive phases</a:t>
            </a:r>
            <a:r>
              <a:rPr lang="en-US" dirty="0">
                <a:latin typeface="Garamond" panose="02020404030301010803" pitchFamily="18" charset="0"/>
              </a:rPr>
              <a:t>. </a:t>
            </a:r>
            <a:r>
              <a:rPr lang="en-US" b="1" dirty="0">
                <a:latin typeface="Garamond" panose="02020404030301010803" pitchFamily="18" charset="0"/>
              </a:rPr>
              <a:t>Phase 1</a:t>
            </a:r>
            <a:r>
              <a:rPr lang="en-US" dirty="0">
                <a:latin typeface="Garamond" panose="02020404030301010803" pitchFamily="18" charset="0"/>
              </a:rPr>
              <a:t> focuses on building a strong retail customer base through Frontier Partners, while </a:t>
            </a:r>
            <a:r>
              <a:rPr lang="en-US" b="1" dirty="0">
                <a:latin typeface="Garamond" panose="02020404030301010803" pitchFamily="18" charset="0"/>
              </a:rPr>
              <a:t>Phase 2 </a:t>
            </a:r>
            <a:r>
              <a:rPr lang="en-US" dirty="0">
                <a:latin typeface="Garamond" panose="02020404030301010803" pitchFamily="18" charset="0"/>
              </a:rPr>
              <a:t>expands the business through inviting customers to become members to participate the Flantech Asia MLM network marketing. This strategy creates sustainable product demand before rewarding members through the compensation plans.</a:t>
            </a:r>
          </a:p>
        </p:txBody>
      </p:sp>
    </p:spTree>
    <p:extLst>
      <p:ext uri="{BB962C8B-B14F-4D97-AF65-F5344CB8AC3E}">
        <p14:creationId xmlns:p14="http://schemas.microsoft.com/office/powerpoint/2010/main" val="1442935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3115E8-3A54-C77C-51B6-B6B0EEDEC721}"/>
              </a:ext>
            </a:extLst>
          </p:cNvPr>
          <p:cNvSpPr txBox="1"/>
          <p:nvPr/>
        </p:nvSpPr>
        <p:spPr>
          <a:xfrm>
            <a:off x="2241452" y="342019"/>
            <a:ext cx="7709095" cy="5896679"/>
          </a:xfrm>
          <a:prstGeom prst="rect">
            <a:avLst/>
          </a:prstGeom>
          <a:noFill/>
        </p:spPr>
        <p:txBody>
          <a:bodyPr wrap="square">
            <a:spAutoFit/>
          </a:bodyPr>
          <a:lstStyle/>
          <a:p>
            <a:pPr algn="just">
              <a:buNone/>
            </a:pPr>
            <a:r>
              <a:rPr lang="en-US" sz="2400" b="1" dirty="0">
                <a:latin typeface="Garamond" panose="02020404030301010803" pitchFamily="18" charset="0"/>
              </a:rPr>
              <a:t>PHASE 1: CUSTOMER ACQUISITION THROUGH NON-MLM MARKET DEVELOPMENT</a:t>
            </a:r>
          </a:p>
          <a:p>
            <a:pPr algn="just">
              <a:buNone/>
            </a:pPr>
            <a:r>
              <a:rPr lang="en-US" sz="2000" b="1" dirty="0">
                <a:latin typeface="Garamond" panose="02020404030301010803" pitchFamily="18" charset="0"/>
              </a:rPr>
              <a:t>Business Model:</a:t>
            </a:r>
            <a:r>
              <a:rPr lang="en-US" sz="2000" dirty="0">
                <a:latin typeface="Garamond" panose="02020404030301010803" pitchFamily="18" charset="0"/>
              </a:rPr>
              <a:t> </a:t>
            </a:r>
            <a:r>
              <a:rPr lang="en-US" sz="2000" b="1" dirty="0">
                <a:latin typeface="Garamond" panose="02020404030301010803" pitchFamily="18" charset="0"/>
              </a:rPr>
              <a:t>B2B → B2B → B2C</a:t>
            </a:r>
            <a:endParaRPr lang="en-US" sz="2000" dirty="0">
              <a:latin typeface="Garamond" panose="02020404030301010803" pitchFamily="18" charset="0"/>
            </a:endParaRPr>
          </a:p>
          <a:p>
            <a:pPr algn="just">
              <a:lnSpc>
                <a:spcPct val="150000"/>
              </a:lnSpc>
              <a:buNone/>
            </a:pPr>
            <a:r>
              <a:rPr lang="en-US" b="1" dirty="0">
                <a:latin typeface="Garamond" panose="02020404030301010803" pitchFamily="18" charset="0"/>
              </a:rPr>
              <a:t>Objectives</a:t>
            </a:r>
          </a:p>
          <a:p>
            <a:pPr algn="just">
              <a:lnSpc>
                <a:spcPct val="150000"/>
              </a:lnSpc>
              <a:buNone/>
            </a:pPr>
            <a:r>
              <a:rPr lang="en-US" dirty="0">
                <a:latin typeface="Garamond" panose="02020404030301010803" pitchFamily="18" charset="0"/>
              </a:rPr>
              <a:t>The objectives of Phase 1 are to:</a:t>
            </a:r>
          </a:p>
          <a:p>
            <a:pPr lvl="1" algn="just">
              <a:buFont typeface="Arial" panose="020B0604020202020204" pitchFamily="34" charset="0"/>
              <a:buChar char="•"/>
            </a:pPr>
            <a:r>
              <a:rPr lang="en-US" dirty="0">
                <a:latin typeface="Garamond" panose="02020404030301010803" pitchFamily="18" charset="0"/>
              </a:rPr>
              <a:t>Build a strong and sustainable retail customer base. </a:t>
            </a:r>
          </a:p>
          <a:p>
            <a:pPr lvl="1" algn="just">
              <a:lnSpc>
                <a:spcPct val="150000"/>
              </a:lnSpc>
              <a:buFont typeface="Arial" panose="020B0604020202020204" pitchFamily="34" charset="0"/>
              <a:buChar char="•"/>
            </a:pPr>
            <a:r>
              <a:rPr lang="en-US" dirty="0">
                <a:latin typeface="Garamond" panose="02020404030301010803" pitchFamily="18" charset="0"/>
              </a:rPr>
              <a:t>Develop qualified Frontier Partners. </a:t>
            </a:r>
          </a:p>
          <a:p>
            <a:pPr lvl="1" algn="just">
              <a:lnSpc>
                <a:spcPct val="150000"/>
              </a:lnSpc>
              <a:buFont typeface="Arial" panose="020B0604020202020204" pitchFamily="34" charset="0"/>
              <a:buChar char="•"/>
            </a:pPr>
            <a:r>
              <a:rPr lang="en-US" dirty="0">
                <a:latin typeface="Garamond" panose="02020404030301010803" pitchFamily="18" charset="0"/>
              </a:rPr>
              <a:t>Educate consumers about the benefits of Mega H</a:t>
            </a:r>
            <a:r>
              <a:rPr lang="en-US" baseline="30000" dirty="0">
                <a:latin typeface="Garamond" panose="02020404030301010803" pitchFamily="18" charset="0"/>
              </a:rPr>
              <a:t>®</a:t>
            </a:r>
            <a:r>
              <a:rPr lang="en-US" dirty="0">
                <a:latin typeface="Garamond" panose="02020404030301010803" pitchFamily="18" charset="0"/>
              </a:rPr>
              <a:t>. </a:t>
            </a:r>
          </a:p>
          <a:p>
            <a:pPr lvl="1" algn="just">
              <a:lnSpc>
                <a:spcPct val="150000"/>
              </a:lnSpc>
              <a:buFont typeface="Arial" panose="020B0604020202020204" pitchFamily="34" charset="0"/>
              <a:buChar char="•"/>
            </a:pPr>
            <a:r>
              <a:rPr lang="en-US" dirty="0">
                <a:latin typeface="Garamond" panose="02020404030301010803" pitchFamily="18" charset="0"/>
              </a:rPr>
              <a:t>Create market demand before launching MLM expansion. </a:t>
            </a:r>
          </a:p>
          <a:p>
            <a:pPr lvl="1" algn="just">
              <a:lnSpc>
                <a:spcPct val="150000"/>
              </a:lnSpc>
              <a:buFont typeface="Arial" panose="020B0604020202020204" pitchFamily="34" charset="0"/>
              <a:buChar char="•"/>
            </a:pPr>
            <a:r>
              <a:rPr lang="en-US" dirty="0">
                <a:latin typeface="Garamond" panose="02020404030301010803" pitchFamily="18" charset="0"/>
              </a:rPr>
              <a:t>Establish a profitable retail business without paying network override commissions. </a:t>
            </a:r>
          </a:p>
          <a:p>
            <a:pPr algn="just">
              <a:lnSpc>
                <a:spcPct val="150000"/>
              </a:lnSpc>
              <a:buNone/>
            </a:pPr>
            <a:r>
              <a:rPr lang="en-US" sz="2000" b="1" dirty="0">
                <a:latin typeface="Garamond" panose="02020404030301010803" pitchFamily="18" charset="0"/>
              </a:rPr>
              <a:t>Company Develops Frontier Partners (B2B)</a:t>
            </a:r>
          </a:p>
          <a:p>
            <a:pPr algn="just">
              <a:lnSpc>
                <a:spcPct val="150000"/>
              </a:lnSpc>
              <a:buNone/>
            </a:pPr>
            <a:r>
              <a:rPr lang="en-US" dirty="0">
                <a:latin typeface="Garamond" panose="02020404030301010803" pitchFamily="18" charset="0"/>
              </a:rPr>
              <a:t>Applicants who wish to become a </a:t>
            </a:r>
            <a:r>
              <a:rPr lang="en-US" b="1" dirty="0">
                <a:latin typeface="Garamond" panose="02020404030301010803" pitchFamily="18" charset="0"/>
              </a:rPr>
              <a:t>Frontier Partner</a:t>
            </a:r>
            <a:r>
              <a:rPr lang="en-US" dirty="0">
                <a:latin typeface="Garamond" panose="02020404030301010803" pitchFamily="18" charset="0"/>
              </a:rPr>
              <a:t> must purchase:</a:t>
            </a:r>
          </a:p>
          <a:p>
            <a:pPr algn="just">
              <a:buNone/>
            </a:pPr>
            <a:r>
              <a:rPr lang="en-US" b="1" dirty="0">
                <a:latin typeface="Garamond" panose="02020404030301010803" pitchFamily="18" charset="0"/>
              </a:rPr>
              <a:t>50 bottles of Mega H</a:t>
            </a:r>
            <a:r>
              <a:rPr lang="en-US" b="1" baseline="30000" dirty="0">
                <a:latin typeface="Garamond" panose="02020404030301010803" pitchFamily="18" charset="0"/>
              </a:rPr>
              <a:t>®</a:t>
            </a:r>
            <a:r>
              <a:rPr lang="en-US" b="1" dirty="0">
                <a:latin typeface="Garamond" panose="02020404030301010803" pitchFamily="18" charset="0"/>
              </a:rPr>
              <a:t> (MH) at RM148 per bottle.</a:t>
            </a:r>
            <a:endParaRPr lang="en-US" dirty="0">
              <a:latin typeface="Garamond" panose="02020404030301010803" pitchFamily="18" charset="0"/>
            </a:endParaRPr>
          </a:p>
          <a:p>
            <a:pPr algn="just">
              <a:lnSpc>
                <a:spcPct val="150000"/>
              </a:lnSpc>
              <a:buNone/>
            </a:pPr>
            <a:r>
              <a:rPr lang="en-US" sz="2000" b="1" dirty="0">
                <a:latin typeface="Garamond" panose="02020404030301010803" pitchFamily="18" charset="0"/>
              </a:rPr>
              <a:t>Total Purchase:</a:t>
            </a:r>
            <a:r>
              <a:rPr lang="en-US" sz="2000" dirty="0">
                <a:latin typeface="Garamond" panose="02020404030301010803" pitchFamily="18" charset="0"/>
              </a:rPr>
              <a:t> </a:t>
            </a:r>
            <a:r>
              <a:rPr lang="en-US" sz="2000" b="1" dirty="0">
                <a:latin typeface="Garamond" panose="02020404030301010803" pitchFamily="18" charset="0"/>
              </a:rPr>
              <a:t>RM7,400</a:t>
            </a:r>
            <a:endParaRPr lang="en-US" sz="2000" dirty="0">
              <a:latin typeface="Garamond" panose="02020404030301010803" pitchFamily="18" charset="0"/>
            </a:endParaRPr>
          </a:p>
        </p:txBody>
      </p:sp>
    </p:spTree>
    <p:extLst>
      <p:ext uri="{BB962C8B-B14F-4D97-AF65-F5344CB8AC3E}">
        <p14:creationId xmlns:p14="http://schemas.microsoft.com/office/powerpoint/2010/main" val="1357746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A3C6D7-C470-609A-F6B9-5275B543591E}"/>
              </a:ext>
            </a:extLst>
          </p:cNvPr>
          <p:cNvSpPr txBox="1"/>
          <p:nvPr/>
        </p:nvSpPr>
        <p:spPr>
          <a:xfrm>
            <a:off x="1868658" y="234439"/>
            <a:ext cx="8866398" cy="6389121"/>
          </a:xfrm>
          <a:prstGeom prst="rect">
            <a:avLst/>
          </a:prstGeom>
          <a:noFill/>
        </p:spPr>
        <p:txBody>
          <a:bodyPr wrap="square">
            <a:spAutoFit/>
          </a:bodyPr>
          <a:lstStyle/>
          <a:p>
            <a:pPr algn="just">
              <a:lnSpc>
                <a:spcPct val="150000"/>
              </a:lnSpc>
              <a:buNone/>
            </a:pPr>
            <a:r>
              <a:rPr lang="en-US" sz="2400" b="1" dirty="0">
                <a:latin typeface="Garamond" panose="02020404030301010803" pitchFamily="18" charset="0"/>
              </a:rPr>
              <a:t>Appointed Frontier Partners Develop New Frontier Partners (B2B)</a:t>
            </a:r>
          </a:p>
          <a:p>
            <a:pPr algn="just">
              <a:buNone/>
            </a:pPr>
            <a:r>
              <a:rPr lang="en-US" dirty="0">
                <a:latin typeface="Garamond" panose="02020404030301010803" pitchFamily="18" charset="0"/>
              </a:rPr>
              <a:t>Qualified company Appointed Frontier Partners may introduce new Frontier Partners and earn recruitment incentives as follows:</a:t>
            </a:r>
          </a:p>
          <a:p>
            <a:pPr algn="just">
              <a:lnSpc>
                <a:spcPct val="150000"/>
              </a:lnSpc>
              <a:buFont typeface="Arial" panose="020B0604020202020204" pitchFamily="34" charset="0"/>
              <a:buChar char="•"/>
            </a:pPr>
            <a:r>
              <a:rPr lang="en-US" b="1" dirty="0">
                <a:latin typeface="Garamond" panose="02020404030301010803" pitchFamily="18" charset="0"/>
              </a:rPr>
              <a:t>Level 1:</a:t>
            </a:r>
            <a:r>
              <a:rPr lang="en-US" dirty="0">
                <a:latin typeface="Garamond" panose="02020404030301010803" pitchFamily="18" charset="0"/>
              </a:rPr>
              <a:t> RM5 per MH </a:t>
            </a:r>
          </a:p>
          <a:p>
            <a:pPr algn="just">
              <a:lnSpc>
                <a:spcPct val="150000"/>
              </a:lnSpc>
              <a:buFont typeface="Arial" panose="020B0604020202020204" pitchFamily="34" charset="0"/>
              <a:buChar char="•"/>
            </a:pPr>
            <a:r>
              <a:rPr lang="en-US" b="1" dirty="0">
                <a:latin typeface="Garamond" panose="02020404030301010803" pitchFamily="18" charset="0"/>
              </a:rPr>
              <a:t>Level 2:</a:t>
            </a:r>
            <a:r>
              <a:rPr lang="en-US" dirty="0">
                <a:latin typeface="Garamond" panose="02020404030301010803" pitchFamily="18" charset="0"/>
              </a:rPr>
              <a:t> RM3 per MH </a:t>
            </a:r>
          </a:p>
          <a:p>
            <a:pPr algn="just">
              <a:lnSpc>
                <a:spcPct val="150000"/>
              </a:lnSpc>
              <a:buNone/>
            </a:pPr>
            <a:r>
              <a:rPr lang="en-US" sz="2000" b="1" dirty="0">
                <a:latin typeface="Garamond" panose="02020404030301010803" pitchFamily="18" charset="0"/>
              </a:rPr>
              <a:t>Illustration</a:t>
            </a:r>
          </a:p>
          <a:p>
            <a:pPr algn="just">
              <a:lnSpc>
                <a:spcPct val="150000"/>
              </a:lnSpc>
              <a:buNone/>
            </a:pPr>
            <a:r>
              <a:rPr lang="en-US" b="1" dirty="0">
                <a:latin typeface="Garamond" panose="02020404030301010803" pitchFamily="18" charset="0"/>
              </a:rPr>
              <a:t>Frontier A</a:t>
            </a:r>
            <a:r>
              <a:rPr lang="en-US" dirty="0">
                <a:latin typeface="Garamond" panose="02020404030301010803" pitchFamily="18" charset="0"/>
              </a:rPr>
              <a:t> recruits </a:t>
            </a:r>
            <a:r>
              <a:rPr lang="en-US" b="1" dirty="0">
                <a:latin typeface="Garamond" panose="02020404030301010803" pitchFamily="18" charset="0"/>
              </a:rPr>
              <a:t>Frontier B</a:t>
            </a:r>
            <a:r>
              <a:rPr lang="en-US" dirty="0">
                <a:latin typeface="Garamond" panose="02020404030301010803" pitchFamily="18" charset="0"/>
              </a:rPr>
              <a:t>.</a:t>
            </a:r>
          </a:p>
          <a:p>
            <a:pPr algn="just">
              <a:lnSpc>
                <a:spcPct val="150000"/>
              </a:lnSpc>
              <a:buNone/>
            </a:pPr>
            <a:r>
              <a:rPr lang="en-US" b="1" dirty="0">
                <a:latin typeface="Garamond" panose="02020404030301010803" pitchFamily="18" charset="0"/>
              </a:rPr>
              <a:t>Frontier B</a:t>
            </a:r>
            <a:r>
              <a:rPr lang="en-US" dirty="0">
                <a:latin typeface="Garamond" panose="02020404030301010803" pitchFamily="18" charset="0"/>
              </a:rPr>
              <a:t> recruits </a:t>
            </a:r>
            <a:r>
              <a:rPr lang="en-US" b="1" dirty="0">
                <a:latin typeface="Garamond" panose="02020404030301010803" pitchFamily="18" charset="0"/>
              </a:rPr>
              <a:t>Frontier C</a:t>
            </a:r>
            <a:r>
              <a:rPr lang="en-US" dirty="0">
                <a:latin typeface="Garamond" panose="02020404030301010803" pitchFamily="18" charset="0"/>
              </a:rPr>
              <a:t>.</a:t>
            </a:r>
          </a:p>
          <a:p>
            <a:pPr algn="just">
              <a:lnSpc>
                <a:spcPct val="150000"/>
              </a:lnSpc>
              <a:buNone/>
            </a:pPr>
            <a:r>
              <a:rPr lang="en-US" sz="2000" b="1" dirty="0">
                <a:solidFill>
                  <a:schemeClr val="accent1"/>
                </a:solidFill>
                <a:latin typeface="Garamond" panose="02020404030301010803" pitchFamily="18" charset="0"/>
              </a:rPr>
              <a:t>Frontier Level Incentive (FLI) </a:t>
            </a:r>
            <a:r>
              <a:rPr lang="en-US" sz="2000" b="1" dirty="0">
                <a:latin typeface="Garamond" panose="02020404030301010803" pitchFamily="18" charset="0"/>
              </a:rPr>
              <a:t>A earns:</a:t>
            </a:r>
            <a:endParaRPr lang="en-US" sz="2000" dirty="0">
              <a:latin typeface="Garamond" panose="02020404030301010803" pitchFamily="18" charset="0"/>
            </a:endParaRPr>
          </a:p>
          <a:p>
            <a:pPr lvl="1" algn="just">
              <a:lnSpc>
                <a:spcPct val="150000"/>
              </a:lnSpc>
              <a:buFont typeface="Arial" panose="020B0604020202020204" pitchFamily="34" charset="0"/>
              <a:buChar char="•"/>
            </a:pPr>
            <a:r>
              <a:rPr lang="en-US" dirty="0">
                <a:latin typeface="Garamond" panose="02020404030301010803" pitchFamily="18" charset="0"/>
              </a:rPr>
              <a:t>Frontier B: RM5 × 50 MH = </a:t>
            </a:r>
            <a:r>
              <a:rPr lang="en-US" b="1" dirty="0">
                <a:latin typeface="Garamond" panose="02020404030301010803" pitchFamily="18" charset="0"/>
              </a:rPr>
              <a:t>RM250</a:t>
            </a:r>
            <a:r>
              <a:rPr lang="en-US" dirty="0">
                <a:latin typeface="Garamond" panose="02020404030301010803" pitchFamily="18" charset="0"/>
              </a:rPr>
              <a:t> </a:t>
            </a:r>
          </a:p>
          <a:p>
            <a:pPr lvl="1" algn="just">
              <a:lnSpc>
                <a:spcPct val="150000"/>
              </a:lnSpc>
              <a:buFont typeface="Arial" panose="020B0604020202020204" pitchFamily="34" charset="0"/>
              <a:buChar char="•"/>
            </a:pPr>
            <a:r>
              <a:rPr lang="en-US" dirty="0">
                <a:latin typeface="Garamond" panose="02020404030301010803" pitchFamily="18" charset="0"/>
              </a:rPr>
              <a:t>Frontier C: RM3 × 50 MH = </a:t>
            </a:r>
            <a:r>
              <a:rPr lang="en-US" b="1" dirty="0">
                <a:latin typeface="Garamond" panose="02020404030301010803" pitchFamily="18" charset="0"/>
              </a:rPr>
              <a:t>RM150</a:t>
            </a:r>
            <a:r>
              <a:rPr lang="en-US" dirty="0">
                <a:latin typeface="Garamond" panose="02020404030301010803" pitchFamily="18" charset="0"/>
              </a:rPr>
              <a:t> </a:t>
            </a:r>
          </a:p>
          <a:p>
            <a:pPr algn="just">
              <a:lnSpc>
                <a:spcPct val="150000"/>
              </a:lnSpc>
              <a:buNone/>
            </a:pPr>
            <a:r>
              <a:rPr lang="en-US" sz="2000" b="1" dirty="0">
                <a:solidFill>
                  <a:srgbClr val="FF0000"/>
                </a:solidFill>
                <a:latin typeface="Garamond" panose="02020404030301010803" pitchFamily="18" charset="0"/>
              </a:rPr>
              <a:t>Total Income, Frontier A earns: RM400</a:t>
            </a:r>
            <a:endParaRPr lang="en-US" sz="2000" dirty="0">
              <a:solidFill>
                <a:srgbClr val="FF0000"/>
              </a:solidFill>
              <a:latin typeface="Garamond" panose="02020404030301010803" pitchFamily="18" charset="0"/>
            </a:endParaRPr>
          </a:p>
          <a:p>
            <a:pPr algn="just">
              <a:lnSpc>
                <a:spcPct val="200000"/>
              </a:lnSpc>
              <a:buNone/>
            </a:pPr>
            <a:r>
              <a:rPr lang="en-US" sz="2000" b="1" dirty="0">
                <a:solidFill>
                  <a:schemeClr val="accent1"/>
                </a:solidFill>
                <a:latin typeface="Garamond" panose="02020404030301010803" pitchFamily="18" charset="0"/>
              </a:rPr>
              <a:t>Frontier Level Incentive (FLI) </a:t>
            </a:r>
            <a:r>
              <a:rPr lang="en-US" sz="2000" b="1" dirty="0">
                <a:latin typeface="Garamond" panose="02020404030301010803" pitchFamily="18" charset="0"/>
              </a:rPr>
              <a:t>B earns:</a:t>
            </a:r>
          </a:p>
          <a:p>
            <a:pPr lvl="1" algn="just">
              <a:buFont typeface="Arial" panose="020B0604020202020204" pitchFamily="34" charset="0"/>
              <a:buChar char="•"/>
            </a:pPr>
            <a:r>
              <a:rPr lang="en-US" dirty="0">
                <a:latin typeface="Garamond" panose="02020404030301010803" pitchFamily="18" charset="0"/>
              </a:rPr>
              <a:t>Frontier C: RM5 × 50 MH = </a:t>
            </a:r>
            <a:r>
              <a:rPr lang="en-US" b="1" dirty="0">
                <a:latin typeface="Garamond" panose="02020404030301010803" pitchFamily="18" charset="0"/>
              </a:rPr>
              <a:t>RM250</a:t>
            </a:r>
          </a:p>
          <a:p>
            <a:pPr algn="just">
              <a:lnSpc>
                <a:spcPct val="150000"/>
              </a:lnSpc>
            </a:pPr>
            <a:r>
              <a:rPr lang="en-US" sz="2000" b="1" dirty="0">
                <a:solidFill>
                  <a:srgbClr val="FF0000"/>
                </a:solidFill>
                <a:latin typeface="Garamond" panose="02020404030301010803" pitchFamily="18" charset="0"/>
              </a:rPr>
              <a:t>Total Income, Frontier B earns: RM250</a:t>
            </a:r>
            <a:endParaRPr lang="en-US" sz="2000" dirty="0">
              <a:solidFill>
                <a:srgbClr val="FF0000"/>
              </a:solidFill>
              <a:latin typeface="Garamond" panose="02020404030301010803" pitchFamily="18" charset="0"/>
            </a:endParaRPr>
          </a:p>
        </p:txBody>
      </p:sp>
    </p:spTree>
    <p:extLst>
      <p:ext uri="{BB962C8B-B14F-4D97-AF65-F5344CB8AC3E}">
        <p14:creationId xmlns:p14="http://schemas.microsoft.com/office/powerpoint/2010/main" val="3969075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8D408C-D24D-BC33-69C2-88FB2E39C22F}"/>
              </a:ext>
            </a:extLst>
          </p:cNvPr>
          <p:cNvSpPr txBox="1"/>
          <p:nvPr/>
        </p:nvSpPr>
        <p:spPr>
          <a:xfrm>
            <a:off x="2508738" y="322960"/>
            <a:ext cx="7174523" cy="4308872"/>
          </a:xfrm>
          <a:prstGeom prst="rect">
            <a:avLst/>
          </a:prstGeom>
          <a:noFill/>
        </p:spPr>
        <p:txBody>
          <a:bodyPr wrap="square">
            <a:spAutoFit/>
          </a:bodyPr>
          <a:lstStyle/>
          <a:p>
            <a:pPr algn="just">
              <a:buNone/>
            </a:pPr>
            <a:r>
              <a:rPr lang="en-US" sz="2400" b="1" dirty="0">
                <a:latin typeface="Garamond" panose="02020404030301010803" pitchFamily="18" charset="0"/>
              </a:rPr>
              <a:t>Frontier Business Model Phase 1 Non-MLM</a:t>
            </a:r>
          </a:p>
          <a:p>
            <a:pPr algn="just">
              <a:lnSpc>
                <a:spcPct val="150000"/>
              </a:lnSpc>
              <a:buNone/>
            </a:pPr>
            <a:r>
              <a:rPr lang="en-US" dirty="0">
                <a:latin typeface="Garamond" panose="02020404030301010803" pitchFamily="18" charset="0"/>
              </a:rPr>
              <a:t>Each Frontier Partner may:</a:t>
            </a:r>
          </a:p>
          <a:p>
            <a:pPr algn="just">
              <a:lnSpc>
                <a:spcPct val="150000"/>
              </a:lnSpc>
              <a:buFont typeface="+mj-lt"/>
              <a:buAutoNum type="arabicPeriod"/>
            </a:pPr>
            <a:r>
              <a:rPr lang="en-US" dirty="0">
                <a:latin typeface="Garamond" panose="02020404030301010803" pitchFamily="18" charset="0"/>
              </a:rPr>
              <a:t> Sell </a:t>
            </a:r>
            <a:r>
              <a:rPr lang="en-US" b="1" dirty="0">
                <a:latin typeface="Garamond" panose="02020404030301010803" pitchFamily="18" charset="0"/>
              </a:rPr>
              <a:t>6 bottles of Mega H</a:t>
            </a:r>
            <a:r>
              <a:rPr lang="en-US" b="1" baseline="30000" dirty="0">
                <a:latin typeface="Garamond" panose="02020404030301010803" pitchFamily="18" charset="0"/>
              </a:rPr>
              <a:t>®</a:t>
            </a:r>
            <a:r>
              <a:rPr lang="en-US" dirty="0">
                <a:latin typeface="Garamond" panose="02020404030301010803" pitchFamily="18" charset="0"/>
              </a:rPr>
              <a:t> at </a:t>
            </a:r>
            <a:r>
              <a:rPr lang="en-US" b="1" dirty="0">
                <a:latin typeface="Garamond" panose="02020404030301010803" pitchFamily="18" charset="0"/>
              </a:rPr>
              <a:t>RM198 per bottle</a:t>
            </a:r>
            <a:r>
              <a:rPr lang="en-US" dirty="0">
                <a:latin typeface="Garamond" panose="02020404030301010803" pitchFamily="18" charset="0"/>
              </a:rPr>
              <a:t> to a retail customer. </a:t>
            </a:r>
          </a:p>
          <a:p>
            <a:pPr algn="just">
              <a:lnSpc>
                <a:spcPct val="150000"/>
              </a:lnSpc>
              <a:spcAft>
                <a:spcPts val="900"/>
              </a:spcAft>
              <a:buFont typeface="+mj-lt"/>
              <a:buAutoNum type="arabicPeriod"/>
            </a:pPr>
            <a:r>
              <a:rPr lang="en-US" dirty="0">
                <a:latin typeface="Garamond" panose="02020404030301010803" pitchFamily="18" charset="0"/>
              </a:rPr>
              <a:t> Register the customer as a Flantech Member. </a:t>
            </a:r>
          </a:p>
          <a:p>
            <a:pPr algn="just">
              <a:spcAft>
                <a:spcPts val="900"/>
              </a:spcAft>
              <a:buFont typeface="+mj-lt"/>
              <a:buAutoNum type="arabicPeriod"/>
            </a:pPr>
            <a:r>
              <a:rPr lang="en-US" dirty="0">
                <a:latin typeface="Garamond" panose="02020404030301010803" pitchFamily="18" charset="0"/>
              </a:rPr>
              <a:t> New prospect who upon successful registration as Flantech Asia new member (newbie) will receive </a:t>
            </a:r>
            <a:r>
              <a:rPr lang="en-US" b="1" dirty="0">
                <a:latin typeface="Garamond" panose="02020404030301010803" pitchFamily="18" charset="0"/>
              </a:rPr>
              <a:t>one (1) FREE bottle of Mega H</a:t>
            </a:r>
            <a:r>
              <a:rPr lang="en-US" b="1" baseline="30000" dirty="0">
                <a:latin typeface="Garamond" panose="02020404030301010803" pitchFamily="18" charset="0"/>
              </a:rPr>
              <a:t>®</a:t>
            </a:r>
            <a:r>
              <a:rPr lang="en-US" dirty="0">
                <a:latin typeface="Garamond" panose="02020404030301010803" pitchFamily="18" charset="0"/>
              </a:rPr>
              <a:t> send by the company. </a:t>
            </a:r>
            <a:r>
              <a:rPr lang="en-US" b="1" dirty="0">
                <a:latin typeface="Garamond" panose="02020404030301010803" pitchFamily="18" charset="0"/>
              </a:rPr>
              <a:t>Newbie pays the courier charge</a:t>
            </a:r>
            <a:r>
              <a:rPr lang="en-US" dirty="0">
                <a:latin typeface="Garamond" panose="02020404030301010803" pitchFamily="18" charset="0"/>
              </a:rPr>
              <a:t>.</a:t>
            </a:r>
          </a:p>
          <a:p>
            <a:pPr algn="just">
              <a:buFont typeface="+mj-lt"/>
              <a:buAutoNum type="arabicPeriod"/>
            </a:pPr>
            <a:r>
              <a:rPr lang="en-US" dirty="0">
                <a:latin typeface="Garamond" panose="02020404030301010803" pitchFamily="18" charset="0"/>
              </a:rPr>
              <a:t> Receive a </a:t>
            </a:r>
            <a:r>
              <a:rPr lang="en-US" b="1" dirty="0">
                <a:latin typeface="Garamond" panose="02020404030301010803" pitchFamily="18" charset="0"/>
              </a:rPr>
              <a:t>RM30 Frontier Referral Incentive (FRI)</a:t>
            </a:r>
            <a:r>
              <a:rPr lang="en-US" dirty="0">
                <a:latin typeface="Garamond" panose="02020404030301010803" pitchFamily="18" charset="0"/>
              </a:rPr>
              <a:t> for every successful registration. </a:t>
            </a:r>
          </a:p>
          <a:p>
            <a:pPr algn="just">
              <a:spcBef>
                <a:spcPts val="1200"/>
              </a:spcBef>
              <a:buFont typeface="+mj-lt"/>
              <a:buAutoNum type="arabicPeriod"/>
            </a:pPr>
            <a:r>
              <a:rPr lang="en-US" dirty="0">
                <a:latin typeface="Garamond" panose="02020404030301010803" pitchFamily="18" charset="0"/>
              </a:rPr>
              <a:t> Each Frontier Partner may earn </a:t>
            </a:r>
            <a:r>
              <a:rPr lang="en-US" b="1" dirty="0">
                <a:latin typeface="Garamond" panose="02020404030301010803" pitchFamily="18" charset="0"/>
              </a:rPr>
              <a:t>Frontier</a:t>
            </a:r>
            <a:r>
              <a:rPr lang="en-US" dirty="0">
                <a:latin typeface="Garamond" panose="02020404030301010803" pitchFamily="18" charset="0"/>
              </a:rPr>
              <a:t> </a:t>
            </a:r>
            <a:r>
              <a:rPr lang="en-US" b="1" dirty="0">
                <a:latin typeface="Garamond" panose="02020404030301010803" pitchFamily="18" charset="0"/>
              </a:rPr>
              <a:t>Referral</a:t>
            </a:r>
            <a:r>
              <a:rPr lang="en-US" dirty="0">
                <a:latin typeface="Garamond" panose="02020404030301010803" pitchFamily="18" charset="0"/>
              </a:rPr>
              <a:t> </a:t>
            </a:r>
            <a:r>
              <a:rPr lang="en-US" b="1" dirty="0">
                <a:latin typeface="Garamond" panose="02020404030301010803" pitchFamily="18" charset="0"/>
              </a:rPr>
              <a:t>Incentive</a:t>
            </a:r>
            <a:r>
              <a:rPr lang="en-US" dirty="0">
                <a:latin typeface="Garamond" panose="02020404030301010803" pitchFamily="18" charset="0"/>
              </a:rPr>
              <a:t> (</a:t>
            </a:r>
            <a:r>
              <a:rPr lang="en-US" b="1" dirty="0">
                <a:latin typeface="Garamond" panose="02020404030301010803" pitchFamily="18" charset="0"/>
              </a:rPr>
              <a:t>FRI</a:t>
            </a:r>
            <a:r>
              <a:rPr lang="en-US" dirty="0">
                <a:latin typeface="Garamond" panose="02020404030301010803" pitchFamily="18" charset="0"/>
              </a:rPr>
              <a:t>) for up to </a:t>
            </a:r>
            <a:r>
              <a:rPr lang="en-US" b="1" dirty="0">
                <a:latin typeface="Garamond" panose="02020404030301010803" pitchFamily="18" charset="0"/>
              </a:rPr>
              <a:t>eight (8) new member registrations per 50 Mega H</a:t>
            </a:r>
            <a:r>
              <a:rPr lang="en-US" b="1" baseline="30000" dirty="0">
                <a:latin typeface="Garamond" panose="02020404030301010803" pitchFamily="18" charset="0"/>
              </a:rPr>
              <a:t>®</a:t>
            </a:r>
            <a:r>
              <a:rPr lang="en-US" b="1" dirty="0">
                <a:latin typeface="Garamond" panose="02020404030301010803" pitchFamily="18" charset="0"/>
              </a:rPr>
              <a:t> purchase order</a:t>
            </a:r>
            <a:r>
              <a:rPr lang="en-US" dirty="0">
                <a:latin typeface="Garamond" panose="02020404030301010803" pitchFamily="18" charset="0"/>
              </a:rPr>
              <a:t>, for a maximum incentive of </a:t>
            </a:r>
            <a:r>
              <a:rPr lang="en-US" b="1" dirty="0">
                <a:latin typeface="Garamond" panose="02020404030301010803" pitchFamily="18" charset="0"/>
              </a:rPr>
              <a:t>RM240</a:t>
            </a:r>
            <a:r>
              <a:rPr lang="en-US" dirty="0">
                <a:latin typeface="Garamond" panose="02020404030301010803" pitchFamily="18" charset="0"/>
              </a:rPr>
              <a:t>.</a:t>
            </a:r>
          </a:p>
        </p:txBody>
      </p:sp>
      <p:sp>
        <p:nvSpPr>
          <p:cNvPr id="4" name="TextBox 3">
            <a:extLst>
              <a:ext uri="{FF2B5EF4-FFF2-40B4-BE49-F238E27FC236}">
                <a16:creationId xmlns:a16="http://schemas.microsoft.com/office/drawing/2014/main" id="{E08DD94B-755F-CF3B-11E0-C43F653F17A4}"/>
              </a:ext>
            </a:extLst>
          </p:cNvPr>
          <p:cNvSpPr txBox="1"/>
          <p:nvPr/>
        </p:nvSpPr>
        <p:spPr>
          <a:xfrm>
            <a:off x="4979154" y="4820674"/>
            <a:ext cx="1670265" cy="369332"/>
          </a:xfrm>
          <a:prstGeom prst="rect">
            <a:avLst/>
          </a:prstGeom>
          <a:noFill/>
        </p:spPr>
        <p:txBody>
          <a:bodyPr wrap="none" rtlCol="0">
            <a:spAutoFit/>
          </a:bodyPr>
          <a:lstStyle/>
          <a:p>
            <a:r>
              <a:rPr lang="en-US" dirty="0"/>
              <a:t>Frontier = 7400</a:t>
            </a:r>
          </a:p>
        </p:txBody>
      </p:sp>
      <p:sp>
        <p:nvSpPr>
          <p:cNvPr id="6" name="TextBox 5">
            <a:extLst>
              <a:ext uri="{FF2B5EF4-FFF2-40B4-BE49-F238E27FC236}">
                <a16:creationId xmlns:a16="http://schemas.microsoft.com/office/drawing/2014/main" id="{85719158-600A-DB95-1AFC-41C9C29CB11B}"/>
              </a:ext>
            </a:extLst>
          </p:cNvPr>
          <p:cNvSpPr txBox="1"/>
          <p:nvPr/>
        </p:nvSpPr>
        <p:spPr>
          <a:xfrm>
            <a:off x="4979154" y="5177680"/>
            <a:ext cx="1491114" cy="369332"/>
          </a:xfrm>
          <a:prstGeom prst="rect">
            <a:avLst/>
          </a:prstGeom>
          <a:noFill/>
        </p:spPr>
        <p:txBody>
          <a:bodyPr wrap="none" rtlCol="0">
            <a:spAutoFit/>
          </a:bodyPr>
          <a:lstStyle/>
          <a:p>
            <a:r>
              <a:rPr lang="en-US" dirty="0"/>
              <a:t>L1 &amp; L2 = 400</a:t>
            </a:r>
          </a:p>
        </p:txBody>
      </p:sp>
      <p:sp>
        <p:nvSpPr>
          <p:cNvPr id="8" name="TextBox 7">
            <a:extLst>
              <a:ext uri="{FF2B5EF4-FFF2-40B4-BE49-F238E27FC236}">
                <a16:creationId xmlns:a16="http://schemas.microsoft.com/office/drawing/2014/main" id="{F3543AD2-1638-ABBB-CAC1-B7ED57BF6406}"/>
              </a:ext>
            </a:extLst>
          </p:cNvPr>
          <p:cNvSpPr txBox="1"/>
          <p:nvPr/>
        </p:nvSpPr>
        <p:spPr>
          <a:xfrm>
            <a:off x="4979154" y="5580016"/>
            <a:ext cx="1091966" cy="369332"/>
          </a:xfrm>
          <a:prstGeom prst="rect">
            <a:avLst/>
          </a:prstGeom>
          <a:noFill/>
        </p:spPr>
        <p:txBody>
          <a:bodyPr wrap="none" rtlCol="0">
            <a:spAutoFit/>
          </a:bodyPr>
          <a:lstStyle/>
          <a:p>
            <a:r>
              <a:rPr lang="en-US" dirty="0"/>
              <a:t>FRI = 240</a:t>
            </a:r>
          </a:p>
        </p:txBody>
      </p:sp>
      <p:sp>
        <p:nvSpPr>
          <p:cNvPr id="10" name="TextBox 9">
            <a:extLst>
              <a:ext uri="{FF2B5EF4-FFF2-40B4-BE49-F238E27FC236}">
                <a16:creationId xmlns:a16="http://schemas.microsoft.com/office/drawing/2014/main" id="{9115A860-C072-CAD7-1A2F-A74BCD9882AF}"/>
              </a:ext>
            </a:extLst>
          </p:cNvPr>
          <p:cNvSpPr txBox="1"/>
          <p:nvPr/>
        </p:nvSpPr>
        <p:spPr>
          <a:xfrm>
            <a:off x="4981719" y="5982352"/>
            <a:ext cx="2510624" cy="276999"/>
          </a:xfrm>
          <a:prstGeom prst="rect">
            <a:avLst/>
          </a:prstGeom>
          <a:noFill/>
        </p:spPr>
        <p:txBody>
          <a:bodyPr wrap="none" rtlCol="0">
            <a:spAutoFit/>
          </a:bodyPr>
          <a:lstStyle/>
          <a:p>
            <a:r>
              <a:rPr lang="en-US" sz="1200" dirty="0"/>
              <a:t>7400-400-240-58X10-58X60 = 2700</a:t>
            </a:r>
          </a:p>
        </p:txBody>
      </p:sp>
      <p:sp>
        <p:nvSpPr>
          <p:cNvPr id="12" name="TextBox 11">
            <a:extLst>
              <a:ext uri="{FF2B5EF4-FFF2-40B4-BE49-F238E27FC236}">
                <a16:creationId xmlns:a16="http://schemas.microsoft.com/office/drawing/2014/main" id="{2362BD39-80E5-E37A-0AEC-53C1986CCA46}"/>
              </a:ext>
            </a:extLst>
          </p:cNvPr>
          <p:cNvSpPr txBox="1"/>
          <p:nvPr/>
        </p:nvSpPr>
        <p:spPr>
          <a:xfrm>
            <a:off x="4979154" y="6266494"/>
            <a:ext cx="1337226" cy="276999"/>
          </a:xfrm>
          <a:prstGeom prst="rect">
            <a:avLst/>
          </a:prstGeom>
          <a:noFill/>
        </p:spPr>
        <p:txBody>
          <a:bodyPr wrap="none" rtlCol="0">
            <a:spAutoFit/>
          </a:bodyPr>
          <a:lstStyle/>
          <a:p>
            <a:r>
              <a:rPr lang="en-US" sz="1200" dirty="0"/>
              <a:t>2700 ÷ 58 = 46.55</a:t>
            </a:r>
          </a:p>
        </p:txBody>
      </p:sp>
      <p:sp>
        <p:nvSpPr>
          <p:cNvPr id="14" name="TextBox 13">
            <a:extLst>
              <a:ext uri="{FF2B5EF4-FFF2-40B4-BE49-F238E27FC236}">
                <a16:creationId xmlns:a16="http://schemas.microsoft.com/office/drawing/2014/main" id="{578E56AB-3C10-46A9-4FE0-6821192FDA99}"/>
              </a:ext>
            </a:extLst>
          </p:cNvPr>
          <p:cNvSpPr txBox="1"/>
          <p:nvPr/>
        </p:nvSpPr>
        <p:spPr>
          <a:xfrm>
            <a:off x="2508738" y="4808348"/>
            <a:ext cx="2190921" cy="369332"/>
          </a:xfrm>
          <a:prstGeom prst="rect">
            <a:avLst/>
          </a:prstGeom>
          <a:noFill/>
        </p:spPr>
        <p:txBody>
          <a:bodyPr wrap="none" rtlCol="0">
            <a:spAutoFit/>
          </a:bodyPr>
          <a:lstStyle/>
          <a:p>
            <a:r>
              <a:rPr lang="en-US" b="1" dirty="0">
                <a:solidFill>
                  <a:srgbClr val="0070C0"/>
                </a:solidFill>
              </a:rPr>
              <a:t>INVESTOR INCOME</a:t>
            </a:r>
          </a:p>
        </p:txBody>
      </p:sp>
    </p:spTree>
    <p:extLst>
      <p:ext uri="{BB962C8B-B14F-4D97-AF65-F5344CB8AC3E}">
        <p14:creationId xmlns:p14="http://schemas.microsoft.com/office/powerpoint/2010/main" val="486035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0E8227-69A5-12E3-F11E-9A28CD359DC7}"/>
              </a:ext>
            </a:extLst>
          </p:cNvPr>
          <p:cNvSpPr txBox="1"/>
          <p:nvPr/>
        </p:nvSpPr>
        <p:spPr>
          <a:xfrm>
            <a:off x="1406569" y="797528"/>
            <a:ext cx="9111405" cy="523220"/>
          </a:xfrm>
          <a:prstGeom prst="rect">
            <a:avLst/>
          </a:prstGeom>
          <a:noFill/>
        </p:spPr>
        <p:txBody>
          <a:bodyPr wrap="none" rtlCol="0">
            <a:spAutoFit/>
          </a:bodyPr>
          <a:lstStyle/>
          <a:p>
            <a:pPr algn="ctr"/>
            <a:r>
              <a:rPr lang="en-US" sz="2800" b="1" dirty="0">
                <a:latin typeface="Garamond" panose="02020404030301010803" pitchFamily="18" charset="0"/>
              </a:rPr>
              <a:t>PROJECTED INCOME FOR A FRONTIER PARTNER:</a:t>
            </a:r>
          </a:p>
        </p:txBody>
      </p:sp>
      <p:sp>
        <p:nvSpPr>
          <p:cNvPr id="5" name="TextBox 4">
            <a:extLst>
              <a:ext uri="{FF2B5EF4-FFF2-40B4-BE49-F238E27FC236}">
                <a16:creationId xmlns:a16="http://schemas.microsoft.com/office/drawing/2014/main" id="{738EF783-CFC3-1D66-BCA5-2570CB604691}"/>
              </a:ext>
            </a:extLst>
          </p:cNvPr>
          <p:cNvSpPr txBox="1"/>
          <p:nvPr/>
        </p:nvSpPr>
        <p:spPr>
          <a:xfrm>
            <a:off x="3666744" y="1572768"/>
            <a:ext cx="4004622" cy="369332"/>
          </a:xfrm>
          <a:prstGeom prst="rect">
            <a:avLst/>
          </a:prstGeom>
          <a:noFill/>
        </p:spPr>
        <p:txBody>
          <a:bodyPr wrap="none" rtlCol="0">
            <a:spAutoFit/>
          </a:bodyPr>
          <a:lstStyle/>
          <a:p>
            <a:r>
              <a:rPr lang="en-US" dirty="0">
                <a:latin typeface="Garamond" panose="02020404030301010803" pitchFamily="18" charset="0"/>
              </a:rPr>
              <a:t>Sell 50 MH </a:t>
            </a:r>
            <a:r>
              <a:rPr lang="en-US" dirty="0">
                <a:latin typeface="Garamond" panose="02020404030301010803" pitchFamily="18" charset="0"/>
                <a:sym typeface="Wingdings" panose="05000000000000000000" pitchFamily="2" charset="2"/>
              </a:rPr>
              <a:t> RM198 x 50 = RM9,900.00</a:t>
            </a:r>
            <a:endParaRPr lang="en-US" dirty="0">
              <a:latin typeface="Garamond" panose="02020404030301010803" pitchFamily="18" charset="0"/>
            </a:endParaRPr>
          </a:p>
        </p:txBody>
      </p:sp>
      <p:sp>
        <p:nvSpPr>
          <p:cNvPr id="6" name="TextBox 5">
            <a:extLst>
              <a:ext uri="{FF2B5EF4-FFF2-40B4-BE49-F238E27FC236}">
                <a16:creationId xmlns:a16="http://schemas.microsoft.com/office/drawing/2014/main" id="{2531993F-51C0-3EEC-391D-31B5909AF7E8}"/>
              </a:ext>
            </a:extLst>
          </p:cNvPr>
          <p:cNvSpPr txBox="1"/>
          <p:nvPr/>
        </p:nvSpPr>
        <p:spPr>
          <a:xfrm>
            <a:off x="3666744" y="1889236"/>
            <a:ext cx="4107215" cy="369332"/>
          </a:xfrm>
          <a:prstGeom prst="rect">
            <a:avLst/>
          </a:prstGeom>
          <a:noFill/>
        </p:spPr>
        <p:txBody>
          <a:bodyPr wrap="none" rtlCol="0">
            <a:spAutoFit/>
          </a:bodyPr>
          <a:lstStyle/>
          <a:p>
            <a:r>
              <a:rPr lang="en-US" dirty="0">
                <a:latin typeface="Garamond" panose="02020404030301010803" pitchFamily="18" charset="0"/>
              </a:rPr>
              <a:t>Cost 50 MH </a:t>
            </a:r>
            <a:r>
              <a:rPr lang="en-US" dirty="0">
                <a:latin typeface="Garamond" panose="02020404030301010803" pitchFamily="18" charset="0"/>
                <a:sym typeface="Wingdings" panose="05000000000000000000" pitchFamily="2" charset="2"/>
              </a:rPr>
              <a:t> RM148 x 50 = RM7,400.00</a:t>
            </a:r>
            <a:endParaRPr lang="en-US" dirty="0">
              <a:latin typeface="Garamond" panose="02020404030301010803" pitchFamily="18" charset="0"/>
            </a:endParaRPr>
          </a:p>
        </p:txBody>
      </p:sp>
      <p:sp>
        <p:nvSpPr>
          <p:cNvPr id="7" name="TextBox 6">
            <a:extLst>
              <a:ext uri="{FF2B5EF4-FFF2-40B4-BE49-F238E27FC236}">
                <a16:creationId xmlns:a16="http://schemas.microsoft.com/office/drawing/2014/main" id="{22E7F593-CDB3-91CB-0816-507D3D574C36}"/>
              </a:ext>
            </a:extLst>
          </p:cNvPr>
          <p:cNvSpPr txBox="1"/>
          <p:nvPr/>
        </p:nvSpPr>
        <p:spPr>
          <a:xfrm>
            <a:off x="5674406" y="2208171"/>
            <a:ext cx="2234907" cy="369332"/>
          </a:xfrm>
          <a:prstGeom prst="rect">
            <a:avLst/>
          </a:prstGeom>
          <a:noFill/>
        </p:spPr>
        <p:txBody>
          <a:bodyPr wrap="none" rtlCol="0">
            <a:spAutoFit/>
          </a:bodyPr>
          <a:lstStyle/>
          <a:p>
            <a:r>
              <a:rPr lang="en-US" b="1" dirty="0">
                <a:latin typeface="Garamond" panose="02020404030301010803" pitchFamily="18" charset="0"/>
              </a:rPr>
              <a:t>Profit = RM2,500.00 </a:t>
            </a:r>
          </a:p>
        </p:txBody>
      </p:sp>
      <p:sp>
        <p:nvSpPr>
          <p:cNvPr id="8" name="TextBox 7">
            <a:extLst>
              <a:ext uri="{FF2B5EF4-FFF2-40B4-BE49-F238E27FC236}">
                <a16:creationId xmlns:a16="http://schemas.microsoft.com/office/drawing/2014/main" id="{749EED52-E0EA-715E-C548-4DF5340F6DEA}"/>
              </a:ext>
            </a:extLst>
          </p:cNvPr>
          <p:cNvSpPr txBox="1"/>
          <p:nvPr/>
        </p:nvSpPr>
        <p:spPr>
          <a:xfrm>
            <a:off x="3666744" y="2535359"/>
            <a:ext cx="4883196" cy="369332"/>
          </a:xfrm>
          <a:prstGeom prst="rect">
            <a:avLst/>
          </a:prstGeom>
          <a:noFill/>
        </p:spPr>
        <p:txBody>
          <a:bodyPr wrap="none" rtlCol="0">
            <a:spAutoFit/>
          </a:bodyPr>
          <a:lstStyle/>
          <a:p>
            <a:r>
              <a:rPr lang="en-US" b="1" dirty="0">
                <a:latin typeface="Garamond" panose="02020404030301010803" pitchFamily="18" charset="0"/>
              </a:rPr>
              <a:t>Frontier Referral Incentive (FRI) = RM240.00 </a:t>
            </a:r>
          </a:p>
        </p:txBody>
      </p:sp>
      <p:sp>
        <p:nvSpPr>
          <p:cNvPr id="9" name="TextBox 8">
            <a:extLst>
              <a:ext uri="{FF2B5EF4-FFF2-40B4-BE49-F238E27FC236}">
                <a16:creationId xmlns:a16="http://schemas.microsoft.com/office/drawing/2014/main" id="{A4E655CF-3089-993C-2FFE-0E23DAAF7A5E}"/>
              </a:ext>
            </a:extLst>
          </p:cNvPr>
          <p:cNvSpPr txBox="1"/>
          <p:nvPr/>
        </p:nvSpPr>
        <p:spPr>
          <a:xfrm>
            <a:off x="4661380" y="3098925"/>
            <a:ext cx="3096489" cy="461665"/>
          </a:xfrm>
          <a:prstGeom prst="rect">
            <a:avLst/>
          </a:prstGeom>
          <a:noFill/>
        </p:spPr>
        <p:txBody>
          <a:bodyPr wrap="none" rtlCol="0">
            <a:spAutoFit/>
          </a:bodyPr>
          <a:lstStyle/>
          <a:p>
            <a:r>
              <a:rPr lang="en-US" sz="2400" b="1" dirty="0">
                <a:latin typeface="Garamond" panose="02020404030301010803" pitchFamily="18" charset="0"/>
              </a:rPr>
              <a:t>TOTAL = RM2,740.00</a:t>
            </a:r>
          </a:p>
        </p:txBody>
      </p:sp>
      <p:sp>
        <p:nvSpPr>
          <p:cNvPr id="15" name="TextBox 14">
            <a:extLst>
              <a:ext uri="{FF2B5EF4-FFF2-40B4-BE49-F238E27FC236}">
                <a16:creationId xmlns:a16="http://schemas.microsoft.com/office/drawing/2014/main" id="{FA4F98F3-E485-F3FD-E563-3BF8CE027140}"/>
              </a:ext>
            </a:extLst>
          </p:cNvPr>
          <p:cNvSpPr txBox="1"/>
          <p:nvPr/>
        </p:nvSpPr>
        <p:spPr>
          <a:xfrm>
            <a:off x="1524988" y="4279392"/>
            <a:ext cx="2385012" cy="461665"/>
          </a:xfrm>
          <a:prstGeom prst="rect">
            <a:avLst/>
          </a:prstGeom>
          <a:noFill/>
        </p:spPr>
        <p:txBody>
          <a:bodyPr wrap="none" rtlCol="0">
            <a:spAutoFit/>
          </a:bodyPr>
          <a:lstStyle/>
          <a:p>
            <a:r>
              <a:rPr lang="en-US" sz="2400" b="1" dirty="0"/>
              <a:t>Frontier</a:t>
            </a:r>
            <a:r>
              <a:rPr lang="en-US" dirty="0"/>
              <a:t> </a:t>
            </a:r>
            <a:r>
              <a:rPr lang="en-US" sz="2400" b="1" dirty="0"/>
              <a:t>income</a:t>
            </a:r>
          </a:p>
        </p:txBody>
      </p:sp>
      <p:sp>
        <p:nvSpPr>
          <p:cNvPr id="17" name="TextBox 16">
            <a:extLst>
              <a:ext uri="{FF2B5EF4-FFF2-40B4-BE49-F238E27FC236}">
                <a16:creationId xmlns:a16="http://schemas.microsoft.com/office/drawing/2014/main" id="{BEFBBB5C-BC8D-56F1-E359-4FE73B7ACF25}"/>
              </a:ext>
            </a:extLst>
          </p:cNvPr>
          <p:cNvSpPr txBox="1"/>
          <p:nvPr/>
        </p:nvSpPr>
        <p:spPr>
          <a:xfrm>
            <a:off x="4661380" y="4648724"/>
            <a:ext cx="4551502" cy="369332"/>
          </a:xfrm>
          <a:prstGeom prst="rect">
            <a:avLst/>
          </a:prstGeom>
          <a:noFill/>
        </p:spPr>
        <p:txBody>
          <a:bodyPr wrap="none" rtlCol="0">
            <a:spAutoFit/>
          </a:bodyPr>
          <a:lstStyle/>
          <a:p>
            <a:r>
              <a:rPr lang="en-US" dirty="0"/>
              <a:t>158 x 8 MH + (158-148) x 50 MH + 240 = 2004</a:t>
            </a:r>
          </a:p>
        </p:txBody>
      </p:sp>
      <p:sp>
        <p:nvSpPr>
          <p:cNvPr id="19" name="TextBox 18">
            <a:extLst>
              <a:ext uri="{FF2B5EF4-FFF2-40B4-BE49-F238E27FC236}">
                <a16:creationId xmlns:a16="http://schemas.microsoft.com/office/drawing/2014/main" id="{E91E42F6-EB36-2324-33FC-21CFA18A3F7E}"/>
              </a:ext>
            </a:extLst>
          </p:cNvPr>
          <p:cNvSpPr txBox="1"/>
          <p:nvPr/>
        </p:nvSpPr>
        <p:spPr>
          <a:xfrm>
            <a:off x="4661380" y="4931294"/>
            <a:ext cx="3924472" cy="369332"/>
          </a:xfrm>
          <a:prstGeom prst="rect">
            <a:avLst/>
          </a:prstGeom>
          <a:noFill/>
        </p:spPr>
        <p:txBody>
          <a:bodyPr wrap="none" rtlCol="0">
            <a:spAutoFit/>
          </a:bodyPr>
          <a:lstStyle/>
          <a:p>
            <a:r>
              <a:rPr lang="en-US" dirty="0"/>
              <a:t>2004 ÷ 158x58 = 2004 ÷ 9164  = 21.8%</a:t>
            </a:r>
          </a:p>
        </p:txBody>
      </p:sp>
      <p:sp>
        <p:nvSpPr>
          <p:cNvPr id="21" name="TextBox 20">
            <a:extLst>
              <a:ext uri="{FF2B5EF4-FFF2-40B4-BE49-F238E27FC236}">
                <a16:creationId xmlns:a16="http://schemas.microsoft.com/office/drawing/2014/main" id="{D0BB9BAE-D0C8-4051-CCBE-D66BC3084233}"/>
              </a:ext>
            </a:extLst>
          </p:cNvPr>
          <p:cNvSpPr txBox="1"/>
          <p:nvPr/>
        </p:nvSpPr>
        <p:spPr>
          <a:xfrm>
            <a:off x="4661380" y="5638954"/>
            <a:ext cx="4551502" cy="369332"/>
          </a:xfrm>
          <a:prstGeom prst="rect">
            <a:avLst/>
          </a:prstGeom>
          <a:noFill/>
        </p:spPr>
        <p:txBody>
          <a:bodyPr wrap="none" rtlCol="0">
            <a:spAutoFit/>
          </a:bodyPr>
          <a:lstStyle/>
          <a:p>
            <a:r>
              <a:rPr lang="en-US" dirty="0"/>
              <a:t>198 x 8 MH + (198-148) x 50 MH + 240 = 4324</a:t>
            </a:r>
          </a:p>
        </p:txBody>
      </p:sp>
      <p:sp>
        <p:nvSpPr>
          <p:cNvPr id="23" name="TextBox 22">
            <a:extLst>
              <a:ext uri="{FF2B5EF4-FFF2-40B4-BE49-F238E27FC236}">
                <a16:creationId xmlns:a16="http://schemas.microsoft.com/office/drawing/2014/main" id="{A720E9AB-D583-2B1C-464D-63F0FA7C85C3}"/>
              </a:ext>
            </a:extLst>
          </p:cNvPr>
          <p:cNvSpPr txBox="1"/>
          <p:nvPr/>
        </p:nvSpPr>
        <p:spPr>
          <a:xfrm>
            <a:off x="4661380" y="5921524"/>
            <a:ext cx="4113627" cy="369332"/>
          </a:xfrm>
          <a:prstGeom prst="rect">
            <a:avLst/>
          </a:prstGeom>
          <a:noFill/>
        </p:spPr>
        <p:txBody>
          <a:bodyPr wrap="none" rtlCol="0">
            <a:spAutoFit/>
          </a:bodyPr>
          <a:lstStyle/>
          <a:p>
            <a:r>
              <a:rPr lang="en-US" dirty="0"/>
              <a:t>4324 ÷ 198x58 = 4324 ÷ 11,484  = 37.7%</a:t>
            </a:r>
          </a:p>
        </p:txBody>
      </p:sp>
      <p:sp>
        <p:nvSpPr>
          <p:cNvPr id="25" name="TextBox 24">
            <a:extLst>
              <a:ext uri="{FF2B5EF4-FFF2-40B4-BE49-F238E27FC236}">
                <a16:creationId xmlns:a16="http://schemas.microsoft.com/office/drawing/2014/main" id="{4392EC73-251F-A3AF-1C28-3D563E837558}"/>
              </a:ext>
            </a:extLst>
          </p:cNvPr>
          <p:cNvSpPr txBox="1"/>
          <p:nvPr/>
        </p:nvSpPr>
        <p:spPr>
          <a:xfrm>
            <a:off x="4661380" y="5266728"/>
            <a:ext cx="500458" cy="369332"/>
          </a:xfrm>
          <a:prstGeom prst="rect">
            <a:avLst/>
          </a:prstGeom>
          <a:noFill/>
        </p:spPr>
        <p:txBody>
          <a:bodyPr wrap="none" rtlCol="0">
            <a:spAutoFit/>
          </a:bodyPr>
          <a:lstStyle/>
          <a:p>
            <a:r>
              <a:rPr lang="en-US" b="1" dirty="0">
                <a:solidFill>
                  <a:srgbClr val="0070C0"/>
                </a:solidFill>
              </a:rPr>
              <a:t>OR</a:t>
            </a:r>
          </a:p>
        </p:txBody>
      </p:sp>
    </p:spTree>
    <p:extLst>
      <p:ext uri="{BB962C8B-B14F-4D97-AF65-F5344CB8AC3E}">
        <p14:creationId xmlns:p14="http://schemas.microsoft.com/office/powerpoint/2010/main" val="1492680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C7A0DA1-DA3F-4BB3-0F8A-7AAFEAEE180F}"/>
              </a:ext>
            </a:extLst>
          </p:cNvPr>
          <p:cNvSpPr txBox="1"/>
          <p:nvPr/>
        </p:nvSpPr>
        <p:spPr>
          <a:xfrm>
            <a:off x="868482" y="520998"/>
            <a:ext cx="2417650" cy="369332"/>
          </a:xfrm>
          <a:prstGeom prst="rect">
            <a:avLst/>
          </a:prstGeom>
          <a:noFill/>
        </p:spPr>
        <p:txBody>
          <a:bodyPr wrap="none" rtlCol="0">
            <a:spAutoFit/>
          </a:bodyPr>
          <a:lstStyle/>
          <a:p>
            <a:r>
              <a:rPr lang="en-US" dirty="0">
                <a:latin typeface="Garamond" panose="02020404030301010803" pitchFamily="18" charset="0"/>
              </a:rPr>
              <a:t>138  x 50MH = RM6900</a:t>
            </a:r>
          </a:p>
        </p:txBody>
      </p:sp>
      <p:sp>
        <p:nvSpPr>
          <p:cNvPr id="19" name="TextBox 18">
            <a:extLst>
              <a:ext uri="{FF2B5EF4-FFF2-40B4-BE49-F238E27FC236}">
                <a16:creationId xmlns:a16="http://schemas.microsoft.com/office/drawing/2014/main" id="{98CE88D6-D986-D062-DB7F-B412D9B07A68}"/>
              </a:ext>
            </a:extLst>
          </p:cNvPr>
          <p:cNvSpPr txBox="1"/>
          <p:nvPr/>
        </p:nvSpPr>
        <p:spPr>
          <a:xfrm>
            <a:off x="873722" y="1500091"/>
            <a:ext cx="4733988" cy="369332"/>
          </a:xfrm>
          <a:prstGeom prst="rect">
            <a:avLst/>
          </a:prstGeom>
          <a:noFill/>
        </p:spPr>
        <p:txBody>
          <a:bodyPr wrap="none" rtlCol="0">
            <a:spAutoFit/>
          </a:bodyPr>
          <a:lstStyle/>
          <a:p>
            <a:r>
              <a:rPr lang="en-US" dirty="0">
                <a:latin typeface="Garamond" panose="02020404030301010803" pitchFamily="18" charset="0"/>
              </a:rPr>
              <a:t>FLI</a:t>
            </a:r>
            <a:r>
              <a:rPr lang="en-US" baseline="-25000" dirty="0">
                <a:latin typeface="Garamond" panose="02020404030301010803" pitchFamily="18" charset="0"/>
              </a:rPr>
              <a:t>L1 &amp; l2</a:t>
            </a:r>
            <a:r>
              <a:rPr lang="en-US" dirty="0">
                <a:latin typeface="Garamond" panose="02020404030301010803" pitchFamily="18" charset="0"/>
              </a:rPr>
              <a:t> = (RM5</a:t>
            </a:r>
            <a:r>
              <a:rPr lang="en-US" baseline="-25000" dirty="0">
                <a:latin typeface="Garamond" panose="02020404030301010803" pitchFamily="18" charset="0"/>
              </a:rPr>
              <a:t>L1</a:t>
            </a:r>
            <a:r>
              <a:rPr lang="en-US" dirty="0">
                <a:latin typeface="Garamond" panose="02020404030301010803" pitchFamily="18" charset="0"/>
              </a:rPr>
              <a:t> + RM3</a:t>
            </a:r>
            <a:r>
              <a:rPr lang="en-US" baseline="-25000" dirty="0">
                <a:latin typeface="Garamond" panose="02020404030301010803" pitchFamily="18" charset="0"/>
              </a:rPr>
              <a:t>L2</a:t>
            </a:r>
            <a:r>
              <a:rPr lang="en-US" dirty="0">
                <a:latin typeface="Garamond" panose="02020404030301010803" pitchFamily="18" charset="0"/>
              </a:rPr>
              <a:t>) x 50MH = RM400 </a:t>
            </a:r>
            <a:endParaRPr lang="en-US" dirty="0">
              <a:solidFill>
                <a:srgbClr val="0070C0"/>
              </a:solidFill>
              <a:latin typeface="Garamond" panose="02020404030301010803" pitchFamily="18" charset="0"/>
            </a:endParaRPr>
          </a:p>
        </p:txBody>
      </p:sp>
      <p:sp>
        <p:nvSpPr>
          <p:cNvPr id="21" name="TextBox 20">
            <a:extLst>
              <a:ext uri="{FF2B5EF4-FFF2-40B4-BE49-F238E27FC236}">
                <a16:creationId xmlns:a16="http://schemas.microsoft.com/office/drawing/2014/main" id="{F980E39C-3F9F-8E28-217B-FD35A9CB2F0B}"/>
              </a:ext>
            </a:extLst>
          </p:cNvPr>
          <p:cNvSpPr txBox="1"/>
          <p:nvPr/>
        </p:nvSpPr>
        <p:spPr>
          <a:xfrm>
            <a:off x="873465" y="1808274"/>
            <a:ext cx="3470822" cy="369332"/>
          </a:xfrm>
          <a:prstGeom prst="rect">
            <a:avLst/>
          </a:prstGeom>
          <a:noFill/>
        </p:spPr>
        <p:txBody>
          <a:bodyPr wrap="none" rtlCol="0">
            <a:spAutoFit/>
          </a:bodyPr>
          <a:lstStyle/>
          <a:p>
            <a:r>
              <a:rPr lang="en-US" dirty="0">
                <a:latin typeface="Garamond" panose="02020404030301010803" pitchFamily="18" charset="0"/>
              </a:rPr>
              <a:t>FRI= 8 newbies x RM30 = RM240 </a:t>
            </a:r>
          </a:p>
        </p:txBody>
      </p:sp>
      <p:sp>
        <p:nvSpPr>
          <p:cNvPr id="23" name="TextBox 22">
            <a:extLst>
              <a:ext uri="{FF2B5EF4-FFF2-40B4-BE49-F238E27FC236}">
                <a16:creationId xmlns:a16="http://schemas.microsoft.com/office/drawing/2014/main" id="{8EE8BBAC-DD60-3CB0-4089-4246447BC73E}"/>
              </a:ext>
            </a:extLst>
          </p:cNvPr>
          <p:cNvSpPr txBox="1"/>
          <p:nvPr/>
        </p:nvSpPr>
        <p:spPr>
          <a:xfrm>
            <a:off x="868482" y="810050"/>
            <a:ext cx="4208203" cy="369332"/>
          </a:xfrm>
          <a:prstGeom prst="rect">
            <a:avLst/>
          </a:prstGeom>
          <a:noFill/>
        </p:spPr>
        <p:txBody>
          <a:bodyPr wrap="none" rtlCol="0">
            <a:spAutoFit/>
          </a:bodyPr>
          <a:lstStyle/>
          <a:p>
            <a:r>
              <a:rPr lang="en-US" dirty="0">
                <a:latin typeface="Garamond" panose="02020404030301010803" pitchFamily="18" charset="0"/>
              </a:rPr>
              <a:t>Free 8 MH to 8 newbies </a:t>
            </a:r>
            <a:r>
              <a:rPr lang="en-US" sz="1200" dirty="0">
                <a:latin typeface="Garamond" panose="02020404030301010803" pitchFamily="18" charset="0"/>
              </a:rPr>
              <a:t>(Newbie pays courier charges)</a:t>
            </a:r>
            <a:endParaRPr lang="en-US" dirty="0">
              <a:latin typeface="Garamond" panose="02020404030301010803" pitchFamily="18" charset="0"/>
            </a:endParaRPr>
          </a:p>
        </p:txBody>
      </p:sp>
      <p:sp>
        <p:nvSpPr>
          <p:cNvPr id="25" name="TextBox 24">
            <a:extLst>
              <a:ext uri="{FF2B5EF4-FFF2-40B4-BE49-F238E27FC236}">
                <a16:creationId xmlns:a16="http://schemas.microsoft.com/office/drawing/2014/main" id="{E62DCA51-9EA3-5CF2-D56A-3343FB18B73F}"/>
              </a:ext>
            </a:extLst>
          </p:cNvPr>
          <p:cNvSpPr txBox="1"/>
          <p:nvPr/>
        </p:nvSpPr>
        <p:spPr>
          <a:xfrm>
            <a:off x="865469" y="3796646"/>
            <a:ext cx="4213013" cy="369332"/>
          </a:xfrm>
          <a:prstGeom prst="rect">
            <a:avLst/>
          </a:prstGeom>
          <a:noFill/>
        </p:spPr>
        <p:txBody>
          <a:bodyPr wrap="none" rtlCol="0">
            <a:spAutoFit/>
          </a:bodyPr>
          <a:lstStyle/>
          <a:p>
            <a:r>
              <a:rPr lang="en-US" dirty="0">
                <a:latin typeface="Garamond" panose="02020404030301010803" pitchFamily="18" charset="0"/>
              </a:rPr>
              <a:t>6900</a:t>
            </a:r>
            <a:r>
              <a:rPr lang="en-US" baseline="-25000" dirty="0">
                <a:latin typeface="Garamond" panose="02020404030301010803" pitchFamily="18" charset="0"/>
              </a:rPr>
              <a:t>frontier founder</a:t>
            </a:r>
            <a:r>
              <a:rPr lang="en-US" dirty="0">
                <a:latin typeface="Garamond" panose="02020404030301010803" pitchFamily="18" charset="0"/>
              </a:rPr>
              <a:t> – 400</a:t>
            </a:r>
            <a:r>
              <a:rPr lang="en-US" baseline="-25000" dirty="0">
                <a:latin typeface="Garamond" panose="02020404030301010803" pitchFamily="18" charset="0"/>
              </a:rPr>
              <a:t>L1 &amp; L2</a:t>
            </a:r>
            <a:r>
              <a:rPr lang="en-US" dirty="0">
                <a:latin typeface="Garamond" panose="02020404030301010803" pitchFamily="18" charset="0"/>
              </a:rPr>
              <a:t> – 240</a:t>
            </a:r>
            <a:r>
              <a:rPr lang="en-US" baseline="-25000" dirty="0">
                <a:latin typeface="Garamond" panose="02020404030301010803" pitchFamily="18" charset="0"/>
              </a:rPr>
              <a:t>FRI</a:t>
            </a:r>
            <a:r>
              <a:rPr lang="en-US" dirty="0">
                <a:latin typeface="Garamond" panose="02020404030301010803" pitchFamily="18" charset="0"/>
              </a:rPr>
              <a:t> = 6260</a:t>
            </a:r>
          </a:p>
        </p:txBody>
      </p:sp>
      <p:sp>
        <p:nvSpPr>
          <p:cNvPr id="27" name="TextBox 26">
            <a:extLst>
              <a:ext uri="{FF2B5EF4-FFF2-40B4-BE49-F238E27FC236}">
                <a16:creationId xmlns:a16="http://schemas.microsoft.com/office/drawing/2014/main" id="{D41F92E7-9ADC-E3F6-F69F-8CCCA9B63DA8}"/>
              </a:ext>
            </a:extLst>
          </p:cNvPr>
          <p:cNvSpPr txBox="1"/>
          <p:nvPr/>
        </p:nvSpPr>
        <p:spPr>
          <a:xfrm>
            <a:off x="873465" y="4169158"/>
            <a:ext cx="3148619" cy="276999"/>
          </a:xfrm>
          <a:prstGeom prst="rect">
            <a:avLst/>
          </a:prstGeom>
          <a:noFill/>
        </p:spPr>
        <p:txBody>
          <a:bodyPr wrap="none" rtlCol="0">
            <a:spAutoFit/>
          </a:bodyPr>
          <a:lstStyle/>
          <a:p>
            <a:r>
              <a:rPr lang="en-US" sz="1200" dirty="0">
                <a:latin typeface="Garamond" panose="02020404030301010803" pitchFamily="18" charset="0"/>
              </a:rPr>
              <a:t>Net 1 MH Selling Price = 6260 ÷ 58 = </a:t>
            </a:r>
            <a:r>
              <a:rPr lang="en-US" sz="1200" b="1" dirty="0">
                <a:solidFill>
                  <a:srgbClr val="C00000"/>
                </a:solidFill>
                <a:latin typeface="Garamond" panose="02020404030301010803" pitchFamily="18" charset="0"/>
              </a:rPr>
              <a:t>RM107.93</a:t>
            </a:r>
          </a:p>
        </p:txBody>
      </p:sp>
      <p:sp>
        <p:nvSpPr>
          <p:cNvPr id="2" name="TextBox 1">
            <a:extLst>
              <a:ext uri="{FF2B5EF4-FFF2-40B4-BE49-F238E27FC236}">
                <a16:creationId xmlns:a16="http://schemas.microsoft.com/office/drawing/2014/main" id="{2DE01EE6-3924-3F4F-5E5E-57A6A3B5981C}"/>
              </a:ext>
            </a:extLst>
          </p:cNvPr>
          <p:cNvSpPr txBox="1"/>
          <p:nvPr/>
        </p:nvSpPr>
        <p:spPr>
          <a:xfrm>
            <a:off x="5893247" y="254831"/>
            <a:ext cx="3200620" cy="369332"/>
          </a:xfrm>
          <a:prstGeom prst="rect">
            <a:avLst/>
          </a:prstGeom>
          <a:noFill/>
        </p:spPr>
        <p:txBody>
          <a:bodyPr wrap="none" rtlCol="0">
            <a:spAutoFit/>
          </a:bodyPr>
          <a:lstStyle/>
          <a:p>
            <a:r>
              <a:rPr lang="en-US" b="1" dirty="0"/>
              <a:t>(1) Retail to Frontier Founder </a:t>
            </a:r>
          </a:p>
        </p:txBody>
      </p:sp>
      <p:sp>
        <p:nvSpPr>
          <p:cNvPr id="4" name="TextBox 3">
            <a:extLst>
              <a:ext uri="{FF2B5EF4-FFF2-40B4-BE49-F238E27FC236}">
                <a16:creationId xmlns:a16="http://schemas.microsoft.com/office/drawing/2014/main" id="{43F56C09-517E-0C1B-0A46-A6F6619570A1}"/>
              </a:ext>
            </a:extLst>
          </p:cNvPr>
          <p:cNvSpPr txBox="1"/>
          <p:nvPr/>
        </p:nvSpPr>
        <p:spPr>
          <a:xfrm>
            <a:off x="5893247" y="3427416"/>
            <a:ext cx="4616713" cy="369332"/>
          </a:xfrm>
          <a:prstGeom prst="rect">
            <a:avLst/>
          </a:prstGeom>
          <a:noFill/>
        </p:spPr>
        <p:txBody>
          <a:bodyPr wrap="none" rtlCol="0">
            <a:spAutoFit/>
          </a:bodyPr>
          <a:lstStyle/>
          <a:p>
            <a:r>
              <a:rPr lang="en-US" b="1" dirty="0"/>
              <a:t>(2) Frontier Founder Recruit a Frontier: B2B</a:t>
            </a:r>
          </a:p>
        </p:txBody>
      </p:sp>
      <p:sp>
        <p:nvSpPr>
          <p:cNvPr id="8" name="TextBox 7">
            <a:extLst>
              <a:ext uri="{FF2B5EF4-FFF2-40B4-BE49-F238E27FC236}">
                <a16:creationId xmlns:a16="http://schemas.microsoft.com/office/drawing/2014/main" id="{00D995FC-E3DB-F5B7-D7E2-34EEC7AC418E}"/>
              </a:ext>
            </a:extLst>
          </p:cNvPr>
          <p:cNvSpPr txBox="1"/>
          <p:nvPr/>
        </p:nvSpPr>
        <p:spPr>
          <a:xfrm>
            <a:off x="6189400" y="3796748"/>
            <a:ext cx="4943661" cy="894989"/>
          </a:xfrm>
          <a:prstGeom prst="rect">
            <a:avLst/>
          </a:prstGeom>
          <a:noFill/>
        </p:spPr>
        <p:txBody>
          <a:bodyPr wrap="none" rtlCol="0">
            <a:spAutoFit/>
          </a:bodyPr>
          <a:lstStyle/>
          <a:p>
            <a:pPr>
              <a:lnSpc>
                <a:spcPct val="150000"/>
              </a:lnSpc>
            </a:pPr>
            <a:r>
              <a:rPr lang="en-US" sz="1200" dirty="0"/>
              <a:t>B2B </a:t>
            </a:r>
            <a:r>
              <a:rPr lang="en-US" sz="1200" dirty="0">
                <a:sym typeface="Wingdings" panose="05000000000000000000" pitchFamily="2" charset="2"/>
              </a:rPr>
              <a:t> </a:t>
            </a:r>
            <a:r>
              <a:rPr lang="en-US" sz="1200" dirty="0">
                <a:latin typeface="Garamond" panose="02020404030301010803" pitchFamily="18" charset="0"/>
              </a:rPr>
              <a:t>Income recruiting a Frontier = 50 MH x (RM148 – RM138) = RM500  </a:t>
            </a:r>
          </a:p>
          <a:p>
            <a:pPr>
              <a:lnSpc>
                <a:spcPct val="150000"/>
              </a:lnSpc>
            </a:pPr>
            <a:r>
              <a:rPr lang="en-US" sz="1200" dirty="0"/>
              <a:t>Pre-Marketing </a:t>
            </a:r>
            <a:r>
              <a:rPr lang="en-US" sz="1200" dirty="0">
                <a:sym typeface="Wingdings" panose="05000000000000000000" pitchFamily="2" charset="2"/>
              </a:rPr>
              <a:t> </a:t>
            </a:r>
            <a:r>
              <a:rPr lang="en-US" sz="1200" dirty="0">
                <a:latin typeface="Garamond" panose="02020404030301010803" pitchFamily="18" charset="0"/>
              </a:rPr>
              <a:t>L1 = 50 MH x RM5 = RM250</a:t>
            </a:r>
          </a:p>
          <a:p>
            <a:pPr>
              <a:lnSpc>
                <a:spcPct val="150000"/>
              </a:lnSpc>
            </a:pPr>
            <a:r>
              <a:rPr lang="en-US" sz="1200" dirty="0"/>
              <a:t>Pre-Marketing </a:t>
            </a:r>
            <a:r>
              <a:rPr lang="en-US" sz="1200" dirty="0">
                <a:sym typeface="Wingdings" panose="05000000000000000000" pitchFamily="2" charset="2"/>
              </a:rPr>
              <a:t> </a:t>
            </a:r>
            <a:r>
              <a:rPr lang="en-US" sz="1200" dirty="0">
                <a:latin typeface="Garamond" panose="02020404030301010803" pitchFamily="18" charset="0"/>
              </a:rPr>
              <a:t>L2 = 50 MH x RM3 = RM150</a:t>
            </a:r>
          </a:p>
        </p:txBody>
      </p:sp>
      <p:sp>
        <p:nvSpPr>
          <p:cNvPr id="10" name="TextBox 9">
            <a:extLst>
              <a:ext uri="{FF2B5EF4-FFF2-40B4-BE49-F238E27FC236}">
                <a16:creationId xmlns:a16="http://schemas.microsoft.com/office/drawing/2014/main" id="{3507C12D-67DD-1C0B-2ED3-82D2C48E45C3}"/>
              </a:ext>
            </a:extLst>
          </p:cNvPr>
          <p:cNvSpPr txBox="1"/>
          <p:nvPr/>
        </p:nvSpPr>
        <p:spPr>
          <a:xfrm>
            <a:off x="6153585" y="4671033"/>
            <a:ext cx="3196709" cy="369332"/>
          </a:xfrm>
          <a:prstGeom prst="rect">
            <a:avLst/>
          </a:prstGeom>
          <a:noFill/>
        </p:spPr>
        <p:txBody>
          <a:bodyPr wrap="none" rtlCol="0">
            <a:spAutoFit/>
          </a:bodyPr>
          <a:lstStyle/>
          <a:p>
            <a:r>
              <a:rPr lang="en-US" dirty="0"/>
              <a:t>- Guaranteed income = RM500</a:t>
            </a:r>
          </a:p>
        </p:txBody>
      </p:sp>
      <p:sp>
        <p:nvSpPr>
          <p:cNvPr id="18" name="TextBox 17">
            <a:extLst>
              <a:ext uri="{FF2B5EF4-FFF2-40B4-BE49-F238E27FC236}">
                <a16:creationId xmlns:a16="http://schemas.microsoft.com/office/drawing/2014/main" id="{FFCE8519-DF71-1F8A-E269-011DFB952D28}"/>
              </a:ext>
            </a:extLst>
          </p:cNvPr>
          <p:cNvSpPr txBox="1"/>
          <p:nvPr/>
        </p:nvSpPr>
        <p:spPr>
          <a:xfrm>
            <a:off x="6153584" y="4973313"/>
            <a:ext cx="5618654" cy="369332"/>
          </a:xfrm>
          <a:prstGeom prst="rect">
            <a:avLst/>
          </a:prstGeom>
          <a:noFill/>
        </p:spPr>
        <p:txBody>
          <a:bodyPr wrap="none" rtlCol="0">
            <a:spAutoFit/>
          </a:bodyPr>
          <a:lstStyle/>
          <a:p>
            <a:r>
              <a:rPr lang="en-US" dirty="0"/>
              <a:t>- Potential income = RM500 + RM400 (L1 &amp; L2) = RM900</a:t>
            </a:r>
          </a:p>
        </p:txBody>
      </p:sp>
      <p:sp>
        <p:nvSpPr>
          <p:cNvPr id="6" name="TextBox 5">
            <a:extLst>
              <a:ext uri="{FF2B5EF4-FFF2-40B4-BE49-F238E27FC236}">
                <a16:creationId xmlns:a16="http://schemas.microsoft.com/office/drawing/2014/main" id="{96FB5A44-96E7-D76E-896C-6CDA613B13A2}"/>
              </a:ext>
            </a:extLst>
          </p:cNvPr>
          <p:cNvSpPr txBox="1"/>
          <p:nvPr/>
        </p:nvSpPr>
        <p:spPr>
          <a:xfrm>
            <a:off x="379887" y="2912768"/>
            <a:ext cx="3346044" cy="369332"/>
          </a:xfrm>
          <a:prstGeom prst="rect">
            <a:avLst/>
          </a:prstGeom>
          <a:noFill/>
        </p:spPr>
        <p:txBody>
          <a:bodyPr wrap="none" rtlCol="0">
            <a:spAutoFit/>
          </a:bodyPr>
          <a:lstStyle/>
          <a:p>
            <a:r>
              <a:rPr lang="en-US" dirty="0">
                <a:solidFill>
                  <a:srgbClr val="0070C0"/>
                </a:solidFill>
              </a:rPr>
              <a:t>Cost of 58 MH @ RM60 per MH</a:t>
            </a:r>
          </a:p>
        </p:txBody>
      </p:sp>
      <p:sp>
        <p:nvSpPr>
          <p:cNvPr id="12" name="TextBox 11">
            <a:extLst>
              <a:ext uri="{FF2B5EF4-FFF2-40B4-BE49-F238E27FC236}">
                <a16:creationId xmlns:a16="http://schemas.microsoft.com/office/drawing/2014/main" id="{8C844159-2988-461B-8D0C-B7A0A08A6A89}"/>
              </a:ext>
            </a:extLst>
          </p:cNvPr>
          <p:cNvSpPr txBox="1"/>
          <p:nvPr/>
        </p:nvSpPr>
        <p:spPr>
          <a:xfrm>
            <a:off x="865469" y="4817404"/>
            <a:ext cx="4175567" cy="369332"/>
          </a:xfrm>
          <a:prstGeom prst="rect">
            <a:avLst/>
          </a:prstGeom>
          <a:noFill/>
        </p:spPr>
        <p:txBody>
          <a:bodyPr wrap="none" rtlCol="0">
            <a:spAutoFit/>
          </a:bodyPr>
          <a:lstStyle/>
          <a:p>
            <a:r>
              <a:rPr lang="en-US" dirty="0"/>
              <a:t>6260</a:t>
            </a:r>
            <a:r>
              <a:rPr lang="en-US" baseline="-25000" dirty="0"/>
              <a:t>company revenue </a:t>
            </a:r>
            <a:r>
              <a:rPr lang="en-US" dirty="0"/>
              <a:t> – 3480</a:t>
            </a:r>
            <a:r>
              <a:rPr lang="en-US" baseline="-25000" dirty="0"/>
              <a:t>cost of 58MH</a:t>
            </a:r>
            <a:r>
              <a:rPr lang="en-US" dirty="0"/>
              <a:t> = 2780</a:t>
            </a:r>
          </a:p>
        </p:txBody>
      </p:sp>
      <p:sp>
        <p:nvSpPr>
          <p:cNvPr id="14" name="TextBox 13">
            <a:extLst>
              <a:ext uri="{FF2B5EF4-FFF2-40B4-BE49-F238E27FC236}">
                <a16:creationId xmlns:a16="http://schemas.microsoft.com/office/drawing/2014/main" id="{0B9AE25E-9EF0-ED41-BE5D-8FB877D74A2B}"/>
              </a:ext>
            </a:extLst>
          </p:cNvPr>
          <p:cNvSpPr txBox="1"/>
          <p:nvPr/>
        </p:nvSpPr>
        <p:spPr>
          <a:xfrm>
            <a:off x="865469" y="5878673"/>
            <a:ext cx="3561681" cy="338554"/>
          </a:xfrm>
          <a:prstGeom prst="rect">
            <a:avLst/>
          </a:prstGeom>
          <a:noFill/>
        </p:spPr>
        <p:txBody>
          <a:bodyPr wrap="none" rtlCol="0">
            <a:spAutoFit/>
          </a:bodyPr>
          <a:lstStyle/>
          <a:p>
            <a:r>
              <a:rPr lang="en-US" sz="1600" dirty="0"/>
              <a:t>Reserved RM10 per MH = 58 x 10 = 580</a:t>
            </a:r>
          </a:p>
        </p:txBody>
      </p:sp>
      <p:sp>
        <p:nvSpPr>
          <p:cNvPr id="16" name="TextBox 15">
            <a:extLst>
              <a:ext uri="{FF2B5EF4-FFF2-40B4-BE49-F238E27FC236}">
                <a16:creationId xmlns:a16="http://schemas.microsoft.com/office/drawing/2014/main" id="{EFD1CD5E-6393-0A30-3BF9-81948B83BEDA}"/>
              </a:ext>
            </a:extLst>
          </p:cNvPr>
          <p:cNvSpPr txBox="1"/>
          <p:nvPr/>
        </p:nvSpPr>
        <p:spPr>
          <a:xfrm>
            <a:off x="862464" y="5196318"/>
            <a:ext cx="3326552" cy="276999"/>
          </a:xfrm>
          <a:prstGeom prst="rect">
            <a:avLst/>
          </a:prstGeom>
          <a:noFill/>
        </p:spPr>
        <p:txBody>
          <a:bodyPr wrap="none" rtlCol="0">
            <a:spAutoFit/>
          </a:bodyPr>
          <a:lstStyle/>
          <a:p>
            <a:r>
              <a:rPr lang="en-US" sz="1200" dirty="0">
                <a:latin typeface="Garamond" panose="02020404030301010803" pitchFamily="18" charset="0"/>
              </a:rPr>
              <a:t>Net profit per MH to company = 2780 ÷ 58 = 47.93</a:t>
            </a:r>
          </a:p>
        </p:txBody>
      </p:sp>
      <p:sp>
        <p:nvSpPr>
          <p:cNvPr id="20" name="TextBox 19">
            <a:extLst>
              <a:ext uri="{FF2B5EF4-FFF2-40B4-BE49-F238E27FC236}">
                <a16:creationId xmlns:a16="http://schemas.microsoft.com/office/drawing/2014/main" id="{08431DEC-755F-12F4-2FBA-1FE2968F601A}"/>
              </a:ext>
            </a:extLst>
          </p:cNvPr>
          <p:cNvSpPr txBox="1"/>
          <p:nvPr/>
        </p:nvSpPr>
        <p:spPr>
          <a:xfrm>
            <a:off x="865469" y="6217227"/>
            <a:ext cx="4095160" cy="276999"/>
          </a:xfrm>
          <a:prstGeom prst="rect">
            <a:avLst/>
          </a:prstGeom>
          <a:noFill/>
        </p:spPr>
        <p:txBody>
          <a:bodyPr wrap="none" rtlCol="0">
            <a:spAutoFit/>
          </a:bodyPr>
          <a:lstStyle/>
          <a:p>
            <a:r>
              <a:rPr lang="en-US" sz="1200" dirty="0"/>
              <a:t>Investor gets per MH = (2780 – 580) ÷ 58 = 2200 ÷ 58 = 37.93</a:t>
            </a:r>
          </a:p>
        </p:txBody>
      </p:sp>
      <p:sp>
        <p:nvSpPr>
          <p:cNvPr id="24" name="TextBox 23">
            <a:extLst>
              <a:ext uri="{FF2B5EF4-FFF2-40B4-BE49-F238E27FC236}">
                <a16:creationId xmlns:a16="http://schemas.microsoft.com/office/drawing/2014/main" id="{E52D56C7-F6F3-23CB-5F01-3E912C3C0380}"/>
              </a:ext>
            </a:extLst>
          </p:cNvPr>
          <p:cNvSpPr txBox="1"/>
          <p:nvPr/>
        </p:nvSpPr>
        <p:spPr>
          <a:xfrm>
            <a:off x="378731" y="5567548"/>
            <a:ext cx="1039002" cy="369332"/>
          </a:xfrm>
          <a:prstGeom prst="rect">
            <a:avLst/>
          </a:prstGeom>
          <a:noFill/>
        </p:spPr>
        <p:txBody>
          <a:bodyPr wrap="none" rtlCol="0">
            <a:spAutoFit/>
          </a:bodyPr>
          <a:lstStyle/>
          <a:p>
            <a:r>
              <a:rPr lang="en-US" b="1" dirty="0">
                <a:solidFill>
                  <a:schemeClr val="accent2"/>
                </a:solidFill>
              </a:rPr>
              <a:t>Investor</a:t>
            </a:r>
          </a:p>
        </p:txBody>
      </p:sp>
      <p:grpSp>
        <p:nvGrpSpPr>
          <p:cNvPr id="46" name="Group 45">
            <a:extLst>
              <a:ext uri="{FF2B5EF4-FFF2-40B4-BE49-F238E27FC236}">
                <a16:creationId xmlns:a16="http://schemas.microsoft.com/office/drawing/2014/main" id="{716085DA-F750-20F8-34A9-FF09A9B72492}"/>
              </a:ext>
            </a:extLst>
          </p:cNvPr>
          <p:cNvGrpSpPr/>
          <p:nvPr/>
        </p:nvGrpSpPr>
        <p:grpSpPr>
          <a:xfrm>
            <a:off x="6194615" y="674011"/>
            <a:ext cx="5008102" cy="507268"/>
            <a:chOff x="6391656" y="3955417"/>
            <a:chExt cx="5008102" cy="507268"/>
          </a:xfrm>
        </p:grpSpPr>
        <p:sp>
          <p:nvSpPr>
            <p:cNvPr id="32" name="TextBox 31">
              <a:extLst>
                <a:ext uri="{FF2B5EF4-FFF2-40B4-BE49-F238E27FC236}">
                  <a16:creationId xmlns:a16="http://schemas.microsoft.com/office/drawing/2014/main" id="{9CA2848A-089E-ED8E-BE0C-9C8083986785}"/>
                </a:ext>
              </a:extLst>
            </p:cNvPr>
            <p:cNvSpPr txBox="1"/>
            <p:nvPr/>
          </p:nvSpPr>
          <p:spPr>
            <a:xfrm>
              <a:off x="6391656" y="4185686"/>
              <a:ext cx="5008102" cy="276999"/>
            </a:xfrm>
            <a:prstGeom prst="rect">
              <a:avLst/>
            </a:prstGeom>
            <a:noFill/>
          </p:spPr>
          <p:txBody>
            <a:bodyPr wrap="none" rtlCol="0">
              <a:spAutoFit/>
            </a:bodyPr>
            <a:lstStyle/>
            <a:p>
              <a:r>
                <a:rPr lang="en-US" sz="1200" dirty="0">
                  <a:latin typeface="Garamond" panose="02020404030301010803" pitchFamily="18" charset="0"/>
                </a:rPr>
                <a:t>158 x 8MH + 50MH x (158-138) = 2264 </a:t>
              </a:r>
              <a:r>
                <a:rPr lang="en-US" sz="1200" dirty="0">
                  <a:latin typeface="Garamond" panose="02020404030301010803" pitchFamily="18" charset="0"/>
                  <a:sym typeface="Wingdings" panose="05000000000000000000" pitchFamily="2" charset="2"/>
                </a:rPr>
                <a:t> 2264 </a:t>
              </a:r>
              <a:r>
                <a:rPr lang="en-US" sz="1200" dirty="0">
                  <a:latin typeface="Garamond" panose="02020404030301010803" pitchFamily="18" charset="0"/>
                </a:rPr>
                <a:t>+ 400 = 2664 </a:t>
              </a:r>
              <a:r>
                <a:rPr lang="en-US" sz="1200" dirty="0">
                  <a:latin typeface="Garamond" panose="02020404030301010803" pitchFamily="18" charset="0"/>
                  <a:sym typeface="Wingdings" panose="05000000000000000000" pitchFamily="2" charset="2"/>
                </a:rPr>
                <a:t> </a:t>
              </a:r>
              <a:r>
                <a:rPr lang="en-US" sz="1200" dirty="0">
                  <a:latin typeface="Garamond" panose="02020404030301010803" pitchFamily="18" charset="0"/>
                </a:rPr>
                <a:t>÷ 58 = 45.93</a:t>
              </a:r>
            </a:p>
          </p:txBody>
        </p:sp>
        <p:sp>
          <p:nvSpPr>
            <p:cNvPr id="45" name="TextBox 44">
              <a:extLst>
                <a:ext uri="{FF2B5EF4-FFF2-40B4-BE49-F238E27FC236}">
                  <a16:creationId xmlns:a16="http://schemas.microsoft.com/office/drawing/2014/main" id="{AF26458E-87FE-EBC1-6B66-E21A06DF9D74}"/>
                </a:ext>
              </a:extLst>
            </p:cNvPr>
            <p:cNvSpPr txBox="1"/>
            <p:nvPr/>
          </p:nvSpPr>
          <p:spPr>
            <a:xfrm>
              <a:off x="6391656" y="3955417"/>
              <a:ext cx="1875385" cy="307777"/>
            </a:xfrm>
            <a:prstGeom prst="rect">
              <a:avLst/>
            </a:prstGeom>
            <a:noFill/>
          </p:spPr>
          <p:txBody>
            <a:bodyPr wrap="none" rtlCol="0">
              <a:spAutoFit/>
            </a:bodyPr>
            <a:lstStyle/>
            <a:p>
              <a:r>
                <a:rPr lang="en-US" sz="1400" b="1" dirty="0">
                  <a:latin typeface="Garamond" panose="02020404030301010803" pitchFamily="18" charset="0"/>
                </a:rPr>
                <a:t>Without 8 recruitment</a:t>
              </a:r>
            </a:p>
          </p:txBody>
        </p:sp>
      </p:grpSp>
      <p:grpSp>
        <p:nvGrpSpPr>
          <p:cNvPr id="47" name="Group 46">
            <a:extLst>
              <a:ext uri="{FF2B5EF4-FFF2-40B4-BE49-F238E27FC236}">
                <a16:creationId xmlns:a16="http://schemas.microsoft.com/office/drawing/2014/main" id="{0AF61D97-9934-8639-CC18-41A4785C73CE}"/>
              </a:ext>
            </a:extLst>
          </p:cNvPr>
          <p:cNvGrpSpPr/>
          <p:nvPr/>
        </p:nvGrpSpPr>
        <p:grpSpPr>
          <a:xfrm>
            <a:off x="6194615" y="1572841"/>
            <a:ext cx="5404043" cy="502423"/>
            <a:chOff x="6391656" y="3623235"/>
            <a:chExt cx="5404043" cy="502423"/>
          </a:xfrm>
        </p:grpSpPr>
        <p:sp>
          <p:nvSpPr>
            <p:cNvPr id="48" name="TextBox 47">
              <a:extLst>
                <a:ext uri="{FF2B5EF4-FFF2-40B4-BE49-F238E27FC236}">
                  <a16:creationId xmlns:a16="http://schemas.microsoft.com/office/drawing/2014/main" id="{82544310-F573-C30C-19EC-CCFB6CCF04D2}"/>
                </a:ext>
              </a:extLst>
            </p:cNvPr>
            <p:cNvSpPr txBox="1"/>
            <p:nvPr/>
          </p:nvSpPr>
          <p:spPr>
            <a:xfrm>
              <a:off x="6391656" y="3848659"/>
              <a:ext cx="5404043" cy="276999"/>
            </a:xfrm>
            <a:prstGeom prst="rect">
              <a:avLst/>
            </a:prstGeom>
            <a:noFill/>
          </p:spPr>
          <p:txBody>
            <a:bodyPr wrap="none" rtlCol="0">
              <a:spAutoFit/>
            </a:bodyPr>
            <a:lstStyle/>
            <a:p>
              <a:r>
                <a:rPr lang="en-US" sz="1200" dirty="0">
                  <a:latin typeface="Garamond" panose="02020404030301010803" pitchFamily="18" charset="0"/>
                </a:rPr>
                <a:t>158 x 8MH + 50MH x (158-138) = 2264 </a:t>
              </a:r>
              <a:r>
                <a:rPr lang="en-US" sz="1200" dirty="0">
                  <a:latin typeface="Garamond" panose="02020404030301010803" pitchFamily="18" charset="0"/>
                  <a:sym typeface="Wingdings" panose="05000000000000000000" pitchFamily="2" charset="2"/>
                </a:rPr>
                <a:t> 2264 </a:t>
              </a:r>
              <a:r>
                <a:rPr lang="en-US" sz="1200" dirty="0">
                  <a:latin typeface="Garamond" panose="02020404030301010803" pitchFamily="18" charset="0"/>
                </a:rPr>
                <a:t>+ 400 + 240 = 2904 </a:t>
              </a:r>
              <a:r>
                <a:rPr lang="en-US" sz="1200" dirty="0">
                  <a:latin typeface="Garamond" panose="02020404030301010803" pitchFamily="18" charset="0"/>
                  <a:sym typeface="Wingdings" panose="05000000000000000000" pitchFamily="2" charset="2"/>
                </a:rPr>
                <a:t> </a:t>
              </a:r>
              <a:r>
                <a:rPr lang="en-US" sz="1200" dirty="0">
                  <a:latin typeface="Garamond" panose="02020404030301010803" pitchFamily="18" charset="0"/>
                </a:rPr>
                <a:t>÷ 58 = 50.06</a:t>
              </a:r>
            </a:p>
          </p:txBody>
        </p:sp>
        <p:sp>
          <p:nvSpPr>
            <p:cNvPr id="49" name="TextBox 48">
              <a:extLst>
                <a:ext uri="{FF2B5EF4-FFF2-40B4-BE49-F238E27FC236}">
                  <a16:creationId xmlns:a16="http://schemas.microsoft.com/office/drawing/2014/main" id="{C67502A3-A658-2E93-83A8-840AC30DBFCA}"/>
                </a:ext>
              </a:extLst>
            </p:cNvPr>
            <p:cNvSpPr txBox="1"/>
            <p:nvPr/>
          </p:nvSpPr>
          <p:spPr>
            <a:xfrm>
              <a:off x="6391656" y="3623235"/>
              <a:ext cx="2128660" cy="307777"/>
            </a:xfrm>
            <a:prstGeom prst="rect">
              <a:avLst/>
            </a:prstGeom>
            <a:noFill/>
          </p:spPr>
          <p:txBody>
            <a:bodyPr wrap="none" rtlCol="0">
              <a:spAutoFit/>
            </a:bodyPr>
            <a:lstStyle/>
            <a:p>
              <a:r>
                <a:rPr lang="en-US" sz="1400" b="1" dirty="0">
                  <a:latin typeface="Garamond" panose="02020404030301010803" pitchFamily="18" charset="0"/>
                </a:rPr>
                <a:t>With 8 recruitment (B2C)</a:t>
              </a:r>
            </a:p>
          </p:txBody>
        </p:sp>
      </p:grpSp>
      <p:grpSp>
        <p:nvGrpSpPr>
          <p:cNvPr id="76" name="Group 75">
            <a:extLst>
              <a:ext uri="{FF2B5EF4-FFF2-40B4-BE49-F238E27FC236}">
                <a16:creationId xmlns:a16="http://schemas.microsoft.com/office/drawing/2014/main" id="{637C6248-A64B-54D3-D57D-FC7829E97064}"/>
              </a:ext>
            </a:extLst>
          </p:cNvPr>
          <p:cNvGrpSpPr/>
          <p:nvPr/>
        </p:nvGrpSpPr>
        <p:grpSpPr>
          <a:xfrm>
            <a:off x="6194615" y="2172464"/>
            <a:ext cx="5597302" cy="476196"/>
            <a:chOff x="6391655" y="4387332"/>
            <a:chExt cx="5597302" cy="476196"/>
          </a:xfrm>
        </p:grpSpPr>
        <p:sp>
          <p:nvSpPr>
            <p:cNvPr id="37" name="TextBox 36">
              <a:extLst>
                <a:ext uri="{FF2B5EF4-FFF2-40B4-BE49-F238E27FC236}">
                  <a16:creationId xmlns:a16="http://schemas.microsoft.com/office/drawing/2014/main" id="{DA434638-036C-24B2-6C11-281F469C9DBD}"/>
                </a:ext>
              </a:extLst>
            </p:cNvPr>
            <p:cNvSpPr txBox="1"/>
            <p:nvPr/>
          </p:nvSpPr>
          <p:spPr>
            <a:xfrm>
              <a:off x="6391655" y="4586529"/>
              <a:ext cx="5597302" cy="276999"/>
            </a:xfrm>
            <a:prstGeom prst="rect">
              <a:avLst/>
            </a:prstGeom>
            <a:noFill/>
          </p:spPr>
          <p:txBody>
            <a:bodyPr wrap="none" rtlCol="0">
              <a:spAutoFit/>
            </a:bodyPr>
            <a:lstStyle/>
            <a:p>
              <a:r>
                <a:rPr lang="en-US" sz="1200" dirty="0">
                  <a:latin typeface="Garamond" panose="02020404030301010803" pitchFamily="18" charset="0"/>
                </a:rPr>
                <a:t>Investor income </a:t>
              </a:r>
              <a:r>
                <a:rPr lang="en-US" sz="1200" dirty="0">
                  <a:latin typeface="Garamond" panose="02020404030301010803" pitchFamily="18" charset="0"/>
                  <a:sym typeface="Wingdings" panose="05000000000000000000" pitchFamily="2" charset="2"/>
                </a:rPr>
                <a:t> </a:t>
              </a:r>
              <a:r>
                <a:rPr lang="en-US" sz="1200" dirty="0">
                  <a:latin typeface="Garamond" panose="02020404030301010803" pitchFamily="18" charset="0"/>
                </a:rPr>
                <a:t>6900 – 240 – RM10 x 58MH – RM60 x 58MH = 2600 </a:t>
              </a:r>
              <a:r>
                <a:rPr lang="en-US" sz="1200" dirty="0">
                  <a:latin typeface="Garamond" panose="02020404030301010803" pitchFamily="18" charset="0"/>
                  <a:sym typeface="Wingdings" panose="05000000000000000000" pitchFamily="2" charset="2"/>
                </a:rPr>
                <a:t> </a:t>
              </a:r>
              <a:r>
                <a:rPr lang="en-US" sz="1200" dirty="0">
                  <a:latin typeface="Garamond" panose="02020404030301010803" pitchFamily="18" charset="0"/>
                </a:rPr>
                <a:t>÷ 58 = 44.82</a:t>
              </a:r>
            </a:p>
          </p:txBody>
        </p:sp>
        <p:sp>
          <p:nvSpPr>
            <p:cNvPr id="54" name="TextBox 53">
              <a:extLst>
                <a:ext uri="{FF2B5EF4-FFF2-40B4-BE49-F238E27FC236}">
                  <a16:creationId xmlns:a16="http://schemas.microsoft.com/office/drawing/2014/main" id="{B56D56CD-E144-9217-CE99-6E2827339643}"/>
                </a:ext>
              </a:extLst>
            </p:cNvPr>
            <p:cNvSpPr txBox="1"/>
            <p:nvPr/>
          </p:nvSpPr>
          <p:spPr>
            <a:xfrm>
              <a:off x="6391655" y="4387332"/>
              <a:ext cx="1875385" cy="307777"/>
            </a:xfrm>
            <a:prstGeom prst="rect">
              <a:avLst/>
            </a:prstGeom>
            <a:noFill/>
          </p:spPr>
          <p:txBody>
            <a:bodyPr wrap="none" rtlCol="0">
              <a:spAutoFit/>
            </a:bodyPr>
            <a:lstStyle/>
            <a:p>
              <a:r>
                <a:rPr lang="en-US" sz="1400" b="1" dirty="0">
                  <a:latin typeface="Garamond" panose="02020404030301010803" pitchFamily="18" charset="0"/>
                </a:rPr>
                <a:t>Without 8 recruitment</a:t>
              </a:r>
            </a:p>
          </p:txBody>
        </p:sp>
      </p:grpSp>
      <p:grpSp>
        <p:nvGrpSpPr>
          <p:cNvPr id="74" name="Group 73">
            <a:extLst>
              <a:ext uri="{FF2B5EF4-FFF2-40B4-BE49-F238E27FC236}">
                <a16:creationId xmlns:a16="http://schemas.microsoft.com/office/drawing/2014/main" id="{5E6B5AA1-8216-D34E-A37C-C7BB9D14315F}"/>
              </a:ext>
            </a:extLst>
          </p:cNvPr>
          <p:cNvGrpSpPr/>
          <p:nvPr/>
        </p:nvGrpSpPr>
        <p:grpSpPr>
          <a:xfrm>
            <a:off x="6194615" y="2739626"/>
            <a:ext cx="5676362" cy="511357"/>
            <a:chOff x="6391655" y="4631326"/>
            <a:chExt cx="5676362" cy="511357"/>
          </a:xfrm>
        </p:grpSpPr>
        <p:sp>
          <p:nvSpPr>
            <p:cNvPr id="52" name="TextBox 51">
              <a:extLst>
                <a:ext uri="{FF2B5EF4-FFF2-40B4-BE49-F238E27FC236}">
                  <a16:creationId xmlns:a16="http://schemas.microsoft.com/office/drawing/2014/main" id="{0A6486A2-E76F-CAC7-B569-6FD64394632D}"/>
                </a:ext>
              </a:extLst>
            </p:cNvPr>
            <p:cNvSpPr txBox="1"/>
            <p:nvPr/>
          </p:nvSpPr>
          <p:spPr>
            <a:xfrm>
              <a:off x="6391655" y="4865684"/>
              <a:ext cx="5676362" cy="276999"/>
            </a:xfrm>
            <a:prstGeom prst="rect">
              <a:avLst/>
            </a:prstGeom>
            <a:noFill/>
          </p:spPr>
          <p:txBody>
            <a:bodyPr wrap="none" rtlCol="0">
              <a:spAutoFit/>
            </a:bodyPr>
            <a:lstStyle/>
            <a:p>
              <a:r>
                <a:rPr lang="en-US" sz="1200" dirty="0">
                  <a:latin typeface="Garamond" panose="02020404030301010803" pitchFamily="18" charset="0"/>
                </a:rPr>
                <a:t>Investor income </a:t>
              </a:r>
              <a:r>
                <a:rPr lang="en-US" sz="1200" dirty="0">
                  <a:latin typeface="Garamond" panose="02020404030301010803" pitchFamily="18" charset="0"/>
                  <a:sym typeface="Wingdings" panose="05000000000000000000" pitchFamily="2" charset="2"/>
                </a:rPr>
                <a:t> </a:t>
              </a:r>
              <a:r>
                <a:rPr lang="en-US" sz="1200" dirty="0">
                  <a:latin typeface="Garamond" panose="02020404030301010803" pitchFamily="18" charset="0"/>
                </a:rPr>
                <a:t>6900 – 640 – RM10 x 58MH – RM60 x 58MH = 2200 </a:t>
              </a:r>
              <a:r>
                <a:rPr lang="en-US" sz="1200" dirty="0">
                  <a:latin typeface="Garamond" panose="02020404030301010803" pitchFamily="18" charset="0"/>
                  <a:sym typeface="Wingdings" panose="05000000000000000000" pitchFamily="2" charset="2"/>
                </a:rPr>
                <a:t></a:t>
              </a:r>
              <a:r>
                <a:rPr lang="en-US" sz="1200" dirty="0">
                  <a:latin typeface="Garamond" panose="02020404030301010803" pitchFamily="18" charset="0"/>
                </a:rPr>
                <a:t> ÷ 58 = 37.93</a:t>
              </a:r>
            </a:p>
          </p:txBody>
        </p:sp>
        <p:sp>
          <p:nvSpPr>
            <p:cNvPr id="56" name="TextBox 55">
              <a:extLst>
                <a:ext uri="{FF2B5EF4-FFF2-40B4-BE49-F238E27FC236}">
                  <a16:creationId xmlns:a16="http://schemas.microsoft.com/office/drawing/2014/main" id="{CC10BE47-9CA1-E517-9064-C4CF4B8E2EFC}"/>
                </a:ext>
              </a:extLst>
            </p:cNvPr>
            <p:cNvSpPr txBox="1"/>
            <p:nvPr/>
          </p:nvSpPr>
          <p:spPr>
            <a:xfrm>
              <a:off x="6391655" y="4631326"/>
              <a:ext cx="2128660" cy="307777"/>
            </a:xfrm>
            <a:prstGeom prst="rect">
              <a:avLst/>
            </a:prstGeom>
            <a:noFill/>
          </p:spPr>
          <p:txBody>
            <a:bodyPr wrap="none" rtlCol="0">
              <a:spAutoFit/>
            </a:bodyPr>
            <a:lstStyle/>
            <a:p>
              <a:r>
                <a:rPr lang="en-US" sz="1400" b="1" dirty="0">
                  <a:latin typeface="Garamond" panose="02020404030301010803" pitchFamily="18" charset="0"/>
                </a:rPr>
                <a:t>With 8 recruitment (B2C)</a:t>
              </a:r>
            </a:p>
          </p:txBody>
        </p:sp>
      </p:grpSp>
      <p:sp>
        <p:nvSpPr>
          <p:cNvPr id="59" name="TextBox 58">
            <a:extLst>
              <a:ext uri="{FF2B5EF4-FFF2-40B4-BE49-F238E27FC236}">
                <a16:creationId xmlns:a16="http://schemas.microsoft.com/office/drawing/2014/main" id="{AC4BA50E-29A2-37C6-6A95-85CA887ED91B}"/>
              </a:ext>
            </a:extLst>
          </p:cNvPr>
          <p:cNvSpPr txBox="1"/>
          <p:nvPr/>
        </p:nvSpPr>
        <p:spPr>
          <a:xfrm>
            <a:off x="379887" y="201168"/>
            <a:ext cx="3427477" cy="369332"/>
          </a:xfrm>
          <a:prstGeom prst="rect">
            <a:avLst/>
          </a:prstGeom>
          <a:noFill/>
        </p:spPr>
        <p:txBody>
          <a:bodyPr wrap="none" rtlCol="0">
            <a:spAutoFit/>
          </a:bodyPr>
          <a:lstStyle/>
          <a:p>
            <a:r>
              <a:rPr lang="en-US" dirty="0">
                <a:solidFill>
                  <a:srgbClr val="0070C0"/>
                </a:solidFill>
              </a:rPr>
              <a:t>Collection from Frontier Founder</a:t>
            </a:r>
          </a:p>
        </p:txBody>
      </p:sp>
      <p:sp>
        <p:nvSpPr>
          <p:cNvPr id="60" name="TextBox 59">
            <a:extLst>
              <a:ext uri="{FF2B5EF4-FFF2-40B4-BE49-F238E27FC236}">
                <a16:creationId xmlns:a16="http://schemas.microsoft.com/office/drawing/2014/main" id="{E8BE8833-BC7E-9DF0-3326-DC1672C875E0}"/>
              </a:ext>
            </a:extLst>
          </p:cNvPr>
          <p:cNvSpPr txBox="1"/>
          <p:nvPr/>
        </p:nvSpPr>
        <p:spPr>
          <a:xfrm>
            <a:off x="379887" y="1228444"/>
            <a:ext cx="2245743" cy="369332"/>
          </a:xfrm>
          <a:prstGeom prst="rect">
            <a:avLst/>
          </a:prstGeom>
          <a:noFill/>
        </p:spPr>
        <p:txBody>
          <a:bodyPr wrap="none" rtlCol="0">
            <a:spAutoFit/>
          </a:bodyPr>
          <a:lstStyle/>
          <a:p>
            <a:r>
              <a:rPr lang="en-US" dirty="0">
                <a:solidFill>
                  <a:srgbClr val="0070C0"/>
                </a:solidFill>
              </a:rPr>
              <a:t>Frontier Recruitment</a:t>
            </a:r>
          </a:p>
        </p:txBody>
      </p:sp>
      <p:sp>
        <p:nvSpPr>
          <p:cNvPr id="61" name="TextBox 60">
            <a:extLst>
              <a:ext uri="{FF2B5EF4-FFF2-40B4-BE49-F238E27FC236}">
                <a16:creationId xmlns:a16="http://schemas.microsoft.com/office/drawing/2014/main" id="{006338C4-3B80-6BB1-F487-318658603046}"/>
              </a:ext>
            </a:extLst>
          </p:cNvPr>
          <p:cNvSpPr txBox="1"/>
          <p:nvPr/>
        </p:nvSpPr>
        <p:spPr>
          <a:xfrm>
            <a:off x="379887" y="2276648"/>
            <a:ext cx="4751237" cy="369332"/>
          </a:xfrm>
          <a:prstGeom prst="rect">
            <a:avLst/>
          </a:prstGeom>
          <a:noFill/>
        </p:spPr>
        <p:txBody>
          <a:bodyPr wrap="none" rtlCol="0">
            <a:spAutoFit/>
          </a:bodyPr>
          <a:lstStyle/>
          <a:p>
            <a:r>
              <a:rPr lang="en-US" dirty="0">
                <a:solidFill>
                  <a:srgbClr val="0070C0"/>
                </a:solidFill>
              </a:rPr>
              <a:t>Total MH given out to recruit a Frontier Partner </a:t>
            </a:r>
          </a:p>
        </p:txBody>
      </p:sp>
      <p:sp>
        <p:nvSpPr>
          <p:cNvPr id="64" name="TextBox 63">
            <a:extLst>
              <a:ext uri="{FF2B5EF4-FFF2-40B4-BE49-F238E27FC236}">
                <a16:creationId xmlns:a16="http://schemas.microsoft.com/office/drawing/2014/main" id="{AA5FBDF8-DB07-89B4-F8CF-4127779E93E4}"/>
              </a:ext>
            </a:extLst>
          </p:cNvPr>
          <p:cNvSpPr txBox="1"/>
          <p:nvPr/>
        </p:nvSpPr>
        <p:spPr>
          <a:xfrm>
            <a:off x="379887" y="3531239"/>
            <a:ext cx="2268570" cy="369332"/>
          </a:xfrm>
          <a:prstGeom prst="rect">
            <a:avLst/>
          </a:prstGeom>
          <a:noFill/>
        </p:spPr>
        <p:txBody>
          <a:bodyPr wrap="none" rtlCol="0">
            <a:spAutoFit/>
          </a:bodyPr>
          <a:lstStyle/>
          <a:p>
            <a:r>
              <a:rPr lang="en-US" dirty="0">
                <a:solidFill>
                  <a:srgbClr val="0070C0"/>
                </a:solidFill>
              </a:rPr>
              <a:t>Revenue to company</a:t>
            </a:r>
          </a:p>
        </p:txBody>
      </p:sp>
      <p:sp>
        <p:nvSpPr>
          <p:cNvPr id="66" name="TextBox 65">
            <a:extLst>
              <a:ext uri="{FF2B5EF4-FFF2-40B4-BE49-F238E27FC236}">
                <a16:creationId xmlns:a16="http://schemas.microsoft.com/office/drawing/2014/main" id="{1BE08799-0048-F640-5F97-C5A7ACF10635}"/>
              </a:ext>
            </a:extLst>
          </p:cNvPr>
          <p:cNvSpPr txBox="1"/>
          <p:nvPr/>
        </p:nvSpPr>
        <p:spPr>
          <a:xfrm>
            <a:off x="868482" y="2521749"/>
            <a:ext cx="885179" cy="369332"/>
          </a:xfrm>
          <a:prstGeom prst="rect">
            <a:avLst/>
          </a:prstGeom>
          <a:noFill/>
        </p:spPr>
        <p:txBody>
          <a:bodyPr wrap="none" rtlCol="0">
            <a:spAutoFit/>
          </a:bodyPr>
          <a:lstStyle/>
          <a:p>
            <a:r>
              <a:rPr lang="en-US" dirty="0">
                <a:latin typeface="Garamond" panose="02020404030301010803" pitchFamily="18" charset="0"/>
              </a:rPr>
              <a:t>58 MH </a:t>
            </a:r>
          </a:p>
        </p:txBody>
      </p:sp>
      <p:sp>
        <p:nvSpPr>
          <p:cNvPr id="69" name="TextBox 68">
            <a:extLst>
              <a:ext uri="{FF2B5EF4-FFF2-40B4-BE49-F238E27FC236}">
                <a16:creationId xmlns:a16="http://schemas.microsoft.com/office/drawing/2014/main" id="{A37702DC-46C0-00BA-CC7E-A2F03C3B202A}"/>
              </a:ext>
            </a:extLst>
          </p:cNvPr>
          <p:cNvSpPr txBox="1"/>
          <p:nvPr/>
        </p:nvSpPr>
        <p:spPr>
          <a:xfrm>
            <a:off x="868482" y="3156657"/>
            <a:ext cx="957313" cy="369332"/>
          </a:xfrm>
          <a:prstGeom prst="rect">
            <a:avLst/>
          </a:prstGeom>
          <a:noFill/>
        </p:spPr>
        <p:txBody>
          <a:bodyPr wrap="none" rtlCol="0">
            <a:spAutoFit/>
          </a:bodyPr>
          <a:lstStyle/>
          <a:p>
            <a:r>
              <a:rPr lang="en-US" dirty="0">
                <a:latin typeface="Garamond" panose="02020404030301010803" pitchFamily="18" charset="0"/>
              </a:rPr>
              <a:t>RM3480</a:t>
            </a:r>
          </a:p>
        </p:txBody>
      </p:sp>
      <p:sp>
        <p:nvSpPr>
          <p:cNvPr id="71" name="TextBox 70">
            <a:extLst>
              <a:ext uri="{FF2B5EF4-FFF2-40B4-BE49-F238E27FC236}">
                <a16:creationId xmlns:a16="http://schemas.microsoft.com/office/drawing/2014/main" id="{94B4EBA9-120F-FD2C-CDE4-EC63BFC2516F}"/>
              </a:ext>
            </a:extLst>
          </p:cNvPr>
          <p:cNvSpPr txBox="1"/>
          <p:nvPr/>
        </p:nvSpPr>
        <p:spPr>
          <a:xfrm>
            <a:off x="379887" y="4496482"/>
            <a:ext cx="3309560" cy="369332"/>
          </a:xfrm>
          <a:prstGeom prst="rect">
            <a:avLst/>
          </a:prstGeom>
          <a:noFill/>
        </p:spPr>
        <p:txBody>
          <a:bodyPr wrap="none" rtlCol="0">
            <a:spAutoFit/>
          </a:bodyPr>
          <a:lstStyle/>
          <a:p>
            <a:r>
              <a:rPr lang="en-US" dirty="0">
                <a:solidFill>
                  <a:srgbClr val="0070C0"/>
                </a:solidFill>
              </a:rPr>
              <a:t>Profit selling 50 MH + 8 Free MH</a:t>
            </a:r>
          </a:p>
        </p:txBody>
      </p:sp>
      <p:sp>
        <p:nvSpPr>
          <p:cNvPr id="3" name="TextBox 2">
            <a:extLst>
              <a:ext uri="{FF2B5EF4-FFF2-40B4-BE49-F238E27FC236}">
                <a16:creationId xmlns:a16="http://schemas.microsoft.com/office/drawing/2014/main" id="{5D67D0C1-0A6E-FF41-BE4D-F607399363A2}"/>
              </a:ext>
            </a:extLst>
          </p:cNvPr>
          <p:cNvSpPr txBox="1"/>
          <p:nvPr/>
        </p:nvSpPr>
        <p:spPr>
          <a:xfrm>
            <a:off x="6301150" y="1132705"/>
            <a:ext cx="5676362" cy="461665"/>
          </a:xfrm>
          <a:prstGeom prst="rect">
            <a:avLst/>
          </a:prstGeom>
          <a:noFill/>
        </p:spPr>
        <p:txBody>
          <a:bodyPr wrap="square" rtlCol="0">
            <a:spAutoFit/>
          </a:bodyPr>
          <a:lstStyle/>
          <a:p>
            <a:r>
              <a:rPr lang="en-US" sz="1200" dirty="0">
                <a:solidFill>
                  <a:srgbClr val="FF0000"/>
                </a:solidFill>
                <a:latin typeface="Garamond" panose="02020404030301010803" pitchFamily="18" charset="0"/>
              </a:rPr>
              <a:t>NOTE: shouldn’t give RM240 &amp; 400 since </a:t>
            </a:r>
            <a:r>
              <a:rPr lang="en-US" sz="1200">
                <a:solidFill>
                  <a:srgbClr val="FF0000"/>
                </a:solidFill>
                <a:latin typeface="Garamond" panose="02020404030301010803" pitchFamily="18" charset="0"/>
              </a:rPr>
              <a:t>already provide </a:t>
            </a:r>
            <a:r>
              <a:rPr lang="en-US" sz="1200" dirty="0">
                <a:solidFill>
                  <a:srgbClr val="FF0000"/>
                </a:solidFill>
                <a:latin typeface="Garamond" panose="02020404030301010803" pitchFamily="18" charset="0"/>
              </a:rPr>
              <a:t>8 FREE MH. But due to marketing plan not yet ready, propose to give RM240. RM400 is better deal with case by case.</a:t>
            </a:r>
          </a:p>
        </p:txBody>
      </p:sp>
    </p:spTree>
    <p:extLst>
      <p:ext uri="{BB962C8B-B14F-4D97-AF65-F5344CB8AC3E}">
        <p14:creationId xmlns:p14="http://schemas.microsoft.com/office/powerpoint/2010/main" val="2335969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072848-7C86-D022-CC67-7D04E55BCB4F}"/>
              </a:ext>
            </a:extLst>
          </p:cNvPr>
          <p:cNvSpPr txBox="1"/>
          <p:nvPr/>
        </p:nvSpPr>
        <p:spPr>
          <a:xfrm>
            <a:off x="1776984" y="183101"/>
            <a:ext cx="6094476" cy="523220"/>
          </a:xfrm>
          <a:prstGeom prst="rect">
            <a:avLst/>
          </a:prstGeom>
          <a:noFill/>
        </p:spPr>
        <p:txBody>
          <a:bodyPr wrap="square">
            <a:spAutoFit/>
          </a:bodyPr>
          <a:lstStyle/>
          <a:p>
            <a:pPr algn="just">
              <a:buNone/>
            </a:pPr>
            <a:r>
              <a:rPr lang="en-US" sz="2800" b="1" dirty="0">
                <a:latin typeface="Garamond" panose="02020404030301010803" pitchFamily="18" charset="0"/>
              </a:rPr>
              <a:t>Why to become a Frontier Partner?</a:t>
            </a:r>
          </a:p>
        </p:txBody>
      </p:sp>
      <p:sp>
        <p:nvSpPr>
          <p:cNvPr id="5" name="TextBox 4">
            <a:extLst>
              <a:ext uri="{FF2B5EF4-FFF2-40B4-BE49-F238E27FC236}">
                <a16:creationId xmlns:a16="http://schemas.microsoft.com/office/drawing/2014/main" id="{497BF6B6-E5E7-1FD8-D6D5-401321F8AF17}"/>
              </a:ext>
            </a:extLst>
          </p:cNvPr>
          <p:cNvSpPr txBox="1"/>
          <p:nvPr/>
        </p:nvSpPr>
        <p:spPr>
          <a:xfrm>
            <a:off x="2380722" y="706321"/>
            <a:ext cx="9104142" cy="5854808"/>
          </a:xfrm>
          <a:prstGeom prst="rect">
            <a:avLst/>
          </a:prstGeom>
          <a:noFill/>
        </p:spPr>
        <p:txBody>
          <a:bodyPr wrap="square">
            <a:spAutoFit/>
          </a:bodyPr>
          <a:lstStyle/>
          <a:p>
            <a:pPr algn="just">
              <a:buNone/>
            </a:pPr>
            <a:r>
              <a:rPr lang="en-US" sz="2000" b="1" dirty="0">
                <a:latin typeface="Garamond" panose="02020404030301010803" pitchFamily="18" charset="0"/>
              </a:rPr>
              <a:t>Exclusive right to a Frontier Partner:</a:t>
            </a:r>
          </a:p>
          <a:p>
            <a:pPr marL="342900" indent="-342900" algn="just">
              <a:lnSpc>
                <a:spcPct val="150000"/>
              </a:lnSpc>
              <a:buFont typeface="Wingdings" panose="05000000000000000000" pitchFamily="2" charset="2"/>
              <a:buChar char="Ø"/>
            </a:pPr>
            <a:r>
              <a:rPr lang="en-US" sz="2000" b="1" dirty="0">
                <a:latin typeface="Garamond" panose="02020404030301010803" pitchFamily="18" charset="0"/>
              </a:rPr>
              <a:t>Plan A</a:t>
            </a:r>
          </a:p>
          <a:p>
            <a:pPr marL="800100" lvl="1" indent="-342900" algn="just">
              <a:lnSpc>
                <a:spcPct val="150000"/>
              </a:lnSpc>
              <a:buFont typeface="Arial" panose="020B0604020202020204" pitchFamily="34" charset="0"/>
              <a:buChar char="•"/>
            </a:pPr>
            <a:r>
              <a:rPr lang="en-US" b="1" dirty="0">
                <a:latin typeface="Garamond" panose="02020404030301010803" pitchFamily="18" charset="0"/>
              </a:rPr>
              <a:t>Exclusive right to enjoy getting Direct Frontier Incentive (DFI</a:t>
            </a:r>
            <a:r>
              <a:rPr lang="en-US" b="1" baseline="-25000" dirty="0">
                <a:latin typeface="Garamond" panose="02020404030301010803" pitchFamily="18" charset="0"/>
              </a:rPr>
              <a:t>A</a:t>
            </a:r>
            <a:r>
              <a:rPr lang="en-US" b="1" dirty="0">
                <a:latin typeface="Garamond" panose="02020404030301010803" pitchFamily="18" charset="0"/>
              </a:rPr>
              <a:t> = RM8 per MH).</a:t>
            </a:r>
          </a:p>
          <a:p>
            <a:pPr marL="800100" lvl="1" indent="-342900" algn="just">
              <a:lnSpc>
                <a:spcPct val="150000"/>
              </a:lnSpc>
              <a:buFont typeface="Arial" panose="020B0604020202020204" pitchFamily="34" charset="0"/>
              <a:buChar char="•"/>
            </a:pPr>
            <a:r>
              <a:rPr lang="en-US" b="1" dirty="0">
                <a:latin typeface="Garamond" panose="02020404030301010803" pitchFamily="18" charset="0"/>
              </a:rPr>
              <a:t>Enjoy getting CTS RM8 per MH once sales is done in Plan A in your group.</a:t>
            </a:r>
          </a:p>
          <a:p>
            <a:pPr marL="342900" indent="-342900" algn="just">
              <a:lnSpc>
                <a:spcPct val="150000"/>
              </a:lnSpc>
              <a:buFont typeface="Wingdings" panose="05000000000000000000" pitchFamily="2" charset="2"/>
              <a:buChar char="Ø"/>
            </a:pPr>
            <a:r>
              <a:rPr lang="en-US" sz="2000" b="1" dirty="0">
                <a:latin typeface="Garamond" panose="02020404030301010803" pitchFamily="18" charset="0"/>
              </a:rPr>
              <a:t>Plan B</a:t>
            </a:r>
          </a:p>
          <a:p>
            <a:pPr marL="800100" lvl="1" indent="-342900" algn="just">
              <a:lnSpc>
                <a:spcPct val="150000"/>
              </a:lnSpc>
              <a:buFont typeface="Arial" panose="020B0604020202020204" pitchFamily="34" charset="0"/>
              <a:buChar char="•"/>
            </a:pPr>
            <a:r>
              <a:rPr lang="en-US" b="1" dirty="0">
                <a:latin typeface="Garamond" panose="02020404030301010803" pitchFamily="18" charset="0"/>
              </a:rPr>
              <a:t>Exclusive right to enjoy getting Direct Frontier Incentive (DFI</a:t>
            </a:r>
            <a:r>
              <a:rPr lang="en-US" b="1" baseline="-25000" dirty="0">
                <a:latin typeface="Garamond" panose="02020404030301010803" pitchFamily="18" charset="0"/>
              </a:rPr>
              <a:t>B</a:t>
            </a:r>
            <a:r>
              <a:rPr lang="en-US" b="1" dirty="0">
                <a:latin typeface="Garamond" panose="02020404030301010803" pitchFamily="18" charset="0"/>
              </a:rPr>
              <a:t> = 40% of PPV).</a:t>
            </a:r>
          </a:p>
          <a:p>
            <a:pPr marL="800100" lvl="1" indent="-342900" algn="just">
              <a:lnSpc>
                <a:spcPct val="150000"/>
              </a:lnSpc>
              <a:buFont typeface="Arial" panose="020B0604020202020204" pitchFamily="34" charset="0"/>
              <a:buChar char="•"/>
            </a:pPr>
            <a:r>
              <a:rPr lang="en-US" b="1" dirty="0">
                <a:latin typeface="Garamond" panose="02020404030301010803" pitchFamily="18" charset="0"/>
              </a:rPr>
              <a:t>Enjoy getting Building Bonus (BB) to infinitive levels until it is blocked by the emergence of another qualified Frontier Partner or Team Leader who appears in your group. Then, instead of getting the Building Bonus, you will get the Generation Bonus (GB). </a:t>
            </a:r>
          </a:p>
          <a:p>
            <a:pPr marL="342900" indent="-342900" algn="just">
              <a:lnSpc>
                <a:spcPct val="150000"/>
              </a:lnSpc>
              <a:buFont typeface="Wingdings" panose="05000000000000000000" pitchFamily="2" charset="2"/>
              <a:buChar char="Ø"/>
            </a:pPr>
            <a:r>
              <a:rPr lang="en-US" b="1" dirty="0">
                <a:latin typeface="Garamond" panose="02020404030301010803" pitchFamily="18" charset="0"/>
              </a:rPr>
              <a:t>CTS</a:t>
            </a:r>
          </a:p>
          <a:p>
            <a:pPr marL="800100" lvl="1" indent="-342900" algn="just">
              <a:lnSpc>
                <a:spcPct val="150000"/>
              </a:lnSpc>
              <a:buFont typeface="Arial" panose="020B0604020202020204" pitchFamily="34" charset="0"/>
              <a:buChar char="•"/>
            </a:pPr>
            <a:r>
              <a:rPr lang="en-US" b="1" dirty="0">
                <a:latin typeface="Garamond" panose="02020404030301010803" pitchFamily="18" charset="0"/>
              </a:rPr>
              <a:t>Plan A allocates RM8 to the Direct Frontier when 1 MH is sold in your group.</a:t>
            </a:r>
          </a:p>
          <a:p>
            <a:pPr marL="800100" lvl="1" indent="-342900" algn="just">
              <a:lnSpc>
                <a:spcPct val="150000"/>
              </a:lnSpc>
              <a:buFont typeface="Arial" panose="020B0604020202020204" pitchFamily="34" charset="0"/>
              <a:buChar char="•"/>
            </a:pPr>
            <a:r>
              <a:rPr lang="en-US" b="1" dirty="0">
                <a:latin typeface="Garamond" panose="02020404030301010803" pitchFamily="18" charset="0"/>
              </a:rPr>
              <a:t>Plan B allocates 15% of PPV as CTS pool to be shared among all the qualified appointed Frontier Partners.</a:t>
            </a:r>
          </a:p>
        </p:txBody>
      </p:sp>
    </p:spTree>
    <p:extLst>
      <p:ext uri="{BB962C8B-B14F-4D97-AF65-F5344CB8AC3E}">
        <p14:creationId xmlns:p14="http://schemas.microsoft.com/office/powerpoint/2010/main" val="1172334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92787F-233C-4484-2BCB-2C110EB01001}"/>
              </a:ext>
            </a:extLst>
          </p:cNvPr>
          <p:cNvSpPr txBox="1"/>
          <p:nvPr/>
        </p:nvSpPr>
        <p:spPr>
          <a:xfrm>
            <a:off x="3054096" y="1657037"/>
            <a:ext cx="6279642" cy="2731261"/>
          </a:xfrm>
          <a:prstGeom prst="rect">
            <a:avLst/>
          </a:prstGeom>
          <a:noFill/>
        </p:spPr>
        <p:txBody>
          <a:bodyPr wrap="square">
            <a:spAutoFit/>
          </a:bodyPr>
          <a:lstStyle/>
          <a:p>
            <a:pPr algn="ctr">
              <a:buNone/>
            </a:pPr>
            <a:r>
              <a:rPr lang="en-US" sz="3200" b="1" dirty="0">
                <a:latin typeface="Garamond" panose="02020404030301010803" pitchFamily="18" charset="0"/>
              </a:rPr>
              <a:t>PHASE 2 :  </a:t>
            </a:r>
          </a:p>
          <a:p>
            <a:pPr algn="ctr">
              <a:lnSpc>
                <a:spcPct val="150000"/>
              </a:lnSpc>
              <a:buNone/>
            </a:pPr>
            <a:r>
              <a:rPr lang="en-US" sz="3200" b="1" dirty="0">
                <a:latin typeface="Garamond" panose="02020404030301010803" pitchFamily="18" charset="0"/>
              </a:rPr>
              <a:t>To be launched later</a:t>
            </a:r>
          </a:p>
          <a:p>
            <a:pPr algn="ctr">
              <a:lnSpc>
                <a:spcPct val="150000"/>
              </a:lnSpc>
              <a:buNone/>
            </a:pPr>
            <a:r>
              <a:rPr lang="en-US" sz="3200" b="1" dirty="0">
                <a:latin typeface="Garamond" panose="02020404030301010803" pitchFamily="18" charset="0"/>
              </a:rPr>
              <a:t>NETWORK EXPANSION </a:t>
            </a:r>
          </a:p>
          <a:p>
            <a:pPr algn="ctr">
              <a:lnSpc>
                <a:spcPct val="150000"/>
              </a:lnSpc>
              <a:buNone/>
            </a:pPr>
            <a:r>
              <a:rPr lang="en-US" sz="3200" b="1" dirty="0">
                <a:latin typeface="Garamond" panose="02020404030301010803" pitchFamily="18" charset="0"/>
              </a:rPr>
              <a:t>(MLM)</a:t>
            </a:r>
          </a:p>
        </p:txBody>
      </p:sp>
    </p:spTree>
    <p:extLst>
      <p:ext uri="{BB962C8B-B14F-4D97-AF65-F5344CB8AC3E}">
        <p14:creationId xmlns:p14="http://schemas.microsoft.com/office/powerpoint/2010/main" val="4135814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33181C1-A2E8-63DF-D1F6-F06322EB2966}"/>
              </a:ext>
            </a:extLst>
          </p:cNvPr>
          <p:cNvGraphicFramePr>
            <a:graphicFrameLocks noGrp="1"/>
          </p:cNvGraphicFramePr>
          <p:nvPr>
            <p:extLst>
              <p:ext uri="{D42A27DB-BD31-4B8C-83A1-F6EECF244321}">
                <p14:modId xmlns:p14="http://schemas.microsoft.com/office/powerpoint/2010/main" val="2966506809"/>
              </p:ext>
            </p:extLst>
          </p:nvPr>
        </p:nvGraphicFramePr>
        <p:xfrm>
          <a:off x="2803574" y="2554858"/>
          <a:ext cx="6753010" cy="4303142"/>
        </p:xfrm>
        <a:graphic>
          <a:graphicData uri="http://schemas.openxmlformats.org/drawingml/2006/table">
            <a:tbl>
              <a:tblPr/>
              <a:tblGrid>
                <a:gridCol w="3345053">
                  <a:extLst>
                    <a:ext uri="{9D8B030D-6E8A-4147-A177-3AD203B41FA5}">
                      <a16:colId xmlns:a16="http://schemas.microsoft.com/office/drawing/2014/main" val="86168849"/>
                    </a:ext>
                  </a:extLst>
                </a:gridCol>
                <a:gridCol w="3407957">
                  <a:extLst>
                    <a:ext uri="{9D8B030D-6E8A-4147-A177-3AD203B41FA5}">
                      <a16:colId xmlns:a16="http://schemas.microsoft.com/office/drawing/2014/main" val="1411973949"/>
                    </a:ext>
                  </a:extLst>
                </a:gridCol>
              </a:tblGrid>
              <a:tr h="252826">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b="1" dirty="0">
                          <a:solidFill>
                            <a:schemeClr val="accent1"/>
                          </a:solidFill>
                          <a:latin typeface="Garamond" panose="02020404030301010803" pitchFamily="18" charset="0"/>
                        </a:rPr>
                        <a:t>Commission Structure</a:t>
                      </a:r>
                    </a:p>
                  </a:txBody>
                  <a:tcPr anchor="ctr">
                    <a:lnL>
                      <a:noFill/>
                    </a:lnL>
                    <a:lnR>
                      <a:noFill/>
                    </a:lnR>
                    <a:lnT>
                      <a:noFill/>
                    </a:lnT>
                    <a:lnB>
                      <a:noFill/>
                    </a:lnB>
                    <a:noFill/>
                  </a:tcPr>
                </a:tc>
                <a:tc>
                  <a:txBody>
                    <a:bodyPr/>
                    <a:lstStyle/>
                    <a:p>
                      <a:pPr>
                        <a:lnSpc>
                          <a:spcPct val="150000"/>
                        </a:lnSpc>
                        <a:buNone/>
                      </a:pPr>
                      <a:endParaRPr lang="en-US" sz="2000" b="1" dirty="0">
                        <a:latin typeface="Garamond" panose="02020404030301010803" pitchFamily="18" charset="0"/>
                      </a:endParaRPr>
                    </a:p>
                  </a:txBody>
                  <a:tcPr anchor="ctr">
                    <a:lnL>
                      <a:noFill/>
                    </a:lnL>
                    <a:lnR>
                      <a:noFill/>
                    </a:lnR>
                    <a:lnT>
                      <a:noFill/>
                    </a:lnT>
                    <a:lnB>
                      <a:noFill/>
                    </a:lnB>
                    <a:noFill/>
                  </a:tcPr>
                </a:tc>
                <a:extLst>
                  <a:ext uri="{0D108BD9-81ED-4DB2-BD59-A6C34878D82A}">
                    <a16:rowId xmlns:a16="http://schemas.microsoft.com/office/drawing/2014/main" val="2278926721"/>
                  </a:ext>
                </a:extLst>
              </a:tr>
              <a:tr h="252826">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b="1" dirty="0">
                          <a:latin typeface="Garamond" panose="02020404030301010803" pitchFamily="18" charset="0"/>
                        </a:rPr>
                        <a:t>Plan A Bonus Allocations</a:t>
                      </a:r>
                    </a:p>
                  </a:txBody>
                  <a:tcPr anchor="ctr">
                    <a:lnL>
                      <a:noFill/>
                    </a:lnL>
                    <a:lnR>
                      <a:noFill/>
                    </a:lnR>
                    <a:lnT>
                      <a:noFill/>
                    </a:lnT>
                    <a:lnB>
                      <a:noFill/>
                    </a:lnB>
                    <a:no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b="1" dirty="0">
                          <a:latin typeface="Garamond" panose="02020404030301010803" pitchFamily="18" charset="0"/>
                        </a:rPr>
                        <a:t>Amount</a:t>
                      </a:r>
                    </a:p>
                  </a:txBody>
                  <a:tcPr anchor="ctr">
                    <a:lnL>
                      <a:noFill/>
                    </a:lnL>
                    <a:lnR>
                      <a:noFill/>
                    </a:lnR>
                    <a:lnT>
                      <a:noFill/>
                    </a:lnT>
                    <a:lnB>
                      <a:noFill/>
                    </a:lnB>
                    <a:noFill/>
                  </a:tcPr>
                </a:tc>
                <a:extLst>
                  <a:ext uri="{0D108BD9-81ED-4DB2-BD59-A6C34878D82A}">
                    <a16:rowId xmlns:a16="http://schemas.microsoft.com/office/drawing/2014/main" val="498811776"/>
                  </a:ext>
                </a:extLst>
              </a:tr>
              <a:tr h="121920">
                <a:tc>
                  <a:txBody>
                    <a:bodyPr/>
                    <a:lstStyle/>
                    <a:p>
                      <a:pPr>
                        <a:lnSpc>
                          <a:spcPct val="100000"/>
                        </a:lnSpc>
                        <a:buNone/>
                      </a:pPr>
                      <a:r>
                        <a:rPr lang="en-US" b="0" dirty="0">
                          <a:latin typeface="Garamond" panose="02020404030301010803" pitchFamily="18" charset="0"/>
                        </a:rPr>
                        <a:t>Direct Sponsor Bonus (DSB)</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RM50</a:t>
                      </a:r>
                    </a:p>
                  </a:txBody>
                  <a:tcPr anchor="ctr">
                    <a:lnL>
                      <a:noFill/>
                    </a:lnL>
                    <a:lnR>
                      <a:noFill/>
                    </a:lnR>
                    <a:lnT>
                      <a:noFill/>
                    </a:lnT>
                    <a:lnB>
                      <a:noFill/>
                    </a:lnB>
                    <a:noFill/>
                  </a:tcPr>
                </a:tc>
                <a:extLst>
                  <a:ext uri="{0D108BD9-81ED-4DB2-BD59-A6C34878D82A}">
                    <a16:rowId xmlns:a16="http://schemas.microsoft.com/office/drawing/2014/main" val="928627543"/>
                  </a:ext>
                </a:extLst>
              </a:tr>
              <a:tr h="243840">
                <a:tc>
                  <a:txBody>
                    <a:bodyPr/>
                    <a:lstStyle/>
                    <a:p>
                      <a:pPr>
                        <a:lnSpc>
                          <a:spcPct val="100000"/>
                        </a:lnSpc>
                        <a:buNone/>
                      </a:pPr>
                      <a:r>
                        <a:rPr lang="en-US" b="0" dirty="0">
                          <a:latin typeface="Garamond" panose="02020404030301010803" pitchFamily="18" charset="0"/>
                        </a:rPr>
                        <a:t>Direct Frontier Incentive (DFI)</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RM8</a:t>
                      </a:r>
                    </a:p>
                  </a:txBody>
                  <a:tcPr anchor="ctr">
                    <a:lnL>
                      <a:noFill/>
                    </a:lnL>
                    <a:lnR>
                      <a:noFill/>
                    </a:lnR>
                    <a:lnT>
                      <a:noFill/>
                    </a:lnT>
                    <a:lnB>
                      <a:noFill/>
                    </a:lnB>
                    <a:noFill/>
                  </a:tcPr>
                </a:tc>
                <a:extLst>
                  <a:ext uri="{0D108BD9-81ED-4DB2-BD59-A6C34878D82A}">
                    <a16:rowId xmlns:a16="http://schemas.microsoft.com/office/drawing/2014/main" val="4093423428"/>
                  </a:ext>
                </a:extLst>
              </a:tr>
              <a:tr h="121920">
                <a:tc>
                  <a:txBody>
                    <a:bodyPr/>
                    <a:lstStyle/>
                    <a:p>
                      <a:pPr>
                        <a:lnSpc>
                          <a:spcPct val="100000"/>
                        </a:lnSpc>
                        <a:buNone/>
                      </a:pPr>
                      <a:r>
                        <a:rPr lang="en-US" b="0" dirty="0">
                          <a:latin typeface="Garamond" panose="02020404030301010803" pitchFamily="18" charset="0"/>
                        </a:rPr>
                        <a:t>Online Registration Reward (ORR)</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RM12</a:t>
                      </a:r>
                    </a:p>
                  </a:txBody>
                  <a:tcPr anchor="ctr">
                    <a:lnL>
                      <a:noFill/>
                    </a:lnL>
                    <a:lnR>
                      <a:noFill/>
                    </a:lnR>
                    <a:lnT>
                      <a:noFill/>
                    </a:lnT>
                    <a:lnB>
                      <a:noFill/>
                    </a:lnB>
                    <a:noFill/>
                  </a:tcPr>
                </a:tc>
                <a:extLst>
                  <a:ext uri="{0D108BD9-81ED-4DB2-BD59-A6C34878D82A}">
                    <a16:rowId xmlns:a16="http://schemas.microsoft.com/office/drawing/2014/main" val="4180295103"/>
                  </a:ext>
                </a:extLst>
              </a:tr>
              <a:tr h="0">
                <a:tc>
                  <a:txBody>
                    <a:bodyPr/>
                    <a:lstStyle/>
                    <a:p>
                      <a:pPr>
                        <a:lnSpc>
                          <a:spcPct val="100000"/>
                        </a:lnSpc>
                        <a:buNone/>
                      </a:pPr>
                      <a:r>
                        <a:rPr lang="en-US" dirty="0">
                          <a:latin typeface="Garamond" panose="02020404030301010803" pitchFamily="18" charset="0"/>
                        </a:rPr>
                        <a:t>Company Turnover Share (CTS)</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RM8 per Mega H</a:t>
                      </a:r>
                      <a:r>
                        <a:rPr lang="en-US" baseline="30000" dirty="0">
                          <a:latin typeface="Garamond" panose="02020404030301010803" pitchFamily="18" charset="0"/>
                        </a:rPr>
                        <a:t>®</a:t>
                      </a:r>
                      <a:r>
                        <a:rPr lang="en-US" dirty="0">
                          <a:latin typeface="Garamond" panose="02020404030301010803" pitchFamily="18" charset="0"/>
                        </a:rPr>
                        <a:t> sold</a:t>
                      </a:r>
                    </a:p>
                  </a:txBody>
                  <a:tcPr anchor="ctr">
                    <a:lnL>
                      <a:noFill/>
                    </a:lnL>
                    <a:lnR>
                      <a:noFill/>
                    </a:lnR>
                    <a:lnT>
                      <a:noFill/>
                    </a:lnT>
                    <a:lnB>
                      <a:noFill/>
                    </a:lnB>
                    <a:noFill/>
                  </a:tcPr>
                </a:tc>
                <a:extLst>
                  <a:ext uri="{0D108BD9-81ED-4DB2-BD59-A6C34878D82A}">
                    <a16:rowId xmlns:a16="http://schemas.microsoft.com/office/drawing/2014/main" val="1856685860"/>
                  </a:ext>
                </a:extLst>
              </a:tr>
              <a:tr h="128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Garamond" panose="02020404030301010803" pitchFamily="18" charset="0"/>
                        </a:rPr>
                        <a:t>3 × 3 Matrix Gift Points (GP)</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Level 1: 13 GP</a:t>
                      </a:r>
                    </a:p>
                  </a:txBody>
                  <a:tcPr anchor="ctr">
                    <a:lnL>
                      <a:noFill/>
                    </a:lnL>
                    <a:lnR>
                      <a:noFill/>
                    </a:lnR>
                    <a:lnT>
                      <a:noFill/>
                    </a:lnT>
                    <a:lnB>
                      <a:noFill/>
                    </a:lnB>
                    <a:noFill/>
                  </a:tcPr>
                </a:tc>
                <a:extLst>
                  <a:ext uri="{0D108BD9-81ED-4DB2-BD59-A6C34878D82A}">
                    <a16:rowId xmlns:a16="http://schemas.microsoft.com/office/drawing/2014/main" val="1001008522"/>
                  </a:ext>
                </a:extLst>
              </a:tr>
              <a:tr h="237744">
                <a:tc>
                  <a:txBody>
                    <a:bodyPr/>
                    <a:lstStyle/>
                    <a:p>
                      <a:pPr>
                        <a:lnSpc>
                          <a:spcPct val="100000"/>
                        </a:lnSpc>
                        <a:buNone/>
                      </a:pPr>
                      <a:endParaRPr lang="en-US" dirty="0">
                        <a:latin typeface="Garamond" panose="02020404030301010803" pitchFamily="18" charset="0"/>
                      </a:endParaRP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Level 2:   4 GP</a:t>
                      </a:r>
                    </a:p>
                  </a:txBody>
                  <a:tcPr anchor="ctr">
                    <a:lnL>
                      <a:noFill/>
                    </a:lnL>
                    <a:lnR>
                      <a:noFill/>
                    </a:lnR>
                    <a:lnT>
                      <a:noFill/>
                    </a:lnT>
                    <a:lnB>
                      <a:noFill/>
                    </a:lnB>
                    <a:noFill/>
                  </a:tcPr>
                </a:tc>
                <a:extLst>
                  <a:ext uri="{0D108BD9-81ED-4DB2-BD59-A6C34878D82A}">
                    <a16:rowId xmlns:a16="http://schemas.microsoft.com/office/drawing/2014/main" val="2486506552"/>
                  </a:ext>
                </a:extLst>
              </a:tr>
              <a:tr h="128016">
                <a:tc>
                  <a:txBody>
                    <a:bodyPr/>
                    <a:lstStyle/>
                    <a:p>
                      <a:pPr>
                        <a:lnSpc>
                          <a:spcPct val="100000"/>
                        </a:lnSpc>
                        <a:buNone/>
                      </a:pPr>
                      <a:endParaRPr lang="en-US" dirty="0">
                        <a:latin typeface="Garamond" panose="02020404030301010803" pitchFamily="18" charset="0"/>
                      </a:endParaRP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Level 3: 13 GP</a:t>
                      </a:r>
                    </a:p>
                  </a:txBody>
                  <a:tcPr anchor="ctr">
                    <a:lnL>
                      <a:noFill/>
                    </a:lnL>
                    <a:lnR>
                      <a:noFill/>
                    </a:lnR>
                    <a:lnT>
                      <a:noFill/>
                    </a:lnT>
                    <a:lnB>
                      <a:noFill/>
                    </a:lnB>
                    <a:noFill/>
                  </a:tcPr>
                </a:tc>
                <a:extLst>
                  <a:ext uri="{0D108BD9-81ED-4DB2-BD59-A6C34878D82A}">
                    <a16:rowId xmlns:a16="http://schemas.microsoft.com/office/drawing/2014/main" val="3484045026"/>
                  </a:ext>
                </a:extLst>
              </a:tr>
              <a:tr h="128016">
                <a:tc>
                  <a:txBody>
                    <a:bodyPr/>
                    <a:lstStyle/>
                    <a:p>
                      <a:pPr>
                        <a:lnSpc>
                          <a:spcPct val="100000"/>
                        </a:lnSpc>
                        <a:buNone/>
                      </a:pPr>
                      <a:endParaRPr lang="en-US" dirty="0">
                        <a:latin typeface="Garamond" panose="02020404030301010803" pitchFamily="18" charset="0"/>
                      </a:endParaRP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Level 4:   4 GP</a:t>
                      </a:r>
                    </a:p>
                  </a:txBody>
                  <a:tcPr anchor="ctr">
                    <a:lnL>
                      <a:noFill/>
                    </a:lnL>
                    <a:lnR>
                      <a:noFill/>
                    </a:lnR>
                    <a:lnT>
                      <a:noFill/>
                    </a:lnT>
                    <a:lnB>
                      <a:noFill/>
                    </a:lnB>
                    <a:noFill/>
                  </a:tcPr>
                </a:tc>
                <a:extLst>
                  <a:ext uri="{0D108BD9-81ED-4DB2-BD59-A6C34878D82A}">
                    <a16:rowId xmlns:a16="http://schemas.microsoft.com/office/drawing/2014/main" val="2686075963"/>
                  </a:ext>
                </a:extLst>
              </a:tr>
              <a:tr h="128016">
                <a:tc>
                  <a:txBody>
                    <a:bodyPr/>
                    <a:lstStyle/>
                    <a:p>
                      <a:pPr>
                        <a:lnSpc>
                          <a:spcPct val="100000"/>
                        </a:lnSpc>
                        <a:buNone/>
                      </a:pPr>
                      <a:endParaRPr lang="en-US" dirty="0">
                        <a:latin typeface="Garamond" panose="02020404030301010803" pitchFamily="18" charset="0"/>
                      </a:endParaRP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Level 5:   4 GP</a:t>
                      </a:r>
                    </a:p>
                  </a:txBody>
                  <a:tcPr anchor="ctr">
                    <a:lnL>
                      <a:noFill/>
                    </a:lnL>
                    <a:lnR>
                      <a:noFill/>
                    </a:lnR>
                    <a:lnT>
                      <a:noFill/>
                    </a:lnT>
                    <a:lnB>
                      <a:noFill/>
                    </a:lnB>
                    <a:noFill/>
                  </a:tcPr>
                </a:tc>
                <a:extLst>
                  <a:ext uri="{0D108BD9-81ED-4DB2-BD59-A6C34878D82A}">
                    <a16:rowId xmlns:a16="http://schemas.microsoft.com/office/drawing/2014/main" val="207402633"/>
                  </a:ext>
                </a:extLst>
              </a:tr>
            </a:tbl>
          </a:graphicData>
        </a:graphic>
      </p:graphicFrame>
      <p:sp>
        <p:nvSpPr>
          <p:cNvPr id="4" name="TextBox 3">
            <a:extLst>
              <a:ext uri="{FF2B5EF4-FFF2-40B4-BE49-F238E27FC236}">
                <a16:creationId xmlns:a16="http://schemas.microsoft.com/office/drawing/2014/main" id="{49C98551-804C-8F7A-3D1C-283726BB8F2B}"/>
              </a:ext>
            </a:extLst>
          </p:cNvPr>
          <p:cNvSpPr txBox="1"/>
          <p:nvPr/>
        </p:nvSpPr>
        <p:spPr>
          <a:xfrm>
            <a:off x="2803574" y="242322"/>
            <a:ext cx="6584852" cy="2361544"/>
          </a:xfrm>
          <a:prstGeom prst="rect">
            <a:avLst/>
          </a:prstGeom>
          <a:noFill/>
        </p:spPr>
        <p:txBody>
          <a:bodyPr wrap="square">
            <a:spAutoFit/>
          </a:bodyPr>
          <a:lstStyle/>
          <a:p>
            <a:pPr algn="just">
              <a:lnSpc>
                <a:spcPct val="150000"/>
              </a:lnSpc>
              <a:buNone/>
            </a:pPr>
            <a:r>
              <a:rPr lang="en-US" sz="2400" b="1" dirty="0">
                <a:latin typeface="Garamond" panose="02020404030301010803" pitchFamily="18" charset="0"/>
              </a:rPr>
              <a:t>PHASE 2: NETWORK EXPANSION (MLM)</a:t>
            </a:r>
          </a:p>
          <a:p>
            <a:pPr algn="just">
              <a:lnSpc>
                <a:spcPct val="150000"/>
              </a:lnSpc>
              <a:buNone/>
            </a:pPr>
            <a:r>
              <a:rPr lang="en-US" sz="2000" b="1" dirty="0">
                <a:latin typeface="Garamond" panose="02020404030301010803" pitchFamily="18" charset="0"/>
              </a:rPr>
              <a:t>Business Model:</a:t>
            </a:r>
            <a:r>
              <a:rPr lang="en-US" sz="2000" dirty="0">
                <a:latin typeface="Garamond" panose="02020404030301010803" pitchFamily="18" charset="0"/>
              </a:rPr>
              <a:t> </a:t>
            </a:r>
            <a:r>
              <a:rPr lang="en-US" sz="2000" b="1" dirty="0">
                <a:latin typeface="Garamond" panose="02020404030301010803" pitchFamily="18" charset="0"/>
              </a:rPr>
              <a:t>C2C</a:t>
            </a:r>
            <a:endParaRPr lang="en-US" sz="2000" dirty="0">
              <a:latin typeface="Garamond" panose="02020404030301010803" pitchFamily="18" charset="0"/>
            </a:endParaRPr>
          </a:p>
          <a:p>
            <a:pPr algn="just">
              <a:lnSpc>
                <a:spcPct val="150000"/>
              </a:lnSpc>
              <a:buNone/>
            </a:pPr>
            <a:r>
              <a:rPr lang="en-US" sz="2000" b="1" dirty="0">
                <a:latin typeface="Garamond" panose="02020404030301010803" pitchFamily="18" charset="0"/>
              </a:rPr>
              <a:t>PLAN A</a:t>
            </a:r>
            <a:r>
              <a:rPr lang="en-US" b="1" dirty="0">
                <a:latin typeface="Garamond" panose="02020404030301010803" pitchFamily="18" charset="0"/>
              </a:rPr>
              <a:t> – Member Acquisition &amp; Network Development</a:t>
            </a:r>
          </a:p>
          <a:p>
            <a:pPr algn="just">
              <a:lnSpc>
                <a:spcPct val="150000"/>
              </a:lnSpc>
              <a:buNone/>
            </a:pPr>
            <a:r>
              <a:rPr lang="en-US" dirty="0">
                <a:latin typeface="Garamond" panose="02020404030301010803" pitchFamily="18" charset="0"/>
              </a:rPr>
              <a:t>Plan A rewards members for introducing new members and building their organizations through the </a:t>
            </a:r>
            <a:r>
              <a:rPr lang="en-US" b="1" dirty="0">
                <a:latin typeface="Garamond" panose="02020404030301010803" pitchFamily="18" charset="0"/>
              </a:rPr>
              <a:t>3 × 3 Matrix System</a:t>
            </a:r>
            <a:r>
              <a:rPr lang="en-US" dirty="0">
                <a:latin typeface="Garamond" panose="02020404030301010803" pitchFamily="18" charset="0"/>
              </a:rPr>
              <a:t>.</a:t>
            </a:r>
          </a:p>
        </p:txBody>
      </p:sp>
    </p:spTree>
    <p:extLst>
      <p:ext uri="{BB962C8B-B14F-4D97-AF65-F5344CB8AC3E}">
        <p14:creationId xmlns:p14="http://schemas.microsoft.com/office/powerpoint/2010/main" val="218706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3F496D-B0C9-0C82-43B1-27F0E568378C}"/>
              </a:ext>
            </a:extLst>
          </p:cNvPr>
          <p:cNvSpPr txBox="1"/>
          <p:nvPr/>
        </p:nvSpPr>
        <p:spPr>
          <a:xfrm>
            <a:off x="1959043" y="343540"/>
            <a:ext cx="8455973" cy="4847481"/>
          </a:xfrm>
          <a:prstGeom prst="rect">
            <a:avLst/>
          </a:prstGeom>
          <a:noFill/>
        </p:spPr>
        <p:txBody>
          <a:bodyPr wrap="square">
            <a:spAutoFit/>
          </a:bodyPr>
          <a:lstStyle/>
          <a:p>
            <a:pPr algn="just">
              <a:lnSpc>
                <a:spcPct val="200000"/>
              </a:lnSpc>
              <a:buNone/>
            </a:pPr>
            <a:r>
              <a:rPr lang="en-US" b="1" dirty="0">
                <a:latin typeface="Garamond" panose="02020404030301010803" pitchFamily="18" charset="0"/>
              </a:rPr>
              <a:t>Product Price:</a:t>
            </a:r>
            <a:r>
              <a:rPr lang="en-US" dirty="0">
                <a:latin typeface="Garamond" panose="02020404030301010803" pitchFamily="18" charset="0"/>
              </a:rPr>
              <a:t> RM248 (one-time entry purchase)</a:t>
            </a:r>
          </a:p>
          <a:p>
            <a:pPr algn="just">
              <a:buNone/>
            </a:pPr>
            <a:r>
              <a:rPr lang="en-US" b="1" dirty="0">
                <a:latin typeface="Garamond" panose="02020404030301010803" pitchFamily="18" charset="0"/>
              </a:rPr>
              <a:t>Courier Delivery:</a:t>
            </a:r>
            <a:r>
              <a:rPr lang="en-US" dirty="0">
                <a:latin typeface="Garamond" panose="02020404030301010803" pitchFamily="18" charset="0"/>
              </a:rPr>
              <a:t> Free</a:t>
            </a:r>
          </a:p>
          <a:p>
            <a:pPr algn="just">
              <a:lnSpc>
                <a:spcPct val="200000"/>
              </a:lnSpc>
              <a:buNone/>
            </a:pPr>
            <a:r>
              <a:rPr lang="en-US" sz="2400" b="1" dirty="0">
                <a:latin typeface="Garamond" panose="02020404030301010803" pitchFamily="18" charset="0"/>
              </a:rPr>
              <a:t>Plan A Business Mechanism</a:t>
            </a:r>
          </a:p>
          <a:p>
            <a:pPr algn="just">
              <a:buNone/>
            </a:pPr>
            <a:r>
              <a:rPr lang="en-US" dirty="0">
                <a:latin typeface="Garamond" panose="02020404030301010803" pitchFamily="18" charset="0"/>
              </a:rPr>
              <a:t>Frontier Partners act as mentors by supporting both direct and indirect members in building their organizations.</a:t>
            </a:r>
          </a:p>
          <a:p>
            <a:pPr algn="just">
              <a:spcBef>
                <a:spcPts val="600"/>
              </a:spcBef>
              <a:buNone/>
            </a:pPr>
            <a:r>
              <a:rPr lang="en-US" dirty="0">
                <a:latin typeface="Garamond" panose="02020404030301010803" pitchFamily="18" charset="0"/>
              </a:rPr>
              <a:t>For every successful </a:t>
            </a:r>
            <a:r>
              <a:rPr lang="en-US" b="1" dirty="0">
                <a:latin typeface="Garamond" panose="02020404030301010803" pitchFamily="18" charset="0"/>
              </a:rPr>
              <a:t>newbie</a:t>
            </a:r>
            <a:r>
              <a:rPr lang="en-US" dirty="0">
                <a:latin typeface="Garamond" panose="02020404030301010803" pitchFamily="18" charset="0"/>
              </a:rPr>
              <a:t> registration:</a:t>
            </a:r>
          </a:p>
          <a:p>
            <a:pPr lvl="1" algn="just">
              <a:spcBef>
                <a:spcPts val="1200"/>
              </a:spcBef>
              <a:buFont typeface="Arial" panose="020B0604020202020204" pitchFamily="34" charset="0"/>
              <a:buChar char="•"/>
            </a:pPr>
            <a:r>
              <a:rPr lang="en-US" dirty="0">
                <a:latin typeface="Garamond" panose="02020404030301010803" pitchFamily="18" charset="0"/>
              </a:rPr>
              <a:t> The qualified Frontier Partner receives a </a:t>
            </a:r>
            <a:r>
              <a:rPr lang="en-US" b="1" dirty="0">
                <a:latin typeface="Garamond" panose="02020404030301010803" pitchFamily="18" charset="0"/>
              </a:rPr>
              <a:t>Direct Frontier Incentive (DFI) of RM8</a:t>
            </a:r>
            <a:r>
              <a:rPr lang="en-US" dirty="0">
                <a:latin typeface="Garamond" panose="02020404030301010803" pitchFamily="18" charset="0"/>
              </a:rPr>
              <a:t>. </a:t>
            </a:r>
          </a:p>
          <a:p>
            <a:pPr lvl="1" algn="just">
              <a:spcBef>
                <a:spcPts val="1200"/>
              </a:spcBef>
              <a:buFont typeface="Arial" panose="020B0604020202020204" pitchFamily="34" charset="0"/>
              <a:buChar char="•"/>
            </a:pPr>
            <a:r>
              <a:rPr lang="en-US" dirty="0">
                <a:latin typeface="Garamond" panose="02020404030301010803" pitchFamily="18" charset="0"/>
              </a:rPr>
              <a:t> The Direct Sponsor receives a </a:t>
            </a:r>
            <a:r>
              <a:rPr lang="en-US" b="1" dirty="0">
                <a:latin typeface="Garamond" panose="02020404030301010803" pitchFamily="18" charset="0"/>
              </a:rPr>
              <a:t>Direct Sponsor Bonus (DSB) of RM50</a:t>
            </a:r>
            <a:r>
              <a:rPr lang="en-US" dirty="0">
                <a:latin typeface="Garamond" panose="02020404030301010803" pitchFamily="18" charset="0"/>
              </a:rPr>
              <a:t>. </a:t>
            </a:r>
          </a:p>
          <a:p>
            <a:pPr lvl="1" algn="just">
              <a:spcBef>
                <a:spcPts val="1200"/>
              </a:spcBef>
              <a:buFont typeface="Arial" panose="020B0604020202020204" pitchFamily="34" charset="0"/>
              <a:buChar char="•"/>
            </a:pPr>
            <a:r>
              <a:rPr lang="en-US" dirty="0">
                <a:latin typeface="Garamond" panose="02020404030301010803" pitchFamily="18" charset="0"/>
              </a:rPr>
              <a:t> </a:t>
            </a:r>
            <a:r>
              <a:rPr lang="en-US" b="1" dirty="0">
                <a:latin typeface="Garamond" panose="02020404030301010803" pitchFamily="18" charset="0"/>
              </a:rPr>
              <a:t>Online Registration Reward (ORR) of RM12 </a:t>
            </a:r>
            <a:r>
              <a:rPr lang="en-US" dirty="0">
                <a:latin typeface="Garamond" panose="02020404030301010803" pitchFamily="18" charset="0"/>
              </a:rPr>
              <a:t>will be given to anyone who is doing the online registration.</a:t>
            </a:r>
          </a:p>
          <a:p>
            <a:pPr lvl="1" algn="just">
              <a:spcBef>
                <a:spcPts val="1200"/>
              </a:spcBef>
              <a:buFont typeface="Arial" panose="020B0604020202020204" pitchFamily="34" charset="0"/>
              <a:buChar char="•"/>
            </a:pPr>
            <a:r>
              <a:rPr lang="en-US" dirty="0">
                <a:latin typeface="Garamond" panose="02020404030301010803" pitchFamily="18" charset="0"/>
              </a:rPr>
              <a:t> The system distributes </a:t>
            </a:r>
            <a:r>
              <a:rPr lang="en-US" b="1" dirty="0">
                <a:latin typeface="Garamond" panose="02020404030301010803" pitchFamily="18" charset="0"/>
              </a:rPr>
              <a:t>Gift Points (GP)</a:t>
            </a:r>
            <a:r>
              <a:rPr lang="en-US" dirty="0">
                <a:latin typeface="Garamond" panose="02020404030301010803" pitchFamily="18" charset="0"/>
              </a:rPr>
              <a:t> to the five eligible </a:t>
            </a:r>
            <a:r>
              <a:rPr lang="en-US" b="1" dirty="0">
                <a:latin typeface="Garamond" panose="02020404030301010803" pitchFamily="18" charset="0"/>
              </a:rPr>
              <a:t>Placement Uplines </a:t>
            </a:r>
            <a:r>
              <a:rPr lang="en-US" dirty="0">
                <a:latin typeface="Garamond" panose="02020404030301010803" pitchFamily="18" charset="0"/>
              </a:rPr>
              <a:t>according to the </a:t>
            </a:r>
            <a:r>
              <a:rPr lang="en-US" b="1" dirty="0">
                <a:latin typeface="Garamond" panose="02020404030301010803" pitchFamily="18" charset="0"/>
              </a:rPr>
              <a:t>3 × 3 Matrix</a:t>
            </a:r>
            <a:r>
              <a:rPr lang="en-US" dirty="0">
                <a:latin typeface="Garamond" panose="02020404030301010803" pitchFamily="18" charset="0"/>
              </a:rPr>
              <a:t> structure.</a:t>
            </a:r>
          </a:p>
        </p:txBody>
      </p:sp>
    </p:spTree>
    <p:extLst>
      <p:ext uri="{BB962C8B-B14F-4D97-AF65-F5344CB8AC3E}">
        <p14:creationId xmlns:p14="http://schemas.microsoft.com/office/powerpoint/2010/main" val="2248407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F83D7-6246-F293-8BC3-5AD26AF2A19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0A16AA5-FCBF-E7FC-7FDA-E05A9349CD44}"/>
              </a:ext>
            </a:extLst>
          </p:cNvPr>
          <p:cNvGraphicFramePr>
            <a:graphicFrameLocks noGrp="1"/>
          </p:cNvGraphicFramePr>
          <p:nvPr>
            <p:extLst>
              <p:ext uri="{D42A27DB-BD31-4B8C-83A1-F6EECF244321}">
                <p14:modId xmlns:p14="http://schemas.microsoft.com/office/powerpoint/2010/main" val="1891661584"/>
              </p:ext>
            </p:extLst>
          </p:nvPr>
        </p:nvGraphicFramePr>
        <p:xfrm>
          <a:off x="2632416" y="1365270"/>
          <a:ext cx="7471704" cy="3888932"/>
        </p:xfrm>
        <a:graphic>
          <a:graphicData uri="http://schemas.openxmlformats.org/drawingml/2006/table">
            <a:tbl>
              <a:tblPr/>
              <a:tblGrid>
                <a:gridCol w="4682784">
                  <a:extLst>
                    <a:ext uri="{9D8B030D-6E8A-4147-A177-3AD203B41FA5}">
                      <a16:colId xmlns:a16="http://schemas.microsoft.com/office/drawing/2014/main" val="2475539052"/>
                    </a:ext>
                  </a:extLst>
                </a:gridCol>
                <a:gridCol w="2788920">
                  <a:extLst>
                    <a:ext uri="{9D8B030D-6E8A-4147-A177-3AD203B41FA5}">
                      <a16:colId xmlns:a16="http://schemas.microsoft.com/office/drawing/2014/main" val="999858698"/>
                    </a:ext>
                  </a:extLst>
                </a:gridCol>
              </a:tblGrid>
              <a:tr h="481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Garamond" panose="02020404030301010803" pitchFamily="18" charset="0"/>
                        </a:rPr>
                        <a:t>Commission Structure</a:t>
                      </a:r>
                    </a:p>
                  </a:txBody>
                  <a:tcPr anchor="ctr">
                    <a:lnL>
                      <a:noFill/>
                    </a:lnL>
                    <a:lnR>
                      <a:noFill/>
                    </a:lnR>
                    <a:lnT>
                      <a:noFill/>
                    </a:lnT>
                    <a:lnB>
                      <a:noFill/>
                    </a:lnB>
                    <a:noFill/>
                  </a:tcPr>
                </a:tc>
                <a:tc>
                  <a:txBody>
                    <a:bodyPr/>
                    <a:lstStyle/>
                    <a:p>
                      <a:pPr>
                        <a:lnSpc>
                          <a:spcPct val="100000"/>
                        </a:lnSpc>
                        <a:buNone/>
                      </a:pPr>
                      <a:endParaRPr lang="en-US" sz="2000" b="1" dirty="0">
                        <a:latin typeface="Garamond" panose="02020404030301010803" pitchFamily="18" charset="0"/>
                      </a:endParaRPr>
                    </a:p>
                  </a:txBody>
                  <a:tcPr anchor="ctr">
                    <a:lnL>
                      <a:noFill/>
                    </a:lnL>
                    <a:lnR>
                      <a:noFill/>
                    </a:lnR>
                    <a:lnT>
                      <a:noFill/>
                    </a:lnT>
                    <a:lnB>
                      <a:noFill/>
                    </a:lnB>
                    <a:noFill/>
                  </a:tcPr>
                </a:tc>
                <a:extLst>
                  <a:ext uri="{0D108BD9-81ED-4DB2-BD59-A6C34878D82A}">
                    <a16:rowId xmlns:a16="http://schemas.microsoft.com/office/drawing/2014/main" val="1765395778"/>
                  </a:ext>
                </a:extLst>
              </a:tr>
              <a:tr h="481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latin typeface="Garamond" panose="02020404030301010803" pitchFamily="18" charset="0"/>
                        </a:rPr>
                        <a:t>Bonus</a:t>
                      </a:r>
                    </a:p>
                  </a:txBody>
                  <a:tcPr anchor="ctr">
                    <a:lnL>
                      <a:noFill/>
                    </a:lnL>
                    <a:lnR>
                      <a:noFill/>
                    </a:lnR>
                    <a:lnT>
                      <a:noFill/>
                    </a:lnT>
                    <a:lnB>
                      <a:noFill/>
                    </a:lnB>
                    <a:noFill/>
                  </a:tcPr>
                </a:tc>
                <a:tc>
                  <a:txBody>
                    <a:bodyPr/>
                    <a:lstStyle/>
                    <a:p>
                      <a:pPr>
                        <a:lnSpc>
                          <a:spcPct val="100000"/>
                        </a:lnSpc>
                        <a:buNone/>
                      </a:pPr>
                      <a:r>
                        <a:rPr lang="en-US" sz="2000" b="1" dirty="0">
                          <a:latin typeface="Garamond" panose="02020404030301010803" pitchFamily="18" charset="0"/>
                        </a:rPr>
                        <a:t>Rate</a:t>
                      </a:r>
                    </a:p>
                  </a:txBody>
                  <a:tcPr anchor="ctr">
                    <a:lnL>
                      <a:noFill/>
                    </a:lnL>
                    <a:lnR>
                      <a:noFill/>
                    </a:lnR>
                    <a:lnT>
                      <a:noFill/>
                    </a:lnT>
                    <a:lnB>
                      <a:noFill/>
                    </a:lnB>
                    <a:noFill/>
                  </a:tcPr>
                </a:tc>
                <a:extLst>
                  <a:ext uri="{0D108BD9-81ED-4DB2-BD59-A6C34878D82A}">
                    <a16:rowId xmlns:a16="http://schemas.microsoft.com/office/drawing/2014/main" val="2820587077"/>
                  </a:ext>
                </a:extLst>
              </a:tr>
              <a:tr h="182880">
                <a:tc>
                  <a:txBody>
                    <a:bodyPr/>
                    <a:lstStyle/>
                    <a:p>
                      <a:pPr>
                        <a:lnSpc>
                          <a:spcPct val="100000"/>
                        </a:lnSpc>
                        <a:buNone/>
                      </a:pPr>
                      <a:r>
                        <a:rPr lang="en-US" dirty="0">
                          <a:latin typeface="Garamond" panose="02020404030301010803" pitchFamily="18" charset="0"/>
                        </a:rPr>
                        <a:t>Direct Frontier Incentive (DFI)</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40% of PPV</a:t>
                      </a:r>
                    </a:p>
                  </a:txBody>
                  <a:tcPr anchor="ctr">
                    <a:lnL>
                      <a:noFill/>
                    </a:lnL>
                    <a:lnR>
                      <a:noFill/>
                    </a:lnR>
                    <a:lnT>
                      <a:noFill/>
                    </a:lnT>
                    <a:lnB>
                      <a:noFill/>
                    </a:lnB>
                    <a:noFill/>
                  </a:tcPr>
                </a:tc>
                <a:extLst>
                  <a:ext uri="{0D108BD9-81ED-4DB2-BD59-A6C34878D82A}">
                    <a16:rowId xmlns:a16="http://schemas.microsoft.com/office/drawing/2014/main" val="1196552242"/>
                  </a:ext>
                </a:extLst>
              </a:tr>
              <a:tr h="182880">
                <a:tc>
                  <a:txBody>
                    <a:bodyPr/>
                    <a:lstStyle/>
                    <a:p>
                      <a:pPr>
                        <a:lnSpc>
                          <a:spcPct val="100000"/>
                        </a:lnSpc>
                        <a:buNone/>
                      </a:pPr>
                      <a:r>
                        <a:rPr lang="en-US" dirty="0">
                          <a:latin typeface="Garamond" panose="02020404030301010803" pitchFamily="18" charset="0"/>
                        </a:rPr>
                        <a:t>Member Referral Fee (MRF)</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10% of PPV</a:t>
                      </a:r>
                    </a:p>
                  </a:txBody>
                  <a:tcPr anchor="ctr">
                    <a:lnL>
                      <a:noFill/>
                    </a:lnL>
                    <a:lnR>
                      <a:noFill/>
                    </a:lnR>
                    <a:lnT>
                      <a:noFill/>
                    </a:lnT>
                    <a:lnB>
                      <a:noFill/>
                    </a:lnB>
                    <a:noFill/>
                  </a:tcPr>
                </a:tc>
                <a:extLst>
                  <a:ext uri="{0D108BD9-81ED-4DB2-BD59-A6C34878D82A}">
                    <a16:rowId xmlns:a16="http://schemas.microsoft.com/office/drawing/2014/main" val="4015277823"/>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Garamond" panose="02020404030301010803" pitchFamily="18" charset="0"/>
                        </a:rPr>
                        <a:t>Level Bonus (LB - 8 Levels) </a:t>
                      </a:r>
                      <a:endParaRPr lang="en-US" b="0" dirty="0">
                        <a:latin typeface="Garamond" panose="02020404030301010803" pitchFamily="18" charset="0"/>
                      </a:endParaRP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6% of PPV</a:t>
                      </a:r>
                    </a:p>
                  </a:txBody>
                  <a:tcPr anchor="ctr">
                    <a:lnL>
                      <a:noFill/>
                    </a:lnL>
                    <a:lnR>
                      <a:noFill/>
                    </a:lnR>
                    <a:lnT>
                      <a:noFill/>
                    </a:lnT>
                    <a:lnB>
                      <a:noFill/>
                    </a:lnB>
                    <a:noFill/>
                  </a:tcPr>
                </a:tc>
                <a:extLst>
                  <a:ext uri="{0D108BD9-81ED-4DB2-BD59-A6C34878D82A}">
                    <a16:rowId xmlns:a16="http://schemas.microsoft.com/office/drawing/2014/main" val="677855386"/>
                  </a:ext>
                </a:extLst>
              </a:tr>
              <a:tr h="0">
                <a:tc>
                  <a:txBody>
                    <a:bodyPr/>
                    <a:lstStyle/>
                    <a:p>
                      <a:pPr>
                        <a:lnSpc>
                          <a:spcPct val="100000"/>
                        </a:lnSpc>
                        <a:buNone/>
                      </a:pPr>
                      <a:r>
                        <a:rPr lang="en-US" dirty="0">
                          <a:latin typeface="Garamond" panose="02020404030301010803" pitchFamily="18" charset="0"/>
                        </a:rPr>
                        <a:t>Building Bonus (BB)</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6% of PPV</a:t>
                      </a:r>
                    </a:p>
                  </a:txBody>
                  <a:tcPr anchor="ctr">
                    <a:lnL>
                      <a:noFill/>
                    </a:lnL>
                    <a:lnR>
                      <a:noFill/>
                    </a:lnR>
                    <a:lnT>
                      <a:noFill/>
                    </a:lnT>
                    <a:lnB>
                      <a:noFill/>
                    </a:lnB>
                    <a:noFill/>
                  </a:tcPr>
                </a:tc>
                <a:extLst>
                  <a:ext uri="{0D108BD9-81ED-4DB2-BD59-A6C34878D82A}">
                    <a16:rowId xmlns:a16="http://schemas.microsoft.com/office/drawing/2014/main" val="1857877200"/>
                  </a:ext>
                </a:extLst>
              </a:tr>
              <a:tr h="0">
                <a:tc>
                  <a:txBody>
                    <a:bodyPr/>
                    <a:lstStyle/>
                    <a:p>
                      <a:pPr>
                        <a:lnSpc>
                          <a:spcPct val="100000"/>
                        </a:lnSpc>
                        <a:buNone/>
                      </a:pPr>
                      <a:r>
                        <a:rPr lang="en-US" dirty="0">
                          <a:latin typeface="Garamond" panose="02020404030301010803" pitchFamily="18" charset="0"/>
                        </a:rPr>
                        <a:t>Generation Bonus (GB for </a:t>
                      </a:r>
                      <a:r>
                        <a:rPr lang="en-US" b="1" dirty="0">
                          <a:solidFill>
                            <a:schemeClr val="tx1"/>
                          </a:solidFill>
                          <a:latin typeface="Garamond" panose="02020404030301010803" pitchFamily="18" charset="0"/>
                        </a:rPr>
                        <a:t>2</a:t>
                      </a:r>
                      <a:r>
                        <a:rPr lang="en-US" dirty="0">
                          <a:latin typeface="Garamond" panose="02020404030301010803" pitchFamily="18" charset="0"/>
                        </a:rPr>
                        <a:t> Generations)</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5% of PPV</a:t>
                      </a:r>
                    </a:p>
                  </a:txBody>
                  <a:tcPr anchor="ctr">
                    <a:lnL>
                      <a:noFill/>
                    </a:lnL>
                    <a:lnR>
                      <a:noFill/>
                    </a:lnR>
                    <a:lnT>
                      <a:noFill/>
                    </a:lnT>
                    <a:lnB>
                      <a:noFill/>
                    </a:lnB>
                    <a:noFill/>
                  </a:tcPr>
                </a:tc>
                <a:extLst>
                  <a:ext uri="{0D108BD9-81ED-4DB2-BD59-A6C34878D82A}">
                    <a16:rowId xmlns:a16="http://schemas.microsoft.com/office/drawing/2014/main" val="777569983"/>
                  </a:ext>
                </a:extLst>
              </a:tr>
              <a:tr h="0">
                <a:tc>
                  <a:txBody>
                    <a:bodyPr/>
                    <a:lstStyle/>
                    <a:p>
                      <a:pPr>
                        <a:lnSpc>
                          <a:spcPct val="100000"/>
                        </a:lnSpc>
                        <a:buNone/>
                      </a:pPr>
                      <a:r>
                        <a:rPr lang="en-US" dirty="0">
                          <a:latin typeface="Garamond" panose="02020404030301010803" pitchFamily="18" charset="0"/>
                        </a:rPr>
                        <a:t>Personal Gift Points (PGP)</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4% of PPV</a:t>
                      </a:r>
                    </a:p>
                  </a:txBody>
                  <a:tcPr anchor="ctr">
                    <a:lnL>
                      <a:noFill/>
                    </a:lnL>
                    <a:lnR>
                      <a:noFill/>
                    </a:lnR>
                    <a:lnT>
                      <a:noFill/>
                    </a:lnT>
                    <a:lnB>
                      <a:noFill/>
                    </a:lnB>
                    <a:noFill/>
                  </a:tcPr>
                </a:tc>
                <a:extLst>
                  <a:ext uri="{0D108BD9-81ED-4DB2-BD59-A6C34878D82A}">
                    <a16:rowId xmlns:a16="http://schemas.microsoft.com/office/drawing/2014/main" val="4245715546"/>
                  </a:ext>
                </a:extLst>
              </a:tr>
              <a:tr h="0">
                <a:tc>
                  <a:txBody>
                    <a:bodyPr/>
                    <a:lstStyle/>
                    <a:p>
                      <a:pPr>
                        <a:lnSpc>
                          <a:spcPct val="100000"/>
                        </a:lnSpc>
                        <a:buNone/>
                      </a:pPr>
                      <a:r>
                        <a:rPr lang="en-US" b="0" dirty="0">
                          <a:latin typeface="Garamond" panose="02020404030301010803" pitchFamily="18" charset="0"/>
                        </a:rPr>
                        <a:t>Plan</a:t>
                      </a:r>
                      <a:r>
                        <a:rPr lang="en-US" dirty="0">
                          <a:latin typeface="Garamond" panose="02020404030301010803" pitchFamily="18" charset="0"/>
                        </a:rPr>
                        <a:t> A Gift Points (PAGP: 5 Levels)</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0.8% of PPV</a:t>
                      </a:r>
                    </a:p>
                  </a:txBody>
                  <a:tcPr anchor="ctr">
                    <a:lnL>
                      <a:noFill/>
                    </a:lnL>
                    <a:lnR>
                      <a:noFill/>
                    </a:lnR>
                    <a:lnT>
                      <a:noFill/>
                    </a:lnT>
                    <a:lnB>
                      <a:noFill/>
                    </a:lnB>
                    <a:noFill/>
                  </a:tcPr>
                </a:tc>
                <a:extLst>
                  <a:ext uri="{0D108BD9-81ED-4DB2-BD59-A6C34878D82A}">
                    <a16:rowId xmlns:a16="http://schemas.microsoft.com/office/drawing/2014/main" val="101849279"/>
                  </a:ext>
                </a:extLst>
              </a:tr>
              <a:tr h="0">
                <a:tc>
                  <a:txBody>
                    <a:bodyPr/>
                    <a:lstStyle/>
                    <a:p>
                      <a:pPr>
                        <a:lnSpc>
                          <a:spcPct val="100000"/>
                        </a:lnSpc>
                        <a:buNone/>
                      </a:pPr>
                      <a:r>
                        <a:rPr lang="en-US" dirty="0">
                          <a:latin typeface="Garamond" panose="02020404030301010803" pitchFamily="18" charset="0"/>
                        </a:rPr>
                        <a:t>Company Turnover Share (CTS)</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15% of PPV</a:t>
                      </a:r>
                    </a:p>
                  </a:txBody>
                  <a:tcPr anchor="ctr">
                    <a:lnL>
                      <a:noFill/>
                    </a:lnL>
                    <a:lnR>
                      <a:noFill/>
                    </a:lnR>
                    <a:lnT>
                      <a:noFill/>
                    </a:lnT>
                    <a:lnB>
                      <a:noFill/>
                    </a:lnB>
                    <a:noFill/>
                  </a:tcPr>
                </a:tc>
                <a:extLst>
                  <a:ext uri="{0D108BD9-81ED-4DB2-BD59-A6C34878D82A}">
                    <a16:rowId xmlns:a16="http://schemas.microsoft.com/office/drawing/2014/main" val="294078496"/>
                  </a:ext>
                </a:extLst>
              </a:tr>
            </a:tbl>
          </a:graphicData>
        </a:graphic>
      </p:graphicFrame>
      <p:sp>
        <p:nvSpPr>
          <p:cNvPr id="4" name="TextBox 3">
            <a:extLst>
              <a:ext uri="{FF2B5EF4-FFF2-40B4-BE49-F238E27FC236}">
                <a16:creationId xmlns:a16="http://schemas.microsoft.com/office/drawing/2014/main" id="{BA785356-5BDE-5531-C321-27F7E873533A}"/>
              </a:ext>
            </a:extLst>
          </p:cNvPr>
          <p:cNvSpPr txBox="1"/>
          <p:nvPr/>
        </p:nvSpPr>
        <p:spPr>
          <a:xfrm>
            <a:off x="2632417" y="164941"/>
            <a:ext cx="6927165" cy="1200329"/>
          </a:xfrm>
          <a:prstGeom prst="rect">
            <a:avLst/>
          </a:prstGeom>
          <a:noFill/>
        </p:spPr>
        <p:txBody>
          <a:bodyPr wrap="square">
            <a:spAutoFit/>
          </a:bodyPr>
          <a:lstStyle/>
          <a:p>
            <a:pPr algn="just">
              <a:lnSpc>
                <a:spcPct val="150000"/>
              </a:lnSpc>
              <a:buNone/>
            </a:pPr>
            <a:r>
              <a:rPr lang="en-US" sz="2400" b="1" dirty="0">
                <a:latin typeface="Garamond" panose="02020404030301010803" pitchFamily="18" charset="0"/>
              </a:rPr>
              <a:t>PLAN B – Earn As You Spend</a:t>
            </a:r>
          </a:p>
          <a:p>
            <a:pPr algn="just">
              <a:buNone/>
            </a:pPr>
            <a:r>
              <a:rPr lang="en-US" dirty="0">
                <a:latin typeface="Garamond" panose="02020404030301010803" pitchFamily="18" charset="0"/>
              </a:rPr>
              <a:t>Plan B rewards members for personal product purchases, monthly consumption, and long-term business development.</a:t>
            </a:r>
          </a:p>
        </p:txBody>
      </p:sp>
      <p:sp>
        <p:nvSpPr>
          <p:cNvPr id="3" name="TextBox 2">
            <a:extLst>
              <a:ext uri="{FF2B5EF4-FFF2-40B4-BE49-F238E27FC236}">
                <a16:creationId xmlns:a16="http://schemas.microsoft.com/office/drawing/2014/main" id="{885E9CF3-3CD5-50DB-4325-C8A896EAF1E8}"/>
              </a:ext>
            </a:extLst>
          </p:cNvPr>
          <p:cNvSpPr txBox="1"/>
          <p:nvPr/>
        </p:nvSpPr>
        <p:spPr>
          <a:xfrm>
            <a:off x="2584703" y="5245058"/>
            <a:ext cx="7022592" cy="1015663"/>
          </a:xfrm>
          <a:prstGeom prst="rect">
            <a:avLst/>
          </a:prstGeom>
          <a:noFill/>
        </p:spPr>
        <p:txBody>
          <a:bodyPr wrap="square" rtlCol="0">
            <a:spAutoFit/>
          </a:bodyPr>
          <a:lstStyle/>
          <a:p>
            <a:pPr algn="just"/>
            <a:r>
              <a:rPr lang="en-US" sz="1200" b="1" dirty="0">
                <a:latin typeface="Garamond" panose="02020404030301010803" pitchFamily="18" charset="0"/>
              </a:rPr>
              <a:t>Note</a:t>
            </a:r>
            <a:r>
              <a:rPr lang="en-US" sz="1200" dirty="0">
                <a:latin typeface="Garamond" panose="02020404030301010803" pitchFamily="18" charset="0"/>
              </a:rPr>
              <a:t>: Member Referral Fee (MRF) is a guaranteed income to be paid to all direct uplines even if they do not maintain monthly. To qualify for Level Bonus (LB), member or Frontier has to maintain 40 CV monthly. Building Bonus (BB) and Generation Bonus (GE) is only for qualified Frontier Partner and Team Leader who maintains 80CV monthly with a GSV 5000 CV. To qualify for the CTS, a Frontier Partner must achieve his PGSV 10,000 CV. Ordinary member cannot get BB, GE and CTS. </a:t>
            </a:r>
          </a:p>
        </p:txBody>
      </p:sp>
    </p:spTree>
    <p:extLst>
      <p:ext uri="{BB962C8B-B14F-4D97-AF65-F5344CB8AC3E}">
        <p14:creationId xmlns:p14="http://schemas.microsoft.com/office/powerpoint/2010/main" val="3292265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F83D7-6246-F293-8BC3-5AD26AF2A19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0A16AA5-FCBF-E7FC-7FDA-E05A9349CD44}"/>
              </a:ext>
            </a:extLst>
          </p:cNvPr>
          <p:cNvGraphicFramePr>
            <a:graphicFrameLocks noGrp="1"/>
          </p:cNvGraphicFramePr>
          <p:nvPr/>
        </p:nvGraphicFramePr>
        <p:xfrm>
          <a:off x="2632416" y="1365270"/>
          <a:ext cx="7471704" cy="3523172"/>
        </p:xfrm>
        <a:graphic>
          <a:graphicData uri="http://schemas.openxmlformats.org/drawingml/2006/table">
            <a:tbl>
              <a:tblPr/>
              <a:tblGrid>
                <a:gridCol w="4682784">
                  <a:extLst>
                    <a:ext uri="{9D8B030D-6E8A-4147-A177-3AD203B41FA5}">
                      <a16:colId xmlns:a16="http://schemas.microsoft.com/office/drawing/2014/main" val="2475539052"/>
                    </a:ext>
                  </a:extLst>
                </a:gridCol>
                <a:gridCol w="2788920">
                  <a:extLst>
                    <a:ext uri="{9D8B030D-6E8A-4147-A177-3AD203B41FA5}">
                      <a16:colId xmlns:a16="http://schemas.microsoft.com/office/drawing/2014/main" val="999858698"/>
                    </a:ext>
                  </a:extLst>
                </a:gridCol>
              </a:tblGrid>
              <a:tr h="481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Garamond" panose="02020404030301010803" pitchFamily="18" charset="0"/>
                        </a:rPr>
                        <a:t>Commission Structure</a:t>
                      </a:r>
                    </a:p>
                  </a:txBody>
                  <a:tcPr anchor="ctr">
                    <a:lnL>
                      <a:noFill/>
                    </a:lnL>
                    <a:lnR>
                      <a:noFill/>
                    </a:lnR>
                    <a:lnT>
                      <a:noFill/>
                    </a:lnT>
                    <a:lnB>
                      <a:noFill/>
                    </a:lnB>
                    <a:noFill/>
                  </a:tcPr>
                </a:tc>
                <a:tc>
                  <a:txBody>
                    <a:bodyPr/>
                    <a:lstStyle/>
                    <a:p>
                      <a:pPr>
                        <a:lnSpc>
                          <a:spcPct val="100000"/>
                        </a:lnSpc>
                        <a:buNone/>
                      </a:pPr>
                      <a:endParaRPr lang="en-US" sz="2000" b="1" dirty="0">
                        <a:latin typeface="Garamond" panose="02020404030301010803" pitchFamily="18" charset="0"/>
                      </a:endParaRPr>
                    </a:p>
                  </a:txBody>
                  <a:tcPr anchor="ctr">
                    <a:lnL>
                      <a:noFill/>
                    </a:lnL>
                    <a:lnR>
                      <a:noFill/>
                    </a:lnR>
                    <a:lnT>
                      <a:noFill/>
                    </a:lnT>
                    <a:lnB>
                      <a:noFill/>
                    </a:lnB>
                    <a:noFill/>
                  </a:tcPr>
                </a:tc>
                <a:extLst>
                  <a:ext uri="{0D108BD9-81ED-4DB2-BD59-A6C34878D82A}">
                    <a16:rowId xmlns:a16="http://schemas.microsoft.com/office/drawing/2014/main" val="1765395778"/>
                  </a:ext>
                </a:extLst>
              </a:tr>
              <a:tr h="481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latin typeface="Garamond" panose="02020404030301010803" pitchFamily="18" charset="0"/>
                        </a:rPr>
                        <a:t>Bonus</a:t>
                      </a:r>
                    </a:p>
                  </a:txBody>
                  <a:tcPr anchor="ctr">
                    <a:lnL>
                      <a:noFill/>
                    </a:lnL>
                    <a:lnR>
                      <a:noFill/>
                    </a:lnR>
                    <a:lnT>
                      <a:noFill/>
                    </a:lnT>
                    <a:lnB>
                      <a:noFill/>
                    </a:lnB>
                    <a:noFill/>
                  </a:tcPr>
                </a:tc>
                <a:tc>
                  <a:txBody>
                    <a:bodyPr/>
                    <a:lstStyle/>
                    <a:p>
                      <a:pPr>
                        <a:lnSpc>
                          <a:spcPct val="100000"/>
                        </a:lnSpc>
                        <a:buNone/>
                      </a:pPr>
                      <a:r>
                        <a:rPr lang="en-US" sz="2000" b="1" dirty="0">
                          <a:latin typeface="Garamond" panose="02020404030301010803" pitchFamily="18" charset="0"/>
                        </a:rPr>
                        <a:t>Rate</a:t>
                      </a:r>
                    </a:p>
                  </a:txBody>
                  <a:tcPr anchor="ctr">
                    <a:lnL>
                      <a:noFill/>
                    </a:lnL>
                    <a:lnR>
                      <a:noFill/>
                    </a:lnR>
                    <a:lnT>
                      <a:noFill/>
                    </a:lnT>
                    <a:lnB>
                      <a:noFill/>
                    </a:lnB>
                    <a:noFill/>
                  </a:tcPr>
                </a:tc>
                <a:extLst>
                  <a:ext uri="{0D108BD9-81ED-4DB2-BD59-A6C34878D82A}">
                    <a16:rowId xmlns:a16="http://schemas.microsoft.com/office/drawing/2014/main" val="2820587077"/>
                  </a:ext>
                </a:extLst>
              </a:tr>
              <a:tr h="182880">
                <a:tc>
                  <a:txBody>
                    <a:bodyPr/>
                    <a:lstStyle/>
                    <a:p>
                      <a:pPr>
                        <a:lnSpc>
                          <a:spcPct val="100000"/>
                        </a:lnSpc>
                        <a:buNone/>
                      </a:pPr>
                      <a:r>
                        <a:rPr lang="en-US" dirty="0">
                          <a:latin typeface="Garamond" panose="02020404030301010803" pitchFamily="18" charset="0"/>
                        </a:rPr>
                        <a:t>Member Referral Fee (MRF)</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10% of Product CV</a:t>
                      </a:r>
                    </a:p>
                  </a:txBody>
                  <a:tcPr anchor="ctr">
                    <a:lnL>
                      <a:noFill/>
                    </a:lnL>
                    <a:lnR>
                      <a:noFill/>
                    </a:lnR>
                    <a:lnT>
                      <a:noFill/>
                    </a:lnT>
                    <a:lnB>
                      <a:noFill/>
                    </a:lnB>
                    <a:noFill/>
                  </a:tcPr>
                </a:tc>
                <a:extLst>
                  <a:ext uri="{0D108BD9-81ED-4DB2-BD59-A6C34878D82A}">
                    <a16:rowId xmlns:a16="http://schemas.microsoft.com/office/drawing/2014/main" val="1196552242"/>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Garamond" panose="02020404030301010803" pitchFamily="18" charset="0"/>
                        </a:rPr>
                        <a:t>Level Bonus (LB - 8 Levels) </a:t>
                      </a:r>
                      <a:endParaRPr lang="en-US" b="0" dirty="0">
                        <a:latin typeface="Garamond" panose="02020404030301010803" pitchFamily="18" charset="0"/>
                      </a:endParaRP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6% of Product CV</a:t>
                      </a:r>
                    </a:p>
                  </a:txBody>
                  <a:tcPr anchor="ctr">
                    <a:lnL>
                      <a:noFill/>
                    </a:lnL>
                    <a:lnR>
                      <a:noFill/>
                    </a:lnR>
                    <a:lnT>
                      <a:noFill/>
                    </a:lnT>
                    <a:lnB>
                      <a:noFill/>
                    </a:lnB>
                    <a:noFill/>
                  </a:tcPr>
                </a:tc>
                <a:extLst>
                  <a:ext uri="{0D108BD9-81ED-4DB2-BD59-A6C34878D82A}">
                    <a16:rowId xmlns:a16="http://schemas.microsoft.com/office/drawing/2014/main" val="677855386"/>
                  </a:ext>
                </a:extLst>
              </a:tr>
              <a:tr h="0">
                <a:tc>
                  <a:txBody>
                    <a:bodyPr/>
                    <a:lstStyle/>
                    <a:p>
                      <a:pPr>
                        <a:lnSpc>
                          <a:spcPct val="100000"/>
                        </a:lnSpc>
                        <a:buNone/>
                      </a:pPr>
                      <a:r>
                        <a:rPr lang="en-US" dirty="0">
                          <a:latin typeface="Garamond" panose="02020404030301010803" pitchFamily="18" charset="0"/>
                        </a:rPr>
                        <a:t>Building Bonus (BB)</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6% of Product CV</a:t>
                      </a:r>
                    </a:p>
                  </a:txBody>
                  <a:tcPr anchor="ctr">
                    <a:lnL>
                      <a:noFill/>
                    </a:lnL>
                    <a:lnR>
                      <a:noFill/>
                    </a:lnR>
                    <a:lnT>
                      <a:noFill/>
                    </a:lnT>
                    <a:lnB>
                      <a:noFill/>
                    </a:lnB>
                    <a:noFill/>
                  </a:tcPr>
                </a:tc>
                <a:extLst>
                  <a:ext uri="{0D108BD9-81ED-4DB2-BD59-A6C34878D82A}">
                    <a16:rowId xmlns:a16="http://schemas.microsoft.com/office/drawing/2014/main" val="1857877200"/>
                  </a:ext>
                </a:extLst>
              </a:tr>
              <a:tr h="0">
                <a:tc>
                  <a:txBody>
                    <a:bodyPr/>
                    <a:lstStyle/>
                    <a:p>
                      <a:pPr>
                        <a:lnSpc>
                          <a:spcPct val="100000"/>
                        </a:lnSpc>
                        <a:buNone/>
                      </a:pPr>
                      <a:r>
                        <a:rPr lang="en-US" dirty="0">
                          <a:latin typeface="Garamond" panose="02020404030301010803" pitchFamily="18" charset="0"/>
                        </a:rPr>
                        <a:t>Generation Bonus (GB for </a:t>
                      </a:r>
                      <a:r>
                        <a:rPr lang="en-US" b="1" dirty="0">
                          <a:solidFill>
                            <a:schemeClr val="tx1"/>
                          </a:solidFill>
                          <a:latin typeface="Garamond" panose="02020404030301010803" pitchFamily="18" charset="0"/>
                        </a:rPr>
                        <a:t>2</a:t>
                      </a:r>
                      <a:r>
                        <a:rPr lang="en-US" dirty="0">
                          <a:latin typeface="Garamond" panose="02020404030301010803" pitchFamily="18" charset="0"/>
                        </a:rPr>
                        <a:t> Generations)</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5% of Product CV</a:t>
                      </a:r>
                    </a:p>
                  </a:txBody>
                  <a:tcPr anchor="ctr">
                    <a:lnL>
                      <a:noFill/>
                    </a:lnL>
                    <a:lnR>
                      <a:noFill/>
                    </a:lnR>
                    <a:lnT>
                      <a:noFill/>
                    </a:lnT>
                    <a:lnB>
                      <a:noFill/>
                    </a:lnB>
                    <a:noFill/>
                  </a:tcPr>
                </a:tc>
                <a:extLst>
                  <a:ext uri="{0D108BD9-81ED-4DB2-BD59-A6C34878D82A}">
                    <a16:rowId xmlns:a16="http://schemas.microsoft.com/office/drawing/2014/main" val="777569983"/>
                  </a:ext>
                </a:extLst>
              </a:tr>
              <a:tr h="0">
                <a:tc>
                  <a:txBody>
                    <a:bodyPr/>
                    <a:lstStyle/>
                    <a:p>
                      <a:pPr>
                        <a:lnSpc>
                          <a:spcPct val="100000"/>
                        </a:lnSpc>
                        <a:buNone/>
                      </a:pPr>
                      <a:r>
                        <a:rPr lang="en-US" dirty="0">
                          <a:latin typeface="Garamond" panose="02020404030301010803" pitchFamily="18" charset="0"/>
                        </a:rPr>
                        <a:t>Personal Gift Points (PGP)</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4% of Product CV</a:t>
                      </a:r>
                    </a:p>
                  </a:txBody>
                  <a:tcPr anchor="ctr">
                    <a:lnL>
                      <a:noFill/>
                    </a:lnL>
                    <a:lnR>
                      <a:noFill/>
                    </a:lnR>
                    <a:lnT>
                      <a:noFill/>
                    </a:lnT>
                    <a:lnB>
                      <a:noFill/>
                    </a:lnB>
                    <a:noFill/>
                  </a:tcPr>
                </a:tc>
                <a:extLst>
                  <a:ext uri="{0D108BD9-81ED-4DB2-BD59-A6C34878D82A}">
                    <a16:rowId xmlns:a16="http://schemas.microsoft.com/office/drawing/2014/main" val="4245715546"/>
                  </a:ext>
                </a:extLst>
              </a:tr>
              <a:tr h="0">
                <a:tc>
                  <a:txBody>
                    <a:bodyPr/>
                    <a:lstStyle/>
                    <a:p>
                      <a:pPr>
                        <a:lnSpc>
                          <a:spcPct val="100000"/>
                        </a:lnSpc>
                        <a:buNone/>
                      </a:pPr>
                      <a:r>
                        <a:rPr lang="en-US" b="0" dirty="0">
                          <a:latin typeface="Garamond" panose="02020404030301010803" pitchFamily="18" charset="0"/>
                        </a:rPr>
                        <a:t>Plan A</a:t>
                      </a:r>
                      <a:r>
                        <a:rPr lang="en-US" dirty="0">
                          <a:latin typeface="Garamond" panose="02020404030301010803" pitchFamily="18" charset="0"/>
                        </a:rPr>
                        <a:t> Gift Points (PAGP: 5 Levels)</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0.8% of Product CV</a:t>
                      </a:r>
                    </a:p>
                  </a:txBody>
                  <a:tcPr anchor="ctr">
                    <a:lnL>
                      <a:noFill/>
                    </a:lnL>
                    <a:lnR>
                      <a:noFill/>
                    </a:lnR>
                    <a:lnT>
                      <a:noFill/>
                    </a:lnT>
                    <a:lnB>
                      <a:noFill/>
                    </a:lnB>
                    <a:noFill/>
                  </a:tcPr>
                </a:tc>
                <a:extLst>
                  <a:ext uri="{0D108BD9-81ED-4DB2-BD59-A6C34878D82A}">
                    <a16:rowId xmlns:a16="http://schemas.microsoft.com/office/drawing/2014/main" val="101849279"/>
                  </a:ext>
                </a:extLst>
              </a:tr>
              <a:tr h="0">
                <a:tc>
                  <a:txBody>
                    <a:bodyPr/>
                    <a:lstStyle/>
                    <a:p>
                      <a:pPr>
                        <a:lnSpc>
                          <a:spcPct val="100000"/>
                        </a:lnSpc>
                        <a:buNone/>
                      </a:pPr>
                      <a:r>
                        <a:rPr lang="en-US" dirty="0">
                          <a:latin typeface="Garamond" panose="02020404030301010803" pitchFamily="18" charset="0"/>
                        </a:rPr>
                        <a:t>Company Turnover Share (CTS)</a:t>
                      </a:r>
                    </a:p>
                  </a:txBody>
                  <a:tcPr anchor="ctr">
                    <a:lnL>
                      <a:noFill/>
                    </a:lnL>
                    <a:lnR>
                      <a:noFill/>
                    </a:lnR>
                    <a:lnT>
                      <a:noFill/>
                    </a:lnT>
                    <a:lnB>
                      <a:noFill/>
                    </a:lnB>
                    <a:noFill/>
                  </a:tcPr>
                </a:tc>
                <a:tc>
                  <a:txBody>
                    <a:bodyPr/>
                    <a:lstStyle/>
                    <a:p>
                      <a:pPr>
                        <a:lnSpc>
                          <a:spcPct val="100000"/>
                        </a:lnSpc>
                        <a:buNone/>
                      </a:pPr>
                      <a:r>
                        <a:rPr lang="en-US" dirty="0">
                          <a:latin typeface="Garamond" panose="02020404030301010803" pitchFamily="18" charset="0"/>
                        </a:rPr>
                        <a:t>RM8 per Mega H</a:t>
                      </a:r>
                      <a:r>
                        <a:rPr lang="en-US" baseline="30000" dirty="0">
                          <a:latin typeface="Garamond" panose="02020404030301010803" pitchFamily="18" charset="0"/>
                        </a:rPr>
                        <a:t>®</a:t>
                      </a:r>
                      <a:r>
                        <a:rPr lang="en-US" baseline="0" dirty="0">
                          <a:latin typeface="Garamond" panose="02020404030301010803" pitchFamily="18" charset="0"/>
                        </a:rPr>
                        <a:t> sold</a:t>
                      </a:r>
                      <a:endParaRPr lang="en-US" dirty="0">
                        <a:latin typeface="Garamond" panose="02020404030301010803" pitchFamily="18" charset="0"/>
                      </a:endParaRPr>
                    </a:p>
                  </a:txBody>
                  <a:tcPr anchor="ctr">
                    <a:lnL>
                      <a:noFill/>
                    </a:lnL>
                    <a:lnR>
                      <a:noFill/>
                    </a:lnR>
                    <a:lnT>
                      <a:noFill/>
                    </a:lnT>
                    <a:lnB>
                      <a:noFill/>
                    </a:lnB>
                    <a:noFill/>
                  </a:tcPr>
                </a:tc>
                <a:extLst>
                  <a:ext uri="{0D108BD9-81ED-4DB2-BD59-A6C34878D82A}">
                    <a16:rowId xmlns:a16="http://schemas.microsoft.com/office/drawing/2014/main" val="294078496"/>
                  </a:ext>
                </a:extLst>
              </a:tr>
            </a:tbl>
          </a:graphicData>
        </a:graphic>
      </p:graphicFrame>
      <p:sp>
        <p:nvSpPr>
          <p:cNvPr id="4" name="TextBox 3">
            <a:extLst>
              <a:ext uri="{FF2B5EF4-FFF2-40B4-BE49-F238E27FC236}">
                <a16:creationId xmlns:a16="http://schemas.microsoft.com/office/drawing/2014/main" id="{BA785356-5BDE-5531-C321-27F7E873533A}"/>
              </a:ext>
            </a:extLst>
          </p:cNvPr>
          <p:cNvSpPr txBox="1"/>
          <p:nvPr/>
        </p:nvSpPr>
        <p:spPr>
          <a:xfrm>
            <a:off x="2632417" y="164941"/>
            <a:ext cx="6927165" cy="1200329"/>
          </a:xfrm>
          <a:prstGeom prst="rect">
            <a:avLst/>
          </a:prstGeom>
          <a:noFill/>
        </p:spPr>
        <p:txBody>
          <a:bodyPr wrap="square">
            <a:spAutoFit/>
          </a:bodyPr>
          <a:lstStyle/>
          <a:p>
            <a:pPr algn="just">
              <a:lnSpc>
                <a:spcPct val="150000"/>
              </a:lnSpc>
              <a:buNone/>
            </a:pPr>
            <a:r>
              <a:rPr lang="en-US" sz="2400" b="1" dirty="0">
                <a:latin typeface="Garamond" panose="02020404030301010803" pitchFamily="18" charset="0"/>
              </a:rPr>
              <a:t>PLAN B – Earn As You Spend</a:t>
            </a:r>
          </a:p>
          <a:p>
            <a:pPr algn="just">
              <a:buNone/>
            </a:pPr>
            <a:r>
              <a:rPr lang="en-US" dirty="0">
                <a:latin typeface="Garamond" panose="02020404030301010803" pitchFamily="18" charset="0"/>
              </a:rPr>
              <a:t>Plan B rewards members for personal product purchases, monthly consumption, and long-term business development.</a:t>
            </a:r>
          </a:p>
        </p:txBody>
      </p:sp>
    </p:spTree>
    <p:extLst>
      <p:ext uri="{BB962C8B-B14F-4D97-AF65-F5344CB8AC3E}">
        <p14:creationId xmlns:p14="http://schemas.microsoft.com/office/powerpoint/2010/main" val="4035298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AA2C53-4490-01A1-F199-2C4560D5E8B1}"/>
              </a:ext>
            </a:extLst>
          </p:cNvPr>
          <p:cNvSpPr txBox="1"/>
          <p:nvPr/>
        </p:nvSpPr>
        <p:spPr>
          <a:xfrm>
            <a:off x="2873092" y="1716785"/>
            <a:ext cx="7258460" cy="2269211"/>
          </a:xfrm>
          <a:prstGeom prst="rect">
            <a:avLst/>
          </a:prstGeom>
          <a:noFill/>
        </p:spPr>
        <p:txBody>
          <a:bodyPr wrap="square">
            <a:spAutoFit/>
          </a:bodyPr>
          <a:lstStyle/>
          <a:p>
            <a:pPr algn="just">
              <a:lnSpc>
                <a:spcPct val="150000"/>
              </a:lnSpc>
              <a:buNone/>
            </a:pPr>
            <a:r>
              <a:rPr lang="en-US" sz="2400" b="1" dirty="0">
                <a:latin typeface="Garamond" panose="02020404030301010803" pitchFamily="18" charset="0"/>
              </a:rPr>
              <a:t>Product Price &amp; Commissionable Volume (CV)</a:t>
            </a:r>
          </a:p>
          <a:p>
            <a:pPr marL="285750" indent="-285750" algn="just">
              <a:lnSpc>
                <a:spcPct val="150000"/>
              </a:lnSpc>
              <a:buFont typeface="Arial" panose="020B0604020202020204" pitchFamily="34" charset="0"/>
              <a:buChar char="•"/>
            </a:pPr>
            <a:r>
              <a:rPr lang="en-US" b="1" dirty="0">
                <a:latin typeface="Garamond" panose="02020404030301010803" pitchFamily="18" charset="0"/>
              </a:rPr>
              <a:t>Retail Price: </a:t>
            </a:r>
            <a:r>
              <a:rPr lang="en-US" dirty="0">
                <a:latin typeface="Garamond" panose="02020404030301010803" pitchFamily="18" charset="0"/>
              </a:rPr>
              <a:t>RM220</a:t>
            </a:r>
          </a:p>
          <a:p>
            <a:pPr marL="285750" indent="-285750" algn="just">
              <a:lnSpc>
                <a:spcPct val="150000"/>
              </a:lnSpc>
              <a:buFont typeface="Arial" panose="020B0604020202020204" pitchFamily="34" charset="0"/>
              <a:buChar char="•"/>
            </a:pPr>
            <a:r>
              <a:rPr lang="en-US" b="1" dirty="0">
                <a:latin typeface="Garamond" panose="02020404030301010803" pitchFamily="18" charset="0"/>
              </a:rPr>
              <a:t>Standard Member Price:</a:t>
            </a:r>
            <a:r>
              <a:rPr lang="en-US" dirty="0">
                <a:latin typeface="Garamond" panose="02020404030301010803" pitchFamily="18" charset="0"/>
              </a:rPr>
              <a:t> RM198 @ 60 CV</a:t>
            </a:r>
          </a:p>
          <a:p>
            <a:pPr marL="285750" indent="-285750" algn="just">
              <a:lnSpc>
                <a:spcPct val="150000"/>
              </a:lnSpc>
              <a:buFont typeface="Arial" panose="020B0604020202020204" pitchFamily="34" charset="0"/>
              <a:buChar char="•"/>
            </a:pPr>
            <a:r>
              <a:rPr lang="en-US" b="1" dirty="0">
                <a:latin typeface="Garamond" panose="02020404030301010803" pitchFamily="18" charset="0"/>
              </a:rPr>
              <a:t>Bulk Purchase Package: </a:t>
            </a:r>
            <a:r>
              <a:rPr lang="en-US" dirty="0">
                <a:latin typeface="Garamond" panose="02020404030301010803" pitchFamily="18" charset="0"/>
              </a:rPr>
              <a:t>RM180 x 4 Mega H</a:t>
            </a:r>
            <a:r>
              <a:rPr lang="en-US" baseline="30000" dirty="0">
                <a:latin typeface="Garamond" panose="02020404030301010803" pitchFamily="18" charset="0"/>
              </a:rPr>
              <a:t>®</a:t>
            </a:r>
            <a:r>
              <a:rPr lang="en-US" dirty="0">
                <a:latin typeface="Garamond" panose="02020404030301010803" pitchFamily="18" charset="0"/>
              </a:rPr>
              <a:t> @ PPV = 180 CV</a:t>
            </a:r>
          </a:p>
          <a:p>
            <a:pPr marL="285750" indent="-285750" algn="just">
              <a:lnSpc>
                <a:spcPct val="150000"/>
              </a:lnSpc>
              <a:buFont typeface="Arial" panose="020B0604020202020204" pitchFamily="34" charset="0"/>
              <a:buChar char="•"/>
            </a:pPr>
            <a:r>
              <a:rPr lang="en-US" b="1" dirty="0">
                <a:latin typeface="Garamond" panose="02020404030301010803" pitchFamily="18" charset="0"/>
              </a:rPr>
              <a:t>Recommended Automatic Monthly Maintain:</a:t>
            </a:r>
            <a:r>
              <a:rPr lang="en-US" dirty="0">
                <a:latin typeface="Garamond" panose="02020404030301010803" pitchFamily="18" charset="0"/>
              </a:rPr>
              <a:t> RM158 × 12 bottles</a:t>
            </a:r>
          </a:p>
        </p:txBody>
      </p:sp>
    </p:spTree>
    <p:extLst>
      <p:ext uri="{BB962C8B-B14F-4D97-AF65-F5344CB8AC3E}">
        <p14:creationId xmlns:p14="http://schemas.microsoft.com/office/powerpoint/2010/main" val="1867473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5A0FB5B-3A84-F3FD-B399-2F1AEE4F3E9C}"/>
              </a:ext>
            </a:extLst>
          </p:cNvPr>
          <p:cNvGraphicFramePr>
            <a:graphicFrameLocks noGrp="1"/>
          </p:cNvGraphicFramePr>
          <p:nvPr/>
        </p:nvGraphicFramePr>
        <p:xfrm>
          <a:off x="2709091" y="1805223"/>
          <a:ext cx="6272784" cy="2558125"/>
        </p:xfrm>
        <a:graphic>
          <a:graphicData uri="http://schemas.openxmlformats.org/drawingml/2006/table">
            <a:tbl>
              <a:tblPr>
                <a:tableStyleId>{5C22544A-7EE6-4342-B048-85BDC9FD1C3A}</a:tableStyleId>
              </a:tblPr>
              <a:tblGrid>
                <a:gridCol w="2487167">
                  <a:extLst>
                    <a:ext uri="{9D8B030D-6E8A-4147-A177-3AD203B41FA5}">
                      <a16:colId xmlns:a16="http://schemas.microsoft.com/office/drawing/2014/main" val="433432850"/>
                    </a:ext>
                  </a:extLst>
                </a:gridCol>
                <a:gridCol w="716402">
                  <a:extLst>
                    <a:ext uri="{9D8B030D-6E8A-4147-A177-3AD203B41FA5}">
                      <a16:colId xmlns:a16="http://schemas.microsoft.com/office/drawing/2014/main" val="2115573347"/>
                    </a:ext>
                  </a:extLst>
                </a:gridCol>
                <a:gridCol w="767304">
                  <a:extLst>
                    <a:ext uri="{9D8B030D-6E8A-4147-A177-3AD203B41FA5}">
                      <a16:colId xmlns:a16="http://schemas.microsoft.com/office/drawing/2014/main" val="2354481563"/>
                    </a:ext>
                  </a:extLst>
                </a:gridCol>
                <a:gridCol w="767303">
                  <a:extLst>
                    <a:ext uri="{9D8B030D-6E8A-4147-A177-3AD203B41FA5}">
                      <a16:colId xmlns:a16="http://schemas.microsoft.com/office/drawing/2014/main" val="571397284"/>
                    </a:ext>
                  </a:extLst>
                </a:gridCol>
                <a:gridCol w="767304">
                  <a:extLst>
                    <a:ext uri="{9D8B030D-6E8A-4147-A177-3AD203B41FA5}">
                      <a16:colId xmlns:a16="http://schemas.microsoft.com/office/drawing/2014/main" val="2589981967"/>
                    </a:ext>
                  </a:extLst>
                </a:gridCol>
                <a:gridCol w="767304">
                  <a:extLst>
                    <a:ext uri="{9D8B030D-6E8A-4147-A177-3AD203B41FA5}">
                      <a16:colId xmlns:a16="http://schemas.microsoft.com/office/drawing/2014/main" val="1012188188"/>
                    </a:ext>
                  </a:extLst>
                </a:gridCol>
              </a:tblGrid>
              <a:tr h="310125">
                <a:tc>
                  <a:txBody>
                    <a:bodyPr/>
                    <a:lstStyle/>
                    <a:p>
                      <a:pPr marL="0" marR="0" algn="l">
                        <a:lnSpc>
                          <a:spcPct val="115000"/>
                        </a:lnSpc>
                        <a:spcAft>
                          <a:spcPts val="800"/>
                        </a:spcAft>
                        <a:buNone/>
                      </a:pPr>
                      <a:r>
                        <a:rPr lang="en-US" sz="1800" kern="1200" dirty="0">
                          <a:effectLst/>
                        </a:rPr>
                        <a:t>Bulk Purchase Package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nchor="ctr"/>
                </a:tc>
                <a:tc gridSpan="5">
                  <a:txBody>
                    <a:bodyPr/>
                    <a:lstStyle/>
                    <a:p>
                      <a:pPr marL="0" marR="0" algn="ctr">
                        <a:lnSpc>
                          <a:spcPct val="115000"/>
                        </a:lnSpc>
                        <a:spcAft>
                          <a:spcPts val="800"/>
                        </a:spcAft>
                        <a:buNone/>
                      </a:pPr>
                      <a:r>
                        <a:rPr lang="en-US" sz="1800" kern="1200" dirty="0">
                          <a:effectLst/>
                          <a:latin typeface="Aptos" panose="020B0004020202020204" pitchFamily="34" charset="0"/>
                          <a:ea typeface="Aptos" panose="020B0004020202020204" pitchFamily="34" charset="0"/>
                          <a:cs typeface="Times New Roman" panose="02020603050405020304" pitchFamily="18" charset="0"/>
                        </a:rPr>
                        <a:t>How PPV is allocated?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63193542"/>
                  </a:ext>
                </a:extLst>
              </a:tr>
              <a:tr h="355981">
                <a:tc>
                  <a:txBody>
                    <a:bodyPr/>
                    <a:lstStyle/>
                    <a:p>
                      <a:pPr marL="0" marR="0" algn="ctr">
                        <a:lnSpc>
                          <a:spcPct val="115000"/>
                        </a:lnSpc>
                        <a:spcAft>
                          <a:spcPts val="800"/>
                        </a:spcAft>
                        <a:buNone/>
                      </a:pPr>
                      <a:r>
                        <a:rPr lang="en-US" sz="1800" kern="1200" dirty="0">
                          <a:solidFill>
                            <a:srgbClr val="FF0000"/>
                          </a:solidFill>
                          <a:effectLst/>
                        </a:rPr>
                        <a:t>AMOP</a:t>
                      </a:r>
                      <a:r>
                        <a:rPr lang="en-US" sz="1800" kern="1200" dirty="0">
                          <a:effectLst/>
                        </a:rPr>
                        <a:t> </a:t>
                      </a:r>
                      <a:endParaRPr lang="en-US" sz="1800" b="1" kern="100" dirty="0">
                        <a:solidFill>
                          <a:srgbClr val="C00000"/>
                        </a:solidFill>
                        <a:effectLst/>
                        <a:latin typeface="Aptos" panose="020B0004020202020204" pitchFamily="34" charset="0"/>
                        <a:ea typeface="Aptos" panose="020B0004020202020204" pitchFamily="34" charset="0"/>
                        <a:cs typeface="Times New Roman" panose="02020603050405020304" pitchFamily="18" charset="0"/>
                      </a:endParaRPr>
                    </a:p>
                  </a:txBody>
                  <a:tcPr anchor="ctr"/>
                </a:tc>
                <a:tc gridSpan="5">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5 Calendar Months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70957145"/>
                  </a:ext>
                </a:extLst>
              </a:tr>
              <a:tr h="375557">
                <a:tc>
                  <a:txBody>
                    <a:bodyPr/>
                    <a:lstStyle/>
                    <a:p>
                      <a:pPr algn="ctr"/>
                      <a:r>
                        <a:rPr lang="en-US" sz="1200" dirty="0"/>
                        <a:t>12MH x RM158 @ 30 CV</a:t>
                      </a:r>
                    </a:p>
                  </a:txBody>
                  <a:tcPr anchor="ctr"/>
                </a:tc>
                <a:tc>
                  <a:txBody>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1</a:t>
                      </a:r>
                      <a:r>
                        <a:rPr lang="en-US" sz="1100" kern="100" baseline="30000" dirty="0">
                          <a:effectLst/>
                          <a:latin typeface="Garamond" panose="02020404030301010803" pitchFamily="18" charset="0"/>
                          <a:ea typeface="Aptos" panose="020B0004020202020204" pitchFamily="34" charset="0"/>
                          <a:cs typeface="Times New Roman" panose="02020603050405020304" pitchFamily="18" charset="0"/>
                        </a:rPr>
                        <a:t>st</a:t>
                      </a:r>
                      <a:r>
                        <a:rPr lang="en-US" sz="1100" kern="100" dirty="0">
                          <a:effectLst/>
                          <a:latin typeface="Garamond" panose="02020404030301010803" pitchFamily="18" charset="0"/>
                          <a:ea typeface="Aptos" panose="020B0004020202020204" pitchFamily="34" charset="0"/>
                          <a:cs typeface="Times New Roman" panose="02020603050405020304" pitchFamily="18" charset="0"/>
                        </a:rPr>
                        <a:t> month</a:t>
                      </a:r>
                    </a:p>
                  </a:txBody>
                  <a:tcPr anchor="ctr"/>
                </a:tc>
                <a:tc>
                  <a:txBody>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2</a:t>
                      </a:r>
                      <a:r>
                        <a:rPr lang="en-US" sz="1100" kern="100" baseline="30000" dirty="0">
                          <a:effectLst/>
                          <a:latin typeface="Garamond" panose="02020404030301010803" pitchFamily="18" charset="0"/>
                          <a:ea typeface="Aptos" panose="020B0004020202020204" pitchFamily="34" charset="0"/>
                          <a:cs typeface="Times New Roman" panose="02020603050405020304" pitchFamily="18" charset="0"/>
                        </a:rPr>
                        <a:t>nd</a:t>
                      </a:r>
                      <a:r>
                        <a:rPr lang="en-US" sz="1100" kern="100" dirty="0">
                          <a:effectLst/>
                          <a:latin typeface="Garamond" panose="02020404030301010803" pitchFamily="18" charset="0"/>
                          <a:ea typeface="Aptos" panose="020B0004020202020204" pitchFamily="34" charset="0"/>
                          <a:cs typeface="Times New Roman" panose="02020603050405020304" pitchFamily="18" charset="0"/>
                        </a:rPr>
                        <a:t> month</a:t>
                      </a:r>
                    </a:p>
                  </a:txBody>
                  <a:tcPr anchor="ctr"/>
                </a:tc>
                <a:tc>
                  <a:txBody>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3</a:t>
                      </a:r>
                      <a:r>
                        <a:rPr lang="en-US" sz="1100" kern="100" baseline="30000" dirty="0">
                          <a:effectLst/>
                          <a:latin typeface="Garamond" panose="02020404030301010803" pitchFamily="18" charset="0"/>
                          <a:ea typeface="Aptos" panose="020B0004020202020204" pitchFamily="34" charset="0"/>
                          <a:cs typeface="Times New Roman" panose="02020603050405020304" pitchFamily="18" charset="0"/>
                        </a:rPr>
                        <a:t>rd</a:t>
                      </a:r>
                      <a:r>
                        <a:rPr lang="en-US" sz="1100" kern="100" dirty="0">
                          <a:effectLst/>
                          <a:latin typeface="Garamond" panose="02020404030301010803" pitchFamily="18" charset="0"/>
                          <a:ea typeface="Aptos" panose="020B0004020202020204" pitchFamily="34" charset="0"/>
                          <a:cs typeface="Times New Roman" panose="02020603050405020304" pitchFamily="18" charset="0"/>
                        </a:rPr>
                        <a:t> month</a:t>
                      </a:r>
                    </a:p>
                  </a:txBody>
                  <a:tcPr anchor="ctr"/>
                </a:tc>
                <a:tc>
                  <a:txBody>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4</a:t>
                      </a:r>
                      <a:r>
                        <a:rPr lang="en-US" sz="1100" kern="100" baseline="30000" dirty="0">
                          <a:effectLst/>
                          <a:latin typeface="Garamond" panose="02020404030301010803" pitchFamily="18" charset="0"/>
                          <a:ea typeface="Aptos" panose="020B0004020202020204" pitchFamily="34" charset="0"/>
                          <a:cs typeface="Times New Roman" panose="02020603050405020304" pitchFamily="18" charset="0"/>
                        </a:rPr>
                        <a:t>th</a:t>
                      </a:r>
                      <a:r>
                        <a:rPr lang="en-US" sz="1100" kern="100" dirty="0">
                          <a:effectLst/>
                          <a:latin typeface="Garamond" panose="02020404030301010803" pitchFamily="18" charset="0"/>
                          <a:ea typeface="Aptos" panose="020B0004020202020204" pitchFamily="34" charset="0"/>
                          <a:cs typeface="Times New Roman" panose="02020603050405020304" pitchFamily="18" charset="0"/>
                        </a:rPr>
                        <a:t> month</a:t>
                      </a:r>
                    </a:p>
                  </a:txBody>
                  <a:tcPr anchor="ctr"/>
                </a:tc>
                <a:tc>
                  <a:txBody>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5</a:t>
                      </a:r>
                      <a:r>
                        <a:rPr lang="en-US" sz="1100" kern="100" baseline="30000" dirty="0">
                          <a:effectLst/>
                          <a:latin typeface="Garamond" panose="02020404030301010803" pitchFamily="18" charset="0"/>
                          <a:ea typeface="Aptos" panose="020B0004020202020204" pitchFamily="34" charset="0"/>
                          <a:cs typeface="Times New Roman" panose="02020603050405020304" pitchFamily="18" charset="0"/>
                        </a:rPr>
                        <a:t>th</a:t>
                      </a:r>
                      <a:r>
                        <a:rPr lang="en-US" sz="1100" kern="100" dirty="0">
                          <a:effectLst/>
                          <a:latin typeface="Garamond" panose="02020404030301010803" pitchFamily="18" charset="0"/>
                          <a:ea typeface="Aptos" panose="020B0004020202020204" pitchFamily="34" charset="0"/>
                          <a:cs typeface="Times New Roman" panose="02020603050405020304" pitchFamily="18" charset="0"/>
                        </a:rPr>
                        <a:t> month</a:t>
                      </a:r>
                    </a:p>
                  </a:txBody>
                  <a:tcPr anchor="ctr"/>
                </a:tc>
                <a:extLst>
                  <a:ext uri="{0D108BD9-81ED-4DB2-BD59-A6C34878D82A}">
                    <a16:rowId xmlns:a16="http://schemas.microsoft.com/office/drawing/2014/main" val="3602423574"/>
                  </a:ext>
                </a:extLst>
              </a:tr>
              <a:tr h="362458">
                <a:tc>
                  <a:txBody>
                    <a:bodyPr/>
                    <a:lstStyle/>
                    <a:p>
                      <a:pPr algn="ctr"/>
                      <a:r>
                        <a:rPr lang="en-US" sz="1200" dirty="0"/>
                        <a:t>Main Identity Account</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a:t>
                      </a:r>
                    </a:p>
                  </a:txBody>
                  <a:tcPr anchor="ctr"/>
                </a:tc>
                <a:extLst>
                  <a:ext uri="{0D108BD9-81ED-4DB2-BD59-A6C34878D82A}">
                    <a16:rowId xmlns:a16="http://schemas.microsoft.com/office/drawing/2014/main" val="843956635"/>
                  </a:ext>
                </a:extLst>
              </a:tr>
              <a:tr h="256096">
                <a:tc>
                  <a:txBody>
                    <a:bodyPr/>
                    <a:lstStyle/>
                    <a:p>
                      <a:pPr algn="ctr"/>
                      <a:r>
                        <a:rPr lang="en-US" sz="1200" dirty="0"/>
                        <a:t>PPV = 360 CV</a:t>
                      </a:r>
                    </a:p>
                  </a:txBody>
                  <a:tcPr anchor="ctr"/>
                </a:tc>
                <a:tc>
                  <a:txBody>
                    <a:bodyPr/>
                    <a:lstStyle/>
                    <a:p>
                      <a:pPr algn="ctr"/>
                      <a:r>
                        <a:rPr lang="en-US" sz="1200" kern="100" dirty="0">
                          <a:effectLst/>
                          <a:latin typeface="Garamond" panose="02020404030301010803" pitchFamily="18" charset="0"/>
                          <a:ea typeface="Aptos" panose="020B0004020202020204" pitchFamily="34" charset="0"/>
                          <a:cs typeface="Times New Roman" panose="02020603050405020304" pitchFamily="18" charset="0"/>
                        </a:rPr>
                        <a:t>80 CV</a:t>
                      </a:r>
                      <a:endParaRPr lang="en-US" dirty="0"/>
                    </a:p>
                  </a:txBody>
                  <a:tcPr anchor="ctr"/>
                </a:tc>
                <a:tc>
                  <a:txBody>
                    <a:bodyPr/>
                    <a:lstStyle/>
                    <a:p>
                      <a:pPr algn="ctr"/>
                      <a:r>
                        <a:rPr lang="en-US" sz="1200" kern="100" dirty="0">
                          <a:effectLst/>
                          <a:latin typeface="Garamond" panose="02020404030301010803" pitchFamily="18" charset="0"/>
                          <a:ea typeface="Aptos" panose="020B0004020202020204" pitchFamily="34" charset="0"/>
                          <a:cs typeface="Times New Roman" panose="02020603050405020304" pitchFamily="18" charset="0"/>
                        </a:rPr>
                        <a:t>80 CV</a:t>
                      </a:r>
                      <a:endParaRPr lang="en-US" dirty="0"/>
                    </a:p>
                  </a:txBody>
                  <a:tcPr anchor="ctr"/>
                </a:tc>
                <a:tc>
                  <a:txBody>
                    <a:bodyPr/>
                    <a:lstStyle/>
                    <a:p>
                      <a:pPr algn="ctr"/>
                      <a:r>
                        <a:rPr lang="en-US" sz="1200" kern="100" dirty="0">
                          <a:effectLst/>
                          <a:latin typeface="Garamond" panose="02020404030301010803" pitchFamily="18" charset="0"/>
                          <a:ea typeface="Aptos" panose="020B0004020202020204" pitchFamily="34" charset="0"/>
                          <a:cs typeface="Times New Roman" panose="02020603050405020304" pitchFamily="18" charset="0"/>
                        </a:rPr>
                        <a:t>80 CV</a:t>
                      </a:r>
                      <a:endParaRPr lang="en-US" dirty="0"/>
                    </a:p>
                  </a:txBody>
                  <a:tcPr anchor="ctr"/>
                </a:tc>
                <a:tc>
                  <a:txBody>
                    <a:bodyPr/>
                    <a:lstStyle/>
                    <a:p>
                      <a:pPr algn="ctr"/>
                      <a:r>
                        <a:rPr lang="en-US" sz="1200" kern="100" dirty="0">
                          <a:effectLst/>
                          <a:latin typeface="Garamond" panose="02020404030301010803" pitchFamily="18" charset="0"/>
                          <a:ea typeface="Aptos" panose="020B0004020202020204" pitchFamily="34" charset="0"/>
                          <a:cs typeface="Times New Roman" panose="02020603050405020304" pitchFamily="18" charset="0"/>
                        </a:rPr>
                        <a:t>80 CV</a:t>
                      </a:r>
                      <a:endParaRPr lang="en-US" dirty="0"/>
                    </a:p>
                  </a:txBody>
                  <a:tcPr anchor="ctr"/>
                </a:tc>
                <a:tc>
                  <a:txBody>
                    <a:bodyPr/>
                    <a:lstStyle/>
                    <a:p>
                      <a:pPr algn="ctr"/>
                      <a:r>
                        <a:rPr lang="en-US" sz="1200" kern="100" dirty="0">
                          <a:effectLst/>
                          <a:latin typeface="Garamond" panose="02020404030301010803" pitchFamily="18" charset="0"/>
                          <a:ea typeface="Aptos" panose="020B0004020202020204" pitchFamily="34" charset="0"/>
                          <a:cs typeface="Times New Roman" panose="02020603050405020304" pitchFamily="18" charset="0"/>
                        </a:rPr>
                        <a:t>40 CV</a:t>
                      </a:r>
                      <a:endParaRPr lang="en-US" dirty="0"/>
                    </a:p>
                  </a:txBody>
                  <a:tcPr anchor="ctr"/>
                </a:tc>
                <a:extLst>
                  <a:ext uri="{0D108BD9-81ED-4DB2-BD59-A6C34878D82A}">
                    <a16:rowId xmlns:a16="http://schemas.microsoft.com/office/drawing/2014/main" val="165958682"/>
                  </a:ext>
                </a:extLst>
              </a:tr>
              <a:tr h="381544">
                <a:tc>
                  <a:txBody>
                    <a:bodyPr/>
                    <a:lstStyle/>
                    <a:p>
                      <a:pPr algn="ctr"/>
                      <a:r>
                        <a:rPr lang="en-US" sz="1200" dirty="0">
                          <a:latin typeface="Garamond" panose="02020404030301010803" pitchFamily="18" charset="0"/>
                        </a:rPr>
                        <a:t>4MH x RM180 @ 45 CV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V1</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V2</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V3</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V4</a:t>
                      </a:r>
                    </a:p>
                  </a:txBody>
                  <a:tcPr anchor="ctr"/>
                </a:tc>
                <a:extLst>
                  <a:ext uri="{0D108BD9-81ED-4DB2-BD59-A6C34878D82A}">
                    <a16:rowId xmlns:a16="http://schemas.microsoft.com/office/drawing/2014/main" val="3549609367"/>
                  </a:ext>
                </a:extLst>
              </a:tr>
              <a:tr h="381544">
                <a:tc>
                  <a:txBody>
                    <a:bodyPr/>
                    <a:lstStyle/>
                    <a:p>
                      <a:pPr algn="ctr"/>
                      <a:r>
                        <a:rPr lang="en-US" sz="1200" dirty="0">
                          <a:latin typeface="Garamond" panose="02020404030301010803" pitchFamily="18" charset="0"/>
                        </a:rPr>
                        <a:t>PPV = 180 CV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80 CV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40 CV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40 CV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20 CV</a:t>
                      </a:r>
                    </a:p>
                  </a:txBody>
                  <a:tcPr anchor="ctr"/>
                </a:tc>
                <a:tc>
                  <a:txBody>
                    <a:bodyPr/>
                    <a:lstStyle/>
                    <a:p>
                      <a:pPr marL="0" marR="0"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txBody>
                  <a:tcPr anchor="ctr"/>
                </a:tc>
                <a:extLst>
                  <a:ext uri="{0D108BD9-81ED-4DB2-BD59-A6C34878D82A}">
                    <a16:rowId xmlns:a16="http://schemas.microsoft.com/office/drawing/2014/main" val="796036548"/>
                  </a:ext>
                </a:extLst>
              </a:tr>
            </a:tbl>
          </a:graphicData>
        </a:graphic>
      </p:graphicFrame>
      <p:sp>
        <p:nvSpPr>
          <p:cNvPr id="3" name="TextBox 2">
            <a:extLst>
              <a:ext uri="{FF2B5EF4-FFF2-40B4-BE49-F238E27FC236}">
                <a16:creationId xmlns:a16="http://schemas.microsoft.com/office/drawing/2014/main" id="{E92AEEF1-A24D-02AC-06DE-2DB43F2AD92B}"/>
              </a:ext>
            </a:extLst>
          </p:cNvPr>
          <p:cNvSpPr txBox="1"/>
          <p:nvPr/>
        </p:nvSpPr>
        <p:spPr>
          <a:xfrm>
            <a:off x="2441449" y="841248"/>
            <a:ext cx="3243260" cy="646331"/>
          </a:xfrm>
          <a:prstGeom prst="rect">
            <a:avLst/>
          </a:prstGeom>
          <a:noFill/>
        </p:spPr>
        <p:txBody>
          <a:bodyPr wrap="none" rtlCol="0">
            <a:spAutoFit/>
          </a:bodyPr>
          <a:lstStyle/>
          <a:p>
            <a:r>
              <a:rPr lang="en-US" b="1" dirty="0"/>
              <a:t>Retail Price : RM248 (100 CV)</a:t>
            </a:r>
          </a:p>
          <a:p>
            <a:r>
              <a:rPr lang="en-US" b="1" dirty="0"/>
              <a:t>Member Price: RM198 (60 CV)</a:t>
            </a:r>
          </a:p>
        </p:txBody>
      </p:sp>
    </p:spTree>
    <p:extLst>
      <p:ext uri="{BB962C8B-B14F-4D97-AF65-F5344CB8AC3E}">
        <p14:creationId xmlns:p14="http://schemas.microsoft.com/office/powerpoint/2010/main" val="3831889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B7A013D-FAC3-2A66-34BA-E1740E6AFDC3}"/>
              </a:ext>
            </a:extLst>
          </p:cNvPr>
          <p:cNvGraphicFramePr>
            <a:graphicFrameLocks noGrp="1"/>
          </p:cNvGraphicFramePr>
          <p:nvPr/>
        </p:nvGraphicFramePr>
        <p:xfrm>
          <a:off x="1720763" y="1234802"/>
          <a:ext cx="9501389" cy="2255520"/>
        </p:xfrm>
        <a:graphic>
          <a:graphicData uri="http://schemas.openxmlformats.org/drawingml/2006/table">
            <a:tbl>
              <a:tblPr/>
              <a:tblGrid>
                <a:gridCol w="1384379">
                  <a:extLst>
                    <a:ext uri="{9D8B030D-6E8A-4147-A177-3AD203B41FA5}">
                      <a16:colId xmlns:a16="http://schemas.microsoft.com/office/drawing/2014/main" val="3696956040"/>
                    </a:ext>
                  </a:extLst>
                </a:gridCol>
                <a:gridCol w="1329514">
                  <a:extLst>
                    <a:ext uri="{9D8B030D-6E8A-4147-A177-3AD203B41FA5}">
                      <a16:colId xmlns:a16="http://schemas.microsoft.com/office/drawing/2014/main" val="4034073283"/>
                    </a:ext>
                  </a:extLst>
                </a:gridCol>
                <a:gridCol w="1655064">
                  <a:extLst>
                    <a:ext uri="{9D8B030D-6E8A-4147-A177-3AD203B41FA5}">
                      <a16:colId xmlns:a16="http://schemas.microsoft.com/office/drawing/2014/main" val="3704336475"/>
                    </a:ext>
                  </a:extLst>
                </a:gridCol>
                <a:gridCol w="920497">
                  <a:extLst>
                    <a:ext uri="{9D8B030D-6E8A-4147-A177-3AD203B41FA5}">
                      <a16:colId xmlns:a16="http://schemas.microsoft.com/office/drawing/2014/main" val="3122204519"/>
                    </a:ext>
                  </a:extLst>
                </a:gridCol>
                <a:gridCol w="233680">
                  <a:extLst>
                    <a:ext uri="{9D8B030D-6E8A-4147-A177-3AD203B41FA5}">
                      <a16:colId xmlns:a16="http://schemas.microsoft.com/office/drawing/2014/main" val="1015558530"/>
                    </a:ext>
                  </a:extLst>
                </a:gridCol>
                <a:gridCol w="816866">
                  <a:extLst>
                    <a:ext uri="{9D8B030D-6E8A-4147-A177-3AD203B41FA5}">
                      <a16:colId xmlns:a16="http://schemas.microsoft.com/office/drawing/2014/main" val="2709869811"/>
                    </a:ext>
                  </a:extLst>
                </a:gridCol>
                <a:gridCol w="261723">
                  <a:extLst>
                    <a:ext uri="{9D8B030D-6E8A-4147-A177-3AD203B41FA5}">
                      <a16:colId xmlns:a16="http://schemas.microsoft.com/office/drawing/2014/main" val="650739010"/>
                    </a:ext>
                  </a:extLst>
                </a:gridCol>
                <a:gridCol w="755904">
                  <a:extLst>
                    <a:ext uri="{9D8B030D-6E8A-4147-A177-3AD203B41FA5}">
                      <a16:colId xmlns:a16="http://schemas.microsoft.com/office/drawing/2014/main" val="3639730589"/>
                    </a:ext>
                  </a:extLst>
                </a:gridCol>
                <a:gridCol w="233680">
                  <a:extLst>
                    <a:ext uri="{9D8B030D-6E8A-4147-A177-3AD203B41FA5}">
                      <a16:colId xmlns:a16="http://schemas.microsoft.com/office/drawing/2014/main" val="1967864918"/>
                    </a:ext>
                  </a:extLst>
                </a:gridCol>
                <a:gridCol w="810769">
                  <a:extLst>
                    <a:ext uri="{9D8B030D-6E8A-4147-A177-3AD203B41FA5}">
                      <a16:colId xmlns:a16="http://schemas.microsoft.com/office/drawing/2014/main" val="1523275233"/>
                    </a:ext>
                  </a:extLst>
                </a:gridCol>
                <a:gridCol w="233680">
                  <a:extLst>
                    <a:ext uri="{9D8B030D-6E8A-4147-A177-3AD203B41FA5}">
                      <a16:colId xmlns:a16="http://schemas.microsoft.com/office/drawing/2014/main" val="4018035659"/>
                    </a:ext>
                  </a:extLst>
                </a:gridCol>
                <a:gridCol w="865633">
                  <a:extLst>
                    <a:ext uri="{9D8B030D-6E8A-4147-A177-3AD203B41FA5}">
                      <a16:colId xmlns:a16="http://schemas.microsoft.com/office/drawing/2014/main" val="2070114062"/>
                    </a:ext>
                  </a:extLst>
                </a:gridCol>
              </a:tblGrid>
              <a:tr h="198120">
                <a:tc>
                  <a:txBody>
                    <a:bodyPr/>
                    <a:lstStyle/>
                    <a:p>
                      <a:pPr algn="l">
                        <a:buNone/>
                      </a:pPr>
                      <a:r>
                        <a:rPr lang="en-US" sz="1400" b="1" dirty="0">
                          <a:latin typeface="Garamond" panose="02020404030301010803" pitchFamily="18" charset="0"/>
                        </a:rPr>
                        <a:t>Bulk Purchase Packages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1" dirty="0">
                          <a:latin typeface="Garamond" panose="02020404030301010803" pitchFamily="18" charset="0"/>
                        </a:rPr>
                        <a:t>Bulk Purchase Volume</a:t>
                      </a:r>
                    </a:p>
                    <a:p>
                      <a:pPr algn="ctr">
                        <a:buNone/>
                      </a:pPr>
                      <a:r>
                        <a:rPr lang="en-US" sz="1400" b="1" dirty="0">
                          <a:latin typeface="Garamond" panose="02020404030301010803" pitchFamily="18" charset="0"/>
                        </a:rPr>
                        <a:t> (BPV)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1" dirty="0">
                          <a:latin typeface="Garamond" panose="02020404030301010803" pitchFamily="18" charset="0"/>
                        </a:rPr>
                        <a:t>Personal Purchase </a:t>
                      </a:r>
                    </a:p>
                    <a:p>
                      <a:pPr algn="ctr">
                        <a:buNone/>
                      </a:pPr>
                      <a:r>
                        <a:rPr lang="en-US" sz="1400" b="1" dirty="0">
                          <a:latin typeface="Garamond" panose="02020404030301010803" pitchFamily="18" charset="0"/>
                        </a:rPr>
                        <a:t>Volume </a:t>
                      </a:r>
                    </a:p>
                    <a:p>
                      <a:pPr algn="ctr">
                        <a:buNone/>
                      </a:pPr>
                      <a:r>
                        <a:rPr lang="en-US" sz="1400" b="1" dirty="0">
                          <a:latin typeface="Garamond" panose="02020404030301010803" pitchFamily="18" charset="0"/>
                        </a:rPr>
                        <a:t>(PPV)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9">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latin typeface="Garamond" panose="02020404030301010803" pitchFamily="18" charset="0"/>
                        </a:rPr>
                        <a:t>Total PPV auto distribution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08445611"/>
                  </a:ext>
                </a:extLst>
              </a:tr>
              <a:tr h="0">
                <a:tc>
                  <a:txBody>
                    <a:bodyPr/>
                    <a:lstStyle/>
                    <a:p>
                      <a:pPr algn="l">
                        <a:lnSpc>
                          <a:spcPct val="100000"/>
                        </a:lnSpc>
                        <a:buNone/>
                      </a:pPr>
                      <a:r>
                        <a:rPr lang="en-US" sz="1400" dirty="0">
                          <a:latin typeface="Garamond" panose="02020404030301010803" pitchFamily="18" charset="0"/>
                        </a:rPr>
                        <a:t>4 MH x RM180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buNone/>
                      </a:pPr>
                      <a:r>
                        <a:rPr lang="en-US" sz="1400" dirty="0">
                          <a:latin typeface="Garamond" panose="02020404030301010803" pitchFamily="18" charset="0"/>
                        </a:rPr>
                        <a:t>180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buNone/>
                      </a:pPr>
                      <a:r>
                        <a:rPr lang="en-US" sz="1400" dirty="0">
                          <a:latin typeface="Garamond" panose="02020404030301010803" pitchFamily="18" charset="0"/>
                        </a:rPr>
                        <a:t>PPV = 180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1200" dirty="0">
                          <a:latin typeface="Garamond" panose="02020404030301010803" pitchFamily="18" charset="0"/>
                        </a:rPr>
                        <a:t>V=80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200" dirty="0">
                          <a:latin typeface="Garamond" panose="02020404030301010803" pitchFamily="18" charset="0"/>
                        </a:rPr>
                        <a:t>V1=40CV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tcPr>
                </a:tc>
                <a:tc gridSpan="2">
                  <a:txBody>
                    <a:bodyPr/>
                    <a:lstStyle/>
                    <a:p>
                      <a:pPr algn="ctr"/>
                      <a:r>
                        <a:rPr lang="en-US" sz="1200" dirty="0">
                          <a:latin typeface="Garamond" panose="02020404030301010803" pitchFamily="18" charset="0"/>
                        </a:rPr>
                        <a:t>V2=40CV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tcPr>
                </a:tc>
                <a:tc gridSpan="2">
                  <a:txBody>
                    <a:bodyPr/>
                    <a:lstStyle/>
                    <a:p>
                      <a:pPr algn="ctr"/>
                      <a:r>
                        <a:rPr lang="en-US" sz="1200" dirty="0">
                          <a:latin typeface="Garamond" panose="02020404030301010803" pitchFamily="18" charset="0"/>
                        </a:rPr>
                        <a:t>V3=20CV </a:t>
                      </a:r>
                    </a:p>
                    <a:p>
                      <a:pPr algn="ctr"/>
                      <a:r>
                        <a:rPr lang="en-US" sz="1200" dirty="0">
                          <a:latin typeface="Garamond" panose="02020404030301010803" pitchFamily="18" charset="0"/>
                        </a:rPr>
                        <a:t>(need top 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tcPr>
                </a:tc>
                <a:tc>
                  <a:txBody>
                    <a:bodyPr/>
                    <a:lstStyle/>
                    <a:p>
                      <a:pPr algn="ctr"/>
                      <a:r>
                        <a:rPr lang="en-US" sz="1200" dirty="0">
                          <a:latin typeface="Garamond" panose="02020404030301010803" pitchFamily="18" charset="0"/>
                        </a:rPr>
                        <a:t>V4=all remaining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645025"/>
                  </a:ext>
                </a:extLst>
              </a:tr>
              <a:tr h="152400">
                <a:tc rowSpan="3">
                  <a:txBody>
                    <a:bodyPr/>
                    <a:lstStyle/>
                    <a:p>
                      <a:pPr algn="l">
                        <a:lnSpc>
                          <a:spcPct val="100000"/>
                        </a:lnSpc>
                        <a:buNone/>
                      </a:pPr>
                      <a:r>
                        <a:rPr lang="en-US" sz="1400" dirty="0">
                          <a:latin typeface="Garamond" panose="02020404030301010803" pitchFamily="18" charset="0"/>
                        </a:rPr>
                        <a:t>12 MH x RM158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lnSpc>
                          <a:spcPct val="100000"/>
                        </a:lnSpc>
                        <a:buNone/>
                      </a:pPr>
                      <a:r>
                        <a:rPr lang="en-US" sz="1400" dirty="0">
                          <a:latin typeface="Garamond" panose="02020404030301010803" pitchFamily="18" charset="0"/>
                        </a:rPr>
                        <a:t>360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lnSpc>
                          <a:spcPct val="100000"/>
                        </a:lnSpc>
                        <a:buNone/>
                      </a:pPr>
                      <a:r>
                        <a:rPr lang="en-US" sz="1400" dirty="0">
                          <a:latin typeface="Garamond" panose="02020404030301010803" pitchFamily="18" charset="0"/>
                        </a:rPr>
                        <a:t>PPV = 360 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9">
                  <a:txBody>
                    <a:bodyPr/>
                    <a:lstStyle/>
                    <a:p>
                      <a:pPr algn="ctr"/>
                      <a:r>
                        <a:rPr lang="en-US" sz="1400" b="1" dirty="0">
                          <a:latin typeface="Garamond" panose="02020404030301010803" pitchFamily="18" charset="0"/>
                        </a:rPr>
                        <a:t>Automatic Monthly Maintain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94163766"/>
                  </a:ext>
                </a:extLst>
              </a:tr>
              <a:tr h="1524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400" dirty="0">
                          <a:latin typeface="Garamond" panose="02020404030301010803" pitchFamily="18" charset="0"/>
                        </a:rPr>
                        <a:t>1</a:t>
                      </a:r>
                      <a:r>
                        <a:rPr lang="en-US" sz="1400" baseline="30000" dirty="0">
                          <a:latin typeface="Garamond" panose="02020404030301010803" pitchFamily="18" charset="0"/>
                        </a:rPr>
                        <a:t>st</a:t>
                      </a:r>
                      <a:r>
                        <a:rPr lang="en-US" sz="1400" dirty="0">
                          <a:latin typeface="Garamond" panose="02020404030301010803" pitchFamily="18" charset="0"/>
                        </a:rPr>
                        <a:t> month</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1400" dirty="0">
                          <a:latin typeface="Garamond" panose="02020404030301010803" pitchFamily="18" charset="0"/>
                        </a:rPr>
                        <a:t>2</a:t>
                      </a:r>
                      <a:r>
                        <a:rPr lang="en-US" sz="1400" baseline="30000" dirty="0">
                          <a:latin typeface="Garamond" panose="02020404030301010803" pitchFamily="18" charset="0"/>
                        </a:rPr>
                        <a:t>nd</a:t>
                      </a:r>
                      <a:r>
                        <a:rPr lang="en-US" sz="1400" dirty="0">
                          <a:latin typeface="Garamond" panose="02020404030301010803" pitchFamily="18" charset="0"/>
                        </a:rPr>
                        <a:t> month</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400" dirty="0">
                          <a:latin typeface="Garamond" panose="02020404030301010803" pitchFamily="18" charset="0"/>
                        </a:rPr>
                        <a:t>3</a:t>
                      </a:r>
                      <a:r>
                        <a:rPr lang="en-US" sz="1400" baseline="30000" dirty="0">
                          <a:latin typeface="Garamond" panose="02020404030301010803" pitchFamily="18" charset="0"/>
                        </a:rPr>
                        <a:t>rd</a:t>
                      </a:r>
                      <a:r>
                        <a:rPr lang="en-US" sz="1400" dirty="0">
                          <a:latin typeface="Garamond" panose="02020404030301010803" pitchFamily="18" charset="0"/>
                        </a:rPr>
                        <a:t> month</a:t>
                      </a:r>
                    </a:p>
                  </a:txBody>
                  <a:tcPr anchor="ctr">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400" dirty="0">
                          <a:latin typeface="Garamond" panose="02020404030301010803" pitchFamily="18" charset="0"/>
                        </a:rPr>
                        <a:t>4</a:t>
                      </a:r>
                      <a:r>
                        <a:rPr lang="en-US" sz="1400" baseline="30000" dirty="0">
                          <a:latin typeface="Garamond" panose="02020404030301010803" pitchFamily="18" charset="0"/>
                        </a:rPr>
                        <a:t>th</a:t>
                      </a:r>
                      <a:r>
                        <a:rPr lang="en-US" sz="1400" dirty="0">
                          <a:latin typeface="Garamond" panose="02020404030301010803" pitchFamily="18" charset="0"/>
                        </a:rPr>
                        <a:t> month</a:t>
                      </a:r>
                    </a:p>
                  </a:txBody>
                  <a:tcPr anchor="ctr">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400" dirty="0">
                          <a:latin typeface="Garamond" panose="02020404030301010803" pitchFamily="18" charset="0"/>
                        </a:rPr>
                        <a:t>5</a:t>
                      </a:r>
                      <a:r>
                        <a:rPr lang="en-US" sz="1400" baseline="30000" dirty="0">
                          <a:latin typeface="Garamond" panose="02020404030301010803" pitchFamily="18" charset="0"/>
                        </a:rPr>
                        <a:t>th</a:t>
                      </a:r>
                      <a:r>
                        <a:rPr lang="en-US" sz="1400" dirty="0">
                          <a:latin typeface="Garamond" panose="02020404030301010803" pitchFamily="18" charset="0"/>
                        </a:rPr>
                        <a:t> month</a:t>
                      </a:r>
                    </a:p>
                  </a:txBody>
                  <a:tcPr anchor="ctr">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4201965902"/>
                  </a:ext>
                </a:extLst>
              </a:tr>
              <a:tr h="1524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200" dirty="0">
                          <a:latin typeface="Garamond" panose="02020404030301010803" pitchFamily="18" charset="0"/>
                        </a:rPr>
                        <a:t>V = 80 CV</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1200" dirty="0">
                          <a:latin typeface="Garamond" panose="02020404030301010803" pitchFamily="18" charset="0"/>
                        </a:rPr>
                        <a:t>V = 80 CV</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V = 80 CV</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V = 80 CV</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200" dirty="0">
                          <a:latin typeface="Garamond" panose="02020404030301010803" pitchFamily="18" charset="0"/>
                        </a:rPr>
                        <a:t>V = 40 CV</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7877708"/>
                  </a:ext>
                </a:extLst>
              </a:tr>
            </a:tbl>
          </a:graphicData>
        </a:graphic>
      </p:graphicFrame>
      <p:sp>
        <p:nvSpPr>
          <p:cNvPr id="4" name="TextBox 3">
            <a:extLst>
              <a:ext uri="{FF2B5EF4-FFF2-40B4-BE49-F238E27FC236}">
                <a16:creationId xmlns:a16="http://schemas.microsoft.com/office/drawing/2014/main" id="{49F4BFF7-0A20-964D-0DCB-3683BAADFCE9}"/>
              </a:ext>
            </a:extLst>
          </p:cNvPr>
          <p:cNvSpPr txBox="1"/>
          <p:nvPr/>
        </p:nvSpPr>
        <p:spPr>
          <a:xfrm>
            <a:off x="2922563" y="188128"/>
            <a:ext cx="6098344" cy="461665"/>
          </a:xfrm>
          <a:prstGeom prst="rect">
            <a:avLst/>
          </a:prstGeom>
          <a:noFill/>
        </p:spPr>
        <p:txBody>
          <a:bodyPr wrap="square">
            <a:spAutoFit/>
          </a:bodyPr>
          <a:lstStyle/>
          <a:p>
            <a:pPr algn="ctr">
              <a:buNone/>
            </a:pPr>
            <a:r>
              <a:rPr lang="en-US" sz="2400" b="1" dirty="0">
                <a:latin typeface="Garamond" panose="02020404030301010803" pitchFamily="18" charset="0"/>
              </a:rPr>
              <a:t>Optional Bulk Purchase Packages</a:t>
            </a:r>
          </a:p>
        </p:txBody>
      </p:sp>
      <p:sp>
        <p:nvSpPr>
          <p:cNvPr id="6" name="TextBox 5">
            <a:extLst>
              <a:ext uri="{FF2B5EF4-FFF2-40B4-BE49-F238E27FC236}">
                <a16:creationId xmlns:a16="http://schemas.microsoft.com/office/drawing/2014/main" id="{D8036471-D1CF-E6BE-58B3-19AC6E598460}"/>
              </a:ext>
            </a:extLst>
          </p:cNvPr>
          <p:cNvSpPr txBox="1"/>
          <p:nvPr/>
        </p:nvSpPr>
        <p:spPr>
          <a:xfrm>
            <a:off x="1720947" y="3429000"/>
            <a:ext cx="8971437" cy="3262432"/>
          </a:xfrm>
          <a:prstGeom prst="rect">
            <a:avLst/>
          </a:prstGeom>
          <a:noFill/>
        </p:spPr>
        <p:txBody>
          <a:bodyPr wrap="square">
            <a:spAutoFit/>
          </a:bodyPr>
          <a:lstStyle/>
          <a:p>
            <a:pPr algn="just">
              <a:buNone/>
            </a:pPr>
            <a:r>
              <a:rPr lang="en-US" b="1" dirty="0">
                <a:latin typeface="Garamond" panose="02020404030301010803" pitchFamily="18" charset="0"/>
              </a:rPr>
              <a:t>Automatic Monthly Order Programme (AMOP)</a:t>
            </a:r>
          </a:p>
          <a:p>
            <a:pPr marL="171450" indent="-171450" algn="just">
              <a:buFont typeface="Arial" panose="020B0604020202020204" pitchFamily="34" charset="0"/>
              <a:buChar char="•"/>
            </a:pPr>
            <a:r>
              <a:rPr lang="en-US" sz="1200" dirty="0">
                <a:latin typeface="Garamond" panose="02020404030301010803" pitchFamily="18" charset="0"/>
              </a:rPr>
              <a:t>The Automatic Monthly Order Programme (AMOP) enables a Member to purchase 12 bottles of Mega H</a:t>
            </a:r>
            <a:r>
              <a:rPr lang="en-US" sz="1200" baseline="30000" dirty="0">
                <a:latin typeface="Garamond" panose="02020404030301010803" pitchFamily="18" charset="0"/>
              </a:rPr>
              <a:t>®</a:t>
            </a:r>
            <a:r>
              <a:rPr lang="en-US" sz="1200" dirty="0">
                <a:latin typeface="Garamond" panose="02020404030301010803" pitchFamily="18" charset="0"/>
              </a:rPr>
              <a:t> (MH) at RM158 per bottle in a single order. </a:t>
            </a:r>
          </a:p>
          <a:p>
            <a:pPr marL="171450" indent="-171450" algn="just">
              <a:spcBef>
                <a:spcPts val="600"/>
              </a:spcBef>
              <a:buFont typeface="Arial" panose="020B0604020202020204" pitchFamily="34" charset="0"/>
              <a:buChar char="•"/>
            </a:pPr>
            <a:r>
              <a:rPr lang="en-US" sz="1200" dirty="0">
                <a:latin typeface="Garamond" panose="02020404030301010803" pitchFamily="18" charset="0"/>
              </a:rPr>
              <a:t>The total 360 CV (PPV) generated from the purchase is automatically distributed by the system over FIVE (5) consecutive calendar months, with 80 CV is allocated to the Member's Main Identity Account (V) and the balance 40 CV is allocated in the fifth month (last). </a:t>
            </a:r>
          </a:p>
          <a:p>
            <a:pPr marL="171450" indent="-171450" algn="just">
              <a:spcBef>
                <a:spcPts val="600"/>
              </a:spcBef>
              <a:buFont typeface="Arial" panose="020B0604020202020204" pitchFamily="34" charset="0"/>
              <a:buChar char="•"/>
            </a:pPr>
            <a:r>
              <a:rPr lang="en-US" sz="1200" dirty="0">
                <a:latin typeface="Garamond" panose="02020404030301010803" pitchFamily="18" charset="0"/>
              </a:rPr>
              <a:t>The monthly AMOP allocation is credited only to the Main Identity Account (V). No CV from the AMOP allocation is distributed to Virtual Accounts V1, V2, V3, or V4.</a:t>
            </a:r>
          </a:p>
          <a:p>
            <a:pPr marL="171450" indent="-171450" algn="just">
              <a:spcBef>
                <a:spcPts val="600"/>
              </a:spcBef>
              <a:buFont typeface="Arial" panose="020B0604020202020204" pitchFamily="34" charset="0"/>
              <a:buChar char="•"/>
            </a:pPr>
            <a:r>
              <a:rPr lang="en-US" sz="1200" dirty="0">
                <a:latin typeface="Garamond" panose="02020404030301010803" pitchFamily="18" charset="0"/>
              </a:rPr>
              <a:t>A Member who has activated AMOP is </a:t>
            </a:r>
            <a:r>
              <a:rPr lang="en-US" sz="1200" b="1" dirty="0">
                <a:solidFill>
                  <a:srgbClr val="0070C0"/>
                </a:solidFill>
                <a:latin typeface="Garamond" panose="02020404030301010803" pitchFamily="18" charset="0"/>
              </a:rPr>
              <a:t>entitled to purchase additional Mega H</a:t>
            </a:r>
            <a:r>
              <a:rPr lang="en-US" sz="1200" b="1" baseline="30000" dirty="0">
                <a:solidFill>
                  <a:srgbClr val="0070C0"/>
                </a:solidFill>
                <a:latin typeface="Garamond" panose="02020404030301010803" pitchFamily="18" charset="0"/>
              </a:rPr>
              <a:t>®</a:t>
            </a:r>
            <a:r>
              <a:rPr lang="en-US" sz="1200" b="1" dirty="0">
                <a:solidFill>
                  <a:srgbClr val="0070C0"/>
                </a:solidFill>
                <a:latin typeface="Garamond" panose="02020404030301010803" pitchFamily="18" charset="0"/>
              </a:rPr>
              <a:t> at the AMOP price of RM158 per bottle</a:t>
            </a:r>
            <a:r>
              <a:rPr lang="en-US" sz="1200" dirty="0">
                <a:latin typeface="Garamond" panose="02020404030301010803" pitchFamily="18" charset="0"/>
              </a:rPr>
              <a:t>, with no minimum or maximum purchase quantity. </a:t>
            </a:r>
          </a:p>
          <a:p>
            <a:pPr marL="171450" indent="-171450" algn="just">
              <a:spcBef>
                <a:spcPts val="600"/>
              </a:spcBef>
              <a:buFont typeface="Arial" panose="020B0604020202020204" pitchFamily="34" charset="0"/>
              <a:buChar char="•"/>
            </a:pPr>
            <a:r>
              <a:rPr lang="en-US" sz="1200" dirty="0">
                <a:latin typeface="Garamond" panose="02020404030301010803" pitchFamily="18" charset="0"/>
              </a:rPr>
              <a:t>The CV generated from each additional purchase is automatically allocated by the system in the following sequence:</a:t>
            </a:r>
          </a:p>
          <a:p>
            <a:pPr marL="685800" lvl="1" indent="-228600" algn="just">
              <a:buAutoNum type="arabicPeriod"/>
            </a:pPr>
            <a:r>
              <a:rPr lang="en-US" sz="1200" dirty="0">
                <a:latin typeface="Garamond" panose="02020404030301010803" pitchFamily="18" charset="0"/>
              </a:rPr>
              <a:t>Main Identity Account (V) until it reaches 80 CV (maximum) for the current calendar month.</a:t>
            </a:r>
          </a:p>
          <a:p>
            <a:pPr marL="685800" lvl="1" indent="-228600" algn="just">
              <a:buAutoNum type="arabicPeriod"/>
            </a:pPr>
            <a:r>
              <a:rPr lang="en-US" sz="1200" dirty="0">
                <a:latin typeface="Garamond" panose="02020404030301010803" pitchFamily="18" charset="0"/>
              </a:rPr>
              <a:t>Virtual Account V1 until it reaches 40 CV (maximum).</a:t>
            </a:r>
          </a:p>
          <a:p>
            <a:pPr marL="685800" lvl="1" indent="-228600" algn="just">
              <a:buAutoNum type="arabicPeriod"/>
            </a:pPr>
            <a:r>
              <a:rPr lang="en-US" sz="1200" dirty="0">
                <a:latin typeface="Garamond" panose="02020404030301010803" pitchFamily="18" charset="0"/>
              </a:rPr>
              <a:t>Virtual Account V2 until it reaches 40 CV (maximum).</a:t>
            </a:r>
          </a:p>
          <a:p>
            <a:pPr marL="685800" lvl="1" indent="-228600" algn="just">
              <a:buAutoNum type="arabicPeriod"/>
            </a:pPr>
            <a:r>
              <a:rPr lang="en-US" sz="1200" dirty="0">
                <a:latin typeface="Garamond" panose="02020404030301010803" pitchFamily="18" charset="0"/>
              </a:rPr>
              <a:t>Virtual Account V3 until it reaches 40 CV (maximum).</a:t>
            </a:r>
          </a:p>
          <a:p>
            <a:pPr marL="685800" lvl="1" indent="-228600" algn="just">
              <a:buAutoNum type="arabicPeriod"/>
            </a:pPr>
            <a:r>
              <a:rPr lang="en-US" sz="1200" dirty="0">
                <a:latin typeface="Garamond" panose="02020404030301010803" pitchFamily="18" charset="0"/>
              </a:rPr>
              <a:t>Any remaining CV is allocated to Virtual Account V4.</a:t>
            </a:r>
          </a:p>
        </p:txBody>
      </p:sp>
      <p:sp>
        <p:nvSpPr>
          <p:cNvPr id="3" name="TextBox 2">
            <a:extLst>
              <a:ext uri="{FF2B5EF4-FFF2-40B4-BE49-F238E27FC236}">
                <a16:creationId xmlns:a16="http://schemas.microsoft.com/office/drawing/2014/main" id="{EFB119C0-946B-AD50-8C75-BA4884380BC6}"/>
              </a:ext>
            </a:extLst>
          </p:cNvPr>
          <p:cNvSpPr txBox="1"/>
          <p:nvPr/>
        </p:nvSpPr>
        <p:spPr>
          <a:xfrm>
            <a:off x="1720763" y="649793"/>
            <a:ext cx="4375237" cy="646331"/>
          </a:xfrm>
          <a:prstGeom prst="rect">
            <a:avLst/>
          </a:prstGeom>
          <a:noFill/>
        </p:spPr>
        <p:txBody>
          <a:bodyPr wrap="none" rtlCol="0">
            <a:spAutoFit/>
          </a:bodyPr>
          <a:lstStyle/>
          <a:p>
            <a:r>
              <a:rPr lang="en-US" b="1" dirty="0"/>
              <a:t>Retail Price : RM220</a:t>
            </a:r>
          </a:p>
          <a:p>
            <a:r>
              <a:rPr lang="en-US" b="1" dirty="0"/>
              <a:t>Member Price : RM198 per 1 MH @ 60 CV</a:t>
            </a:r>
          </a:p>
        </p:txBody>
      </p:sp>
    </p:spTree>
    <p:extLst>
      <p:ext uri="{BB962C8B-B14F-4D97-AF65-F5344CB8AC3E}">
        <p14:creationId xmlns:p14="http://schemas.microsoft.com/office/powerpoint/2010/main" val="1271987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AF04DE-78FE-E2B9-44E5-81B7A59DEF1B}"/>
              </a:ext>
            </a:extLst>
          </p:cNvPr>
          <p:cNvSpPr txBox="1"/>
          <p:nvPr/>
        </p:nvSpPr>
        <p:spPr>
          <a:xfrm>
            <a:off x="2375095" y="584372"/>
            <a:ext cx="7441809" cy="4909036"/>
          </a:xfrm>
          <a:prstGeom prst="rect">
            <a:avLst/>
          </a:prstGeom>
          <a:noFill/>
        </p:spPr>
        <p:txBody>
          <a:bodyPr wrap="square">
            <a:spAutoFit/>
          </a:bodyPr>
          <a:lstStyle/>
          <a:p>
            <a:pPr>
              <a:lnSpc>
                <a:spcPct val="150000"/>
              </a:lnSpc>
              <a:buNone/>
            </a:pPr>
            <a:r>
              <a:rPr lang="en-US" sz="2400" b="1" dirty="0">
                <a:latin typeface="Garamond" panose="02020404030301010803" pitchFamily="18" charset="0"/>
              </a:rPr>
              <a:t>Benefits of Automatic Monthly Order (AMO)</a:t>
            </a:r>
          </a:p>
          <a:p>
            <a:pPr algn="just">
              <a:lnSpc>
                <a:spcPct val="150000"/>
              </a:lnSpc>
              <a:buNone/>
            </a:pPr>
            <a:r>
              <a:rPr lang="en-US" dirty="0">
                <a:latin typeface="Garamond" panose="02020404030301010803" pitchFamily="18" charset="0"/>
              </a:rPr>
              <a:t>Members who activate the programme online enjoy the following exclusive benefits:</a:t>
            </a:r>
          </a:p>
          <a:p>
            <a:pPr>
              <a:lnSpc>
                <a:spcPct val="150000"/>
              </a:lnSpc>
              <a:buNone/>
            </a:pPr>
            <a:r>
              <a:rPr lang="en-US" sz="2400" b="1" dirty="0">
                <a:latin typeface="Garamond" panose="02020404030301010803" pitchFamily="18" charset="0"/>
              </a:rPr>
              <a:t>Exclusive Purchase Privilege</a:t>
            </a:r>
          </a:p>
          <a:p>
            <a:pPr algn="just">
              <a:buNone/>
            </a:pPr>
            <a:r>
              <a:rPr lang="en-US" dirty="0">
                <a:latin typeface="Garamond" panose="02020404030301010803" pitchFamily="18" charset="0"/>
              </a:rPr>
              <a:t>Purchase additional </a:t>
            </a:r>
            <a:r>
              <a:rPr lang="en-US" b="1" dirty="0">
                <a:latin typeface="Garamond" panose="02020404030301010803" pitchFamily="18" charset="0"/>
              </a:rPr>
              <a:t>Mega H</a:t>
            </a:r>
            <a:r>
              <a:rPr lang="en-US" b="1" baseline="30000" dirty="0">
                <a:latin typeface="Garamond" panose="02020404030301010803" pitchFamily="18" charset="0"/>
              </a:rPr>
              <a:t>®</a:t>
            </a:r>
            <a:r>
              <a:rPr lang="en-US" b="1" dirty="0">
                <a:latin typeface="Garamond" panose="02020404030301010803" pitchFamily="18" charset="0"/>
              </a:rPr>
              <a:t> (MH)</a:t>
            </a:r>
            <a:r>
              <a:rPr lang="en-US" dirty="0">
                <a:latin typeface="Garamond" panose="02020404030301010803" pitchFamily="18" charset="0"/>
              </a:rPr>
              <a:t> at the special member price of </a:t>
            </a:r>
            <a:r>
              <a:rPr lang="en-US" b="1" dirty="0">
                <a:latin typeface="Garamond" panose="02020404030301010803" pitchFamily="18" charset="0"/>
              </a:rPr>
              <a:t>RM158 per bottle</a:t>
            </a:r>
            <a:r>
              <a:rPr lang="en-US" dirty="0">
                <a:latin typeface="Garamond" panose="02020404030301010803" pitchFamily="18" charset="0"/>
              </a:rPr>
              <a:t>, in any quantity, throughout the validity of the programme.</a:t>
            </a:r>
          </a:p>
          <a:p>
            <a:pPr>
              <a:lnSpc>
                <a:spcPct val="150000"/>
              </a:lnSpc>
              <a:spcBef>
                <a:spcPts val="1800"/>
              </a:spcBef>
              <a:buNone/>
            </a:pPr>
            <a:r>
              <a:rPr lang="en-US" sz="2400" b="1" dirty="0">
                <a:latin typeface="Garamond" panose="02020404030301010803" pitchFamily="18" charset="0"/>
              </a:rPr>
              <a:t>Optimized Virtual Account Allocation</a:t>
            </a:r>
          </a:p>
          <a:p>
            <a:pPr algn="just">
              <a:buNone/>
            </a:pPr>
            <a:r>
              <a:rPr lang="en-US" dirty="0">
                <a:latin typeface="Garamond" panose="02020404030301010803" pitchFamily="18" charset="0"/>
              </a:rPr>
              <a:t>All subsequent purchases at </a:t>
            </a:r>
            <a:r>
              <a:rPr lang="en-US" b="1" dirty="0">
                <a:latin typeface="Garamond" panose="02020404030301010803" pitchFamily="18" charset="0"/>
              </a:rPr>
              <a:t>RM158 per bottle</a:t>
            </a:r>
            <a:r>
              <a:rPr lang="en-US" dirty="0">
                <a:latin typeface="Garamond" panose="02020404030301010803" pitchFamily="18" charset="0"/>
              </a:rPr>
              <a:t> will be automatically allocated among the member's </a:t>
            </a:r>
            <a:r>
              <a:rPr lang="en-US" b="1" dirty="0">
                <a:latin typeface="Garamond" panose="02020404030301010803" pitchFamily="18" charset="0"/>
              </a:rPr>
              <a:t>Virtual Accounts (V1, V2, V3 and V4)</a:t>
            </a:r>
            <a:r>
              <a:rPr lang="en-US" dirty="0">
                <a:latin typeface="Garamond" panose="02020404030301010803" pitchFamily="18" charset="0"/>
              </a:rPr>
              <a:t> in accordance with the </a:t>
            </a:r>
            <a:r>
              <a:rPr lang="en-US" b="1" dirty="0">
                <a:latin typeface="Garamond" panose="02020404030301010803" pitchFamily="18" charset="0"/>
              </a:rPr>
              <a:t>Plan B</a:t>
            </a:r>
            <a:r>
              <a:rPr lang="en-US" dirty="0">
                <a:latin typeface="Garamond" panose="02020404030301010803" pitchFamily="18" charset="0"/>
              </a:rPr>
              <a:t> allocation rules.</a:t>
            </a:r>
          </a:p>
          <a:p>
            <a:pPr algn="just">
              <a:spcBef>
                <a:spcPts val="1200"/>
              </a:spcBef>
              <a:buNone/>
            </a:pPr>
            <a:r>
              <a:rPr lang="en-US" dirty="0">
                <a:latin typeface="Garamond" panose="02020404030301010803" pitchFamily="18" charset="0"/>
              </a:rPr>
              <a:t>This optimized allocation maximizes sales volume utilization for bonus qualification while helping members achieve the lowest effective product cost.</a:t>
            </a:r>
          </a:p>
        </p:txBody>
      </p:sp>
    </p:spTree>
    <p:extLst>
      <p:ext uri="{BB962C8B-B14F-4D97-AF65-F5344CB8AC3E}">
        <p14:creationId xmlns:p14="http://schemas.microsoft.com/office/powerpoint/2010/main" val="11814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C1F5C-BDA7-B8C8-5FB9-EF9E59229307}"/>
              </a:ext>
            </a:extLst>
          </p:cNvPr>
          <p:cNvSpPr txBox="1"/>
          <p:nvPr/>
        </p:nvSpPr>
        <p:spPr>
          <a:xfrm>
            <a:off x="1547447" y="1533064"/>
            <a:ext cx="8145194" cy="2916183"/>
          </a:xfrm>
          <a:prstGeom prst="rect">
            <a:avLst/>
          </a:prstGeom>
          <a:noFill/>
        </p:spPr>
        <p:txBody>
          <a:bodyPr wrap="square">
            <a:spAutoFit/>
          </a:bodyPr>
          <a:lstStyle/>
          <a:p>
            <a:pPr algn="just">
              <a:lnSpc>
                <a:spcPct val="150000"/>
              </a:lnSpc>
              <a:buNone/>
            </a:pPr>
            <a:r>
              <a:rPr lang="en-US" sz="2400" b="1" dirty="0">
                <a:latin typeface="Garamond" panose="02020404030301010803" pitchFamily="18" charset="0"/>
              </a:rPr>
              <a:t>Business Development Pathway</a:t>
            </a:r>
          </a:p>
          <a:p>
            <a:pPr algn="just">
              <a:buNone/>
            </a:pPr>
            <a:r>
              <a:rPr lang="en-US" dirty="0">
                <a:latin typeface="Garamond" panose="02020404030301010803" pitchFamily="18" charset="0"/>
              </a:rPr>
              <a:t>The </a:t>
            </a:r>
            <a:r>
              <a:rPr lang="en-US" b="1" dirty="0">
                <a:latin typeface="Garamond" panose="02020404030301010803" pitchFamily="18" charset="0"/>
              </a:rPr>
              <a:t>Flantech Asia Hybrid Marketing System</a:t>
            </a:r>
            <a:r>
              <a:rPr lang="en-US" dirty="0">
                <a:latin typeface="Garamond" panose="02020404030301010803" pitchFamily="18" charset="0"/>
              </a:rPr>
              <a:t> follows a structured business development pathway:</a:t>
            </a:r>
          </a:p>
          <a:p>
            <a:pPr algn="just">
              <a:buNone/>
            </a:pPr>
            <a:endParaRPr lang="en-US" sz="800" dirty="0">
              <a:latin typeface="Garamond" panose="02020404030301010803" pitchFamily="18" charset="0"/>
            </a:endParaRPr>
          </a:p>
          <a:p>
            <a:pPr algn="just">
              <a:buNone/>
            </a:pPr>
            <a:r>
              <a:rPr lang="en-US" b="1" dirty="0">
                <a:latin typeface="Garamond" panose="02020404030301010803" pitchFamily="18" charset="0"/>
              </a:rPr>
              <a:t>Company (B2B)→ Frontier Partners (B2B &amp; B2C)→ Retail Customers → Flantech Members (C2C)→ Network Leaders</a:t>
            </a:r>
          </a:p>
          <a:p>
            <a:pPr algn="just">
              <a:lnSpc>
                <a:spcPct val="150000"/>
              </a:lnSpc>
              <a:buNone/>
            </a:pPr>
            <a:endParaRPr lang="en-US" sz="900" b="1" dirty="0">
              <a:latin typeface="Garamond" panose="02020404030301010803" pitchFamily="18" charset="0"/>
            </a:endParaRPr>
          </a:p>
          <a:p>
            <a:pPr algn="just">
              <a:buNone/>
            </a:pPr>
            <a:r>
              <a:rPr lang="en-US" dirty="0">
                <a:latin typeface="Garamond" panose="02020404030301010803" pitchFamily="18" charset="0"/>
              </a:rPr>
              <a:t>By establishing a strong retail customer foundation before expanding into MLM network marketing, Flantech creates sustainable product demand, long-term business growth, and a compensation system that benefits both consumers and members.</a:t>
            </a:r>
          </a:p>
        </p:txBody>
      </p:sp>
    </p:spTree>
    <p:extLst>
      <p:ext uri="{BB962C8B-B14F-4D97-AF65-F5344CB8AC3E}">
        <p14:creationId xmlns:p14="http://schemas.microsoft.com/office/powerpoint/2010/main" val="587451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0BAED-E696-2E22-7D9A-5815520E4D96}"/>
            </a:ext>
          </a:extLst>
        </p:cNvPr>
        <p:cNvGrpSpPr/>
        <p:nvPr/>
      </p:nvGrpSpPr>
      <p:grpSpPr>
        <a:xfrm>
          <a:off x="0" y="0"/>
          <a:ext cx="0" cy="0"/>
          <a:chOff x="0" y="0"/>
          <a:chExt cx="0" cy="0"/>
        </a:xfrm>
      </p:grpSpPr>
      <p:sp>
        <p:nvSpPr>
          <p:cNvPr id="160" name="Oval 159">
            <a:extLst>
              <a:ext uri="{FF2B5EF4-FFF2-40B4-BE49-F238E27FC236}">
                <a16:creationId xmlns:a16="http://schemas.microsoft.com/office/drawing/2014/main" id="{3D930DE0-A94A-2E4C-D10F-C8BEEE4E39EB}"/>
              </a:ext>
            </a:extLst>
          </p:cNvPr>
          <p:cNvSpPr/>
          <p:nvPr/>
        </p:nvSpPr>
        <p:spPr>
          <a:xfrm>
            <a:off x="3207067" y="585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1" name="Oval 160">
            <a:extLst>
              <a:ext uri="{FF2B5EF4-FFF2-40B4-BE49-F238E27FC236}">
                <a16:creationId xmlns:a16="http://schemas.microsoft.com/office/drawing/2014/main" id="{DA05190D-16B4-A810-CA6C-9BF4BCC0709C}"/>
              </a:ext>
            </a:extLst>
          </p:cNvPr>
          <p:cNvSpPr/>
          <p:nvPr/>
        </p:nvSpPr>
        <p:spPr>
          <a:xfrm>
            <a:off x="1616392" y="10046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62" name="Straight Connector 161">
            <a:extLst>
              <a:ext uri="{FF2B5EF4-FFF2-40B4-BE49-F238E27FC236}">
                <a16:creationId xmlns:a16="http://schemas.microsoft.com/office/drawing/2014/main" id="{F14270FA-9A53-9B3D-3FEF-B418AAC9456D}"/>
              </a:ext>
            </a:extLst>
          </p:cNvPr>
          <p:cNvCxnSpPr/>
          <p:nvPr/>
        </p:nvCxnSpPr>
        <p:spPr>
          <a:xfrm flipH="1">
            <a:off x="1730692" y="833247"/>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163" name="Oval 162">
            <a:extLst>
              <a:ext uri="{FF2B5EF4-FFF2-40B4-BE49-F238E27FC236}">
                <a16:creationId xmlns:a16="http://schemas.microsoft.com/office/drawing/2014/main" id="{1EE7ADDA-1B6A-D3D3-9CB0-5CDE847FC73F}"/>
              </a:ext>
            </a:extLst>
          </p:cNvPr>
          <p:cNvSpPr/>
          <p:nvPr/>
        </p:nvSpPr>
        <p:spPr>
          <a:xfrm>
            <a:off x="4797742" y="10046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4" name="Oval 163">
            <a:extLst>
              <a:ext uri="{FF2B5EF4-FFF2-40B4-BE49-F238E27FC236}">
                <a16:creationId xmlns:a16="http://schemas.microsoft.com/office/drawing/2014/main" id="{4E4B05CE-4767-B52D-97E0-CA0661C270D6}"/>
              </a:ext>
            </a:extLst>
          </p:cNvPr>
          <p:cNvSpPr/>
          <p:nvPr/>
        </p:nvSpPr>
        <p:spPr>
          <a:xfrm>
            <a:off x="3207067" y="966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8" name="Oval 267">
            <a:extLst>
              <a:ext uri="{FF2B5EF4-FFF2-40B4-BE49-F238E27FC236}">
                <a16:creationId xmlns:a16="http://schemas.microsoft.com/office/drawing/2014/main" id="{52D48D22-A56E-AA8F-0153-D9F8C147E817}"/>
              </a:ext>
            </a:extLst>
          </p:cNvPr>
          <p:cNvSpPr/>
          <p:nvPr/>
        </p:nvSpPr>
        <p:spPr>
          <a:xfrm>
            <a:off x="2664142" y="135712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9" name="Oval 268">
            <a:extLst>
              <a:ext uri="{FF2B5EF4-FFF2-40B4-BE49-F238E27FC236}">
                <a16:creationId xmlns:a16="http://schemas.microsoft.com/office/drawing/2014/main" id="{85269D1A-5C86-B3F0-291E-D8C8DEB60BC6}"/>
              </a:ext>
            </a:extLst>
          </p:cNvPr>
          <p:cNvSpPr/>
          <p:nvPr/>
        </p:nvSpPr>
        <p:spPr>
          <a:xfrm>
            <a:off x="3207067"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0" name="Oval 269">
            <a:extLst>
              <a:ext uri="{FF2B5EF4-FFF2-40B4-BE49-F238E27FC236}">
                <a16:creationId xmlns:a16="http://schemas.microsoft.com/office/drawing/2014/main" id="{FC5D8AAF-9627-EF17-F999-C922DD3C864D}"/>
              </a:ext>
            </a:extLst>
          </p:cNvPr>
          <p:cNvSpPr/>
          <p:nvPr/>
        </p:nvSpPr>
        <p:spPr>
          <a:xfrm>
            <a:off x="3721417"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71" name="Group 270">
            <a:extLst>
              <a:ext uri="{FF2B5EF4-FFF2-40B4-BE49-F238E27FC236}">
                <a16:creationId xmlns:a16="http://schemas.microsoft.com/office/drawing/2014/main" id="{B1CD75C0-A4BD-7C11-9E1E-E49E02BC8569}"/>
              </a:ext>
            </a:extLst>
          </p:cNvPr>
          <p:cNvGrpSpPr/>
          <p:nvPr/>
        </p:nvGrpSpPr>
        <p:grpSpPr>
          <a:xfrm>
            <a:off x="3054667" y="1623822"/>
            <a:ext cx="514350" cy="771526"/>
            <a:chOff x="0" y="0"/>
            <a:chExt cx="895350" cy="876300"/>
          </a:xfrm>
        </p:grpSpPr>
        <p:grpSp>
          <p:nvGrpSpPr>
            <p:cNvPr id="302" name="Group 301">
              <a:extLst>
                <a:ext uri="{FF2B5EF4-FFF2-40B4-BE49-F238E27FC236}">
                  <a16:creationId xmlns:a16="http://schemas.microsoft.com/office/drawing/2014/main" id="{CD7CE3A7-8C36-FB72-33C0-11212F5B86CA}"/>
                </a:ext>
              </a:extLst>
            </p:cNvPr>
            <p:cNvGrpSpPr/>
            <p:nvPr/>
          </p:nvGrpSpPr>
          <p:grpSpPr>
            <a:xfrm>
              <a:off x="0" y="285750"/>
              <a:ext cx="895350" cy="590550"/>
              <a:chOff x="0" y="0"/>
              <a:chExt cx="895350" cy="590550"/>
            </a:xfrm>
          </p:grpSpPr>
          <p:sp>
            <p:nvSpPr>
              <p:cNvPr id="304" name="Isosceles Triangle 303">
                <a:extLst>
                  <a:ext uri="{FF2B5EF4-FFF2-40B4-BE49-F238E27FC236}">
                    <a16:creationId xmlns:a16="http://schemas.microsoft.com/office/drawing/2014/main" id="{C2B80855-0019-0745-5783-3C0E3E3F840F}"/>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5" name="Isosceles Triangle 304">
                <a:extLst>
                  <a:ext uri="{FF2B5EF4-FFF2-40B4-BE49-F238E27FC236}">
                    <a16:creationId xmlns:a16="http://schemas.microsoft.com/office/drawing/2014/main" id="{6FFF4766-62B4-CF47-E920-C5ABB5A9B96C}"/>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6" name="Isosceles Triangle 305">
                <a:extLst>
                  <a:ext uri="{FF2B5EF4-FFF2-40B4-BE49-F238E27FC236}">
                    <a16:creationId xmlns:a16="http://schemas.microsoft.com/office/drawing/2014/main" id="{9A79772E-1471-62D6-D059-8406AD36C4D0}"/>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7" name="Isosceles Triangle 306">
                <a:extLst>
                  <a:ext uri="{FF2B5EF4-FFF2-40B4-BE49-F238E27FC236}">
                    <a16:creationId xmlns:a16="http://schemas.microsoft.com/office/drawing/2014/main" id="{A381CA3F-46FA-2673-7D00-8208ECAD32D3}"/>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8" name="Isosceles Triangle 307">
                <a:extLst>
                  <a:ext uri="{FF2B5EF4-FFF2-40B4-BE49-F238E27FC236}">
                    <a16:creationId xmlns:a16="http://schemas.microsoft.com/office/drawing/2014/main" id="{5BB9377E-33B4-029C-73A1-1881F6BC07C4}"/>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9" name="Isosceles Triangle 308">
                <a:extLst>
                  <a:ext uri="{FF2B5EF4-FFF2-40B4-BE49-F238E27FC236}">
                    <a16:creationId xmlns:a16="http://schemas.microsoft.com/office/drawing/2014/main" id="{FA837921-CEEA-2C7C-5545-7E7FAEF42EA5}"/>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0" name="Isosceles Triangle 309">
                <a:extLst>
                  <a:ext uri="{FF2B5EF4-FFF2-40B4-BE49-F238E27FC236}">
                    <a16:creationId xmlns:a16="http://schemas.microsoft.com/office/drawing/2014/main" id="{FFC66CC9-C7E7-2101-3926-303E6243387B}"/>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1" name="Isosceles Triangle 310">
                <a:extLst>
                  <a:ext uri="{FF2B5EF4-FFF2-40B4-BE49-F238E27FC236}">
                    <a16:creationId xmlns:a16="http://schemas.microsoft.com/office/drawing/2014/main" id="{DA0EF649-DD31-C530-E61A-56A9730A7030}"/>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2" name="Isosceles Triangle 311">
                <a:extLst>
                  <a:ext uri="{FF2B5EF4-FFF2-40B4-BE49-F238E27FC236}">
                    <a16:creationId xmlns:a16="http://schemas.microsoft.com/office/drawing/2014/main" id="{276D9192-C876-324C-F4F0-33C59D52C856}"/>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3" name="Isosceles Triangle 312">
                <a:extLst>
                  <a:ext uri="{FF2B5EF4-FFF2-40B4-BE49-F238E27FC236}">
                    <a16:creationId xmlns:a16="http://schemas.microsoft.com/office/drawing/2014/main" id="{FDC50B58-DB08-2F6F-660A-2443A593085C}"/>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4" name="Isosceles Triangle 313">
                <a:extLst>
                  <a:ext uri="{FF2B5EF4-FFF2-40B4-BE49-F238E27FC236}">
                    <a16:creationId xmlns:a16="http://schemas.microsoft.com/office/drawing/2014/main" id="{ED2FD978-90D5-D122-242D-DBF4EE03E4CE}"/>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5" name="Isosceles Triangle 314">
                <a:extLst>
                  <a:ext uri="{FF2B5EF4-FFF2-40B4-BE49-F238E27FC236}">
                    <a16:creationId xmlns:a16="http://schemas.microsoft.com/office/drawing/2014/main" id="{B047C5C3-159E-5129-0011-82E2C55F133C}"/>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03" name="Isosceles Triangle 302">
              <a:extLst>
                <a:ext uri="{FF2B5EF4-FFF2-40B4-BE49-F238E27FC236}">
                  <a16:creationId xmlns:a16="http://schemas.microsoft.com/office/drawing/2014/main" id="{8EDB8F8A-297F-F04F-9539-682BF3CE82FE}"/>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72" name="Group 271">
            <a:extLst>
              <a:ext uri="{FF2B5EF4-FFF2-40B4-BE49-F238E27FC236}">
                <a16:creationId xmlns:a16="http://schemas.microsoft.com/office/drawing/2014/main" id="{461D4B1B-4A3C-D06F-608B-197E9231FB32}"/>
              </a:ext>
            </a:extLst>
          </p:cNvPr>
          <p:cNvGrpSpPr/>
          <p:nvPr/>
        </p:nvGrpSpPr>
        <p:grpSpPr>
          <a:xfrm>
            <a:off x="2521267" y="1623822"/>
            <a:ext cx="514350" cy="771526"/>
            <a:chOff x="0" y="0"/>
            <a:chExt cx="895350" cy="876300"/>
          </a:xfrm>
        </p:grpSpPr>
        <p:grpSp>
          <p:nvGrpSpPr>
            <p:cNvPr id="288" name="Group 287">
              <a:extLst>
                <a:ext uri="{FF2B5EF4-FFF2-40B4-BE49-F238E27FC236}">
                  <a16:creationId xmlns:a16="http://schemas.microsoft.com/office/drawing/2014/main" id="{518ED26A-14DC-C9BE-FB50-E5FBDF23DF39}"/>
                </a:ext>
              </a:extLst>
            </p:cNvPr>
            <p:cNvGrpSpPr/>
            <p:nvPr/>
          </p:nvGrpSpPr>
          <p:grpSpPr>
            <a:xfrm>
              <a:off x="0" y="285750"/>
              <a:ext cx="895350" cy="590550"/>
              <a:chOff x="0" y="0"/>
              <a:chExt cx="895350" cy="590550"/>
            </a:xfrm>
          </p:grpSpPr>
          <p:sp>
            <p:nvSpPr>
              <p:cNvPr id="290" name="Isosceles Triangle 289">
                <a:extLst>
                  <a:ext uri="{FF2B5EF4-FFF2-40B4-BE49-F238E27FC236}">
                    <a16:creationId xmlns:a16="http://schemas.microsoft.com/office/drawing/2014/main" id="{243A6DD6-3BE1-08E7-F3AF-855DFD7BE1BF}"/>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1" name="Isosceles Triangle 290">
                <a:extLst>
                  <a:ext uri="{FF2B5EF4-FFF2-40B4-BE49-F238E27FC236}">
                    <a16:creationId xmlns:a16="http://schemas.microsoft.com/office/drawing/2014/main" id="{5C77C9F8-C1EC-B9C3-0CA3-4E20CF39B069}"/>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2" name="Isosceles Triangle 291">
                <a:extLst>
                  <a:ext uri="{FF2B5EF4-FFF2-40B4-BE49-F238E27FC236}">
                    <a16:creationId xmlns:a16="http://schemas.microsoft.com/office/drawing/2014/main" id="{64B14D53-7441-DF9F-FD85-6CE2DBADFD91}"/>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3" name="Isosceles Triangle 292">
                <a:extLst>
                  <a:ext uri="{FF2B5EF4-FFF2-40B4-BE49-F238E27FC236}">
                    <a16:creationId xmlns:a16="http://schemas.microsoft.com/office/drawing/2014/main" id="{B38AAF54-E911-9F79-AA1A-6DB723E06EFF}"/>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4" name="Isosceles Triangle 293">
                <a:extLst>
                  <a:ext uri="{FF2B5EF4-FFF2-40B4-BE49-F238E27FC236}">
                    <a16:creationId xmlns:a16="http://schemas.microsoft.com/office/drawing/2014/main" id="{7ED36511-8403-DFFF-3EBD-29E98AAB236C}"/>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5" name="Isosceles Triangle 294">
                <a:extLst>
                  <a:ext uri="{FF2B5EF4-FFF2-40B4-BE49-F238E27FC236}">
                    <a16:creationId xmlns:a16="http://schemas.microsoft.com/office/drawing/2014/main" id="{56F1B232-8D48-2702-D037-75ACCA1F960D}"/>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6" name="Isosceles Triangle 295">
                <a:extLst>
                  <a:ext uri="{FF2B5EF4-FFF2-40B4-BE49-F238E27FC236}">
                    <a16:creationId xmlns:a16="http://schemas.microsoft.com/office/drawing/2014/main" id="{1AF2669E-0037-1212-3397-627091AA8DB3}"/>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7" name="Isosceles Triangle 296">
                <a:extLst>
                  <a:ext uri="{FF2B5EF4-FFF2-40B4-BE49-F238E27FC236}">
                    <a16:creationId xmlns:a16="http://schemas.microsoft.com/office/drawing/2014/main" id="{F770CF82-078C-7CE4-D2D8-020F57C38084}"/>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8" name="Isosceles Triangle 297">
                <a:extLst>
                  <a:ext uri="{FF2B5EF4-FFF2-40B4-BE49-F238E27FC236}">
                    <a16:creationId xmlns:a16="http://schemas.microsoft.com/office/drawing/2014/main" id="{D61CBA13-5A14-5ED7-F97C-82170AACC3C3}"/>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9" name="Isosceles Triangle 298">
                <a:extLst>
                  <a:ext uri="{FF2B5EF4-FFF2-40B4-BE49-F238E27FC236}">
                    <a16:creationId xmlns:a16="http://schemas.microsoft.com/office/drawing/2014/main" id="{0EA52B71-481D-85E4-8A7D-4638F4DCF992}"/>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0" name="Isosceles Triangle 299">
                <a:extLst>
                  <a:ext uri="{FF2B5EF4-FFF2-40B4-BE49-F238E27FC236}">
                    <a16:creationId xmlns:a16="http://schemas.microsoft.com/office/drawing/2014/main" id="{CCE664DF-BB85-169F-F36E-CF1153A66E55}"/>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1" name="Isosceles Triangle 300">
                <a:extLst>
                  <a:ext uri="{FF2B5EF4-FFF2-40B4-BE49-F238E27FC236}">
                    <a16:creationId xmlns:a16="http://schemas.microsoft.com/office/drawing/2014/main" id="{8B3758E4-ED3C-EA99-46EB-7FAFA982D904}"/>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89" name="Isosceles Triangle 288">
              <a:extLst>
                <a:ext uri="{FF2B5EF4-FFF2-40B4-BE49-F238E27FC236}">
                  <a16:creationId xmlns:a16="http://schemas.microsoft.com/office/drawing/2014/main" id="{7B77E37A-D8D0-0A68-33A8-9874E8A14B89}"/>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73" name="Group 272">
            <a:extLst>
              <a:ext uri="{FF2B5EF4-FFF2-40B4-BE49-F238E27FC236}">
                <a16:creationId xmlns:a16="http://schemas.microsoft.com/office/drawing/2014/main" id="{A572B5DE-8865-2A9A-2006-BA898F175C21}"/>
              </a:ext>
            </a:extLst>
          </p:cNvPr>
          <p:cNvGrpSpPr/>
          <p:nvPr/>
        </p:nvGrpSpPr>
        <p:grpSpPr>
          <a:xfrm>
            <a:off x="3578542" y="1623822"/>
            <a:ext cx="514350" cy="771526"/>
            <a:chOff x="0" y="0"/>
            <a:chExt cx="895350" cy="876300"/>
          </a:xfrm>
        </p:grpSpPr>
        <p:grpSp>
          <p:nvGrpSpPr>
            <p:cNvPr id="274" name="Group 273">
              <a:extLst>
                <a:ext uri="{FF2B5EF4-FFF2-40B4-BE49-F238E27FC236}">
                  <a16:creationId xmlns:a16="http://schemas.microsoft.com/office/drawing/2014/main" id="{3A603596-47CD-9753-FAE6-F1C8CBEA367F}"/>
                </a:ext>
              </a:extLst>
            </p:cNvPr>
            <p:cNvGrpSpPr/>
            <p:nvPr/>
          </p:nvGrpSpPr>
          <p:grpSpPr>
            <a:xfrm>
              <a:off x="0" y="285750"/>
              <a:ext cx="895350" cy="590550"/>
              <a:chOff x="0" y="0"/>
              <a:chExt cx="895350" cy="590550"/>
            </a:xfrm>
          </p:grpSpPr>
          <p:sp>
            <p:nvSpPr>
              <p:cNvPr id="276" name="Isosceles Triangle 275">
                <a:extLst>
                  <a:ext uri="{FF2B5EF4-FFF2-40B4-BE49-F238E27FC236}">
                    <a16:creationId xmlns:a16="http://schemas.microsoft.com/office/drawing/2014/main" id="{494CAB48-C785-6181-D6C4-E56A093FD658}"/>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7" name="Isosceles Triangle 276">
                <a:extLst>
                  <a:ext uri="{FF2B5EF4-FFF2-40B4-BE49-F238E27FC236}">
                    <a16:creationId xmlns:a16="http://schemas.microsoft.com/office/drawing/2014/main" id="{0EAFD30E-9B6C-7EEF-EB4D-A2AD81A1537E}"/>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8" name="Isosceles Triangle 277">
                <a:extLst>
                  <a:ext uri="{FF2B5EF4-FFF2-40B4-BE49-F238E27FC236}">
                    <a16:creationId xmlns:a16="http://schemas.microsoft.com/office/drawing/2014/main" id="{C56133C2-EFFF-1A47-5E50-97726935D15E}"/>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9" name="Isosceles Triangle 278">
                <a:extLst>
                  <a:ext uri="{FF2B5EF4-FFF2-40B4-BE49-F238E27FC236}">
                    <a16:creationId xmlns:a16="http://schemas.microsoft.com/office/drawing/2014/main" id="{F9A7D0B8-F6A4-15DA-34EC-5B1CCBEDAC7D}"/>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0" name="Isosceles Triangle 279">
                <a:extLst>
                  <a:ext uri="{FF2B5EF4-FFF2-40B4-BE49-F238E27FC236}">
                    <a16:creationId xmlns:a16="http://schemas.microsoft.com/office/drawing/2014/main" id="{AF8E7A6B-B27F-AE61-5055-B035C472DD1A}"/>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1" name="Isosceles Triangle 280">
                <a:extLst>
                  <a:ext uri="{FF2B5EF4-FFF2-40B4-BE49-F238E27FC236}">
                    <a16:creationId xmlns:a16="http://schemas.microsoft.com/office/drawing/2014/main" id="{8B9B03B6-1B1D-D3C9-C8E3-3C0ACAFCE5BC}"/>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2" name="Isosceles Triangle 281">
                <a:extLst>
                  <a:ext uri="{FF2B5EF4-FFF2-40B4-BE49-F238E27FC236}">
                    <a16:creationId xmlns:a16="http://schemas.microsoft.com/office/drawing/2014/main" id="{CA6EA65D-2BAF-5B3A-C527-2FE533DE875A}"/>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3" name="Isosceles Triangle 282">
                <a:extLst>
                  <a:ext uri="{FF2B5EF4-FFF2-40B4-BE49-F238E27FC236}">
                    <a16:creationId xmlns:a16="http://schemas.microsoft.com/office/drawing/2014/main" id="{718B2C12-E2A5-FD68-BF54-D2ABE8B7682B}"/>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4" name="Isosceles Triangle 283">
                <a:extLst>
                  <a:ext uri="{FF2B5EF4-FFF2-40B4-BE49-F238E27FC236}">
                    <a16:creationId xmlns:a16="http://schemas.microsoft.com/office/drawing/2014/main" id="{34AC5EBA-760F-3FF4-C717-4D11AA17DB07}"/>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5" name="Isosceles Triangle 284">
                <a:extLst>
                  <a:ext uri="{FF2B5EF4-FFF2-40B4-BE49-F238E27FC236}">
                    <a16:creationId xmlns:a16="http://schemas.microsoft.com/office/drawing/2014/main" id="{0F9D60FB-E2D0-901A-174F-56C4D23E5F42}"/>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6" name="Isosceles Triangle 285">
                <a:extLst>
                  <a:ext uri="{FF2B5EF4-FFF2-40B4-BE49-F238E27FC236}">
                    <a16:creationId xmlns:a16="http://schemas.microsoft.com/office/drawing/2014/main" id="{99C587CB-E6DF-AD00-0A4F-220A4BA6117D}"/>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7" name="Isosceles Triangle 286">
                <a:extLst>
                  <a:ext uri="{FF2B5EF4-FFF2-40B4-BE49-F238E27FC236}">
                    <a16:creationId xmlns:a16="http://schemas.microsoft.com/office/drawing/2014/main" id="{0202D819-DE2B-79A2-C143-13AB4C26A294}"/>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75" name="Isosceles Triangle 274">
              <a:extLst>
                <a:ext uri="{FF2B5EF4-FFF2-40B4-BE49-F238E27FC236}">
                  <a16:creationId xmlns:a16="http://schemas.microsoft.com/office/drawing/2014/main" id="{B57CBEE1-C0AB-D1C6-2D09-EB8F6FD1CADB}"/>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0" name="Oval 219">
            <a:extLst>
              <a:ext uri="{FF2B5EF4-FFF2-40B4-BE49-F238E27FC236}">
                <a16:creationId xmlns:a16="http://schemas.microsoft.com/office/drawing/2014/main" id="{E4F4EAA4-0AC1-3124-AC48-92206F85B4C0}"/>
              </a:ext>
            </a:extLst>
          </p:cNvPr>
          <p:cNvSpPr/>
          <p:nvPr/>
        </p:nvSpPr>
        <p:spPr>
          <a:xfrm>
            <a:off x="1073467" y="135712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1" name="Oval 220">
            <a:extLst>
              <a:ext uri="{FF2B5EF4-FFF2-40B4-BE49-F238E27FC236}">
                <a16:creationId xmlns:a16="http://schemas.microsoft.com/office/drawing/2014/main" id="{1308A06F-4CCC-CB31-33B2-9D31DD363991}"/>
              </a:ext>
            </a:extLst>
          </p:cNvPr>
          <p:cNvSpPr/>
          <p:nvPr/>
        </p:nvSpPr>
        <p:spPr>
          <a:xfrm>
            <a:off x="1616392"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2" name="Oval 221">
            <a:extLst>
              <a:ext uri="{FF2B5EF4-FFF2-40B4-BE49-F238E27FC236}">
                <a16:creationId xmlns:a16="http://schemas.microsoft.com/office/drawing/2014/main" id="{008225A8-7F78-A1F5-99F8-6D11886C1914}"/>
              </a:ext>
            </a:extLst>
          </p:cNvPr>
          <p:cNvSpPr/>
          <p:nvPr/>
        </p:nvSpPr>
        <p:spPr>
          <a:xfrm>
            <a:off x="2130742"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23" name="Group 222">
            <a:extLst>
              <a:ext uri="{FF2B5EF4-FFF2-40B4-BE49-F238E27FC236}">
                <a16:creationId xmlns:a16="http://schemas.microsoft.com/office/drawing/2014/main" id="{C23E92F9-74CF-C653-F6EC-3F3C676BC06C}"/>
              </a:ext>
            </a:extLst>
          </p:cNvPr>
          <p:cNvGrpSpPr/>
          <p:nvPr/>
        </p:nvGrpSpPr>
        <p:grpSpPr>
          <a:xfrm>
            <a:off x="1463992" y="1623822"/>
            <a:ext cx="514350" cy="771526"/>
            <a:chOff x="0" y="0"/>
            <a:chExt cx="895350" cy="876300"/>
          </a:xfrm>
        </p:grpSpPr>
        <p:grpSp>
          <p:nvGrpSpPr>
            <p:cNvPr id="254" name="Group 253">
              <a:extLst>
                <a:ext uri="{FF2B5EF4-FFF2-40B4-BE49-F238E27FC236}">
                  <a16:creationId xmlns:a16="http://schemas.microsoft.com/office/drawing/2014/main" id="{7DED990A-8368-6451-03D2-0A317A371D79}"/>
                </a:ext>
              </a:extLst>
            </p:cNvPr>
            <p:cNvGrpSpPr/>
            <p:nvPr/>
          </p:nvGrpSpPr>
          <p:grpSpPr>
            <a:xfrm>
              <a:off x="0" y="285750"/>
              <a:ext cx="895350" cy="590550"/>
              <a:chOff x="0" y="0"/>
              <a:chExt cx="895350" cy="590550"/>
            </a:xfrm>
          </p:grpSpPr>
          <p:sp>
            <p:nvSpPr>
              <p:cNvPr id="256" name="Isosceles Triangle 255">
                <a:extLst>
                  <a:ext uri="{FF2B5EF4-FFF2-40B4-BE49-F238E27FC236}">
                    <a16:creationId xmlns:a16="http://schemas.microsoft.com/office/drawing/2014/main" id="{8638A5CD-DE1C-2D5B-A9C4-E4BFB38067C0}"/>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7" name="Isosceles Triangle 256">
                <a:extLst>
                  <a:ext uri="{FF2B5EF4-FFF2-40B4-BE49-F238E27FC236}">
                    <a16:creationId xmlns:a16="http://schemas.microsoft.com/office/drawing/2014/main" id="{2A295708-8617-1FCD-1731-88D7B046B1DF}"/>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8" name="Isosceles Triangle 257">
                <a:extLst>
                  <a:ext uri="{FF2B5EF4-FFF2-40B4-BE49-F238E27FC236}">
                    <a16:creationId xmlns:a16="http://schemas.microsoft.com/office/drawing/2014/main" id="{D50E18D1-FBC1-B3B4-2D76-B648CB39C199}"/>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9" name="Isosceles Triangle 258">
                <a:extLst>
                  <a:ext uri="{FF2B5EF4-FFF2-40B4-BE49-F238E27FC236}">
                    <a16:creationId xmlns:a16="http://schemas.microsoft.com/office/drawing/2014/main" id="{F862962F-5F27-4CFE-0B30-136136E12FB3}"/>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0" name="Isosceles Triangle 259">
                <a:extLst>
                  <a:ext uri="{FF2B5EF4-FFF2-40B4-BE49-F238E27FC236}">
                    <a16:creationId xmlns:a16="http://schemas.microsoft.com/office/drawing/2014/main" id="{AB39213C-B75A-3EEE-2DF6-06DFBBD327B6}"/>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1" name="Isosceles Triangle 260">
                <a:extLst>
                  <a:ext uri="{FF2B5EF4-FFF2-40B4-BE49-F238E27FC236}">
                    <a16:creationId xmlns:a16="http://schemas.microsoft.com/office/drawing/2014/main" id="{BA4B2FBB-A820-B102-64CC-CA623BFED0B7}"/>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2" name="Isosceles Triangle 261">
                <a:extLst>
                  <a:ext uri="{FF2B5EF4-FFF2-40B4-BE49-F238E27FC236}">
                    <a16:creationId xmlns:a16="http://schemas.microsoft.com/office/drawing/2014/main" id="{12F131F8-4B1D-CDE0-FA59-A2D931DFA589}"/>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3" name="Isosceles Triangle 262">
                <a:extLst>
                  <a:ext uri="{FF2B5EF4-FFF2-40B4-BE49-F238E27FC236}">
                    <a16:creationId xmlns:a16="http://schemas.microsoft.com/office/drawing/2014/main" id="{2CE728C9-8089-5E89-BC42-973F5FDCE541}"/>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4" name="Isosceles Triangle 263">
                <a:extLst>
                  <a:ext uri="{FF2B5EF4-FFF2-40B4-BE49-F238E27FC236}">
                    <a16:creationId xmlns:a16="http://schemas.microsoft.com/office/drawing/2014/main" id="{8632E029-FF01-A565-108C-B09EFA5F9FBE}"/>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5" name="Isosceles Triangle 264">
                <a:extLst>
                  <a:ext uri="{FF2B5EF4-FFF2-40B4-BE49-F238E27FC236}">
                    <a16:creationId xmlns:a16="http://schemas.microsoft.com/office/drawing/2014/main" id="{A25FB079-11C8-79A3-B5FE-FE8B2D76A26A}"/>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6" name="Isosceles Triangle 265">
                <a:extLst>
                  <a:ext uri="{FF2B5EF4-FFF2-40B4-BE49-F238E27FC236}">
                    <a16:creationId xmlns:a16="http://schemas.microsoft.com/office/drawing/2014/main" id="{B6D2008F-E9BE-2A7F-F179-18BD2EE8B980}"/>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7" name="Isosceles Triangle 266">
                <a:extLst>
                  <a:ext uri="{FF2B5EF4-FFF2-40B4-BE49-F238E27FC236}">
                    <a16:creationId xmlns:a16="http://schemas.microsoft.com/office/drawing/2014/main" id="{E06D0839-BEBB-1BB3-AE54-3995F3539A7E}"/>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55" name="Isosceles Triangle 254">
              <a:extLst>
                <a:ext uri="{FF2B5EF4-FFF2-40B4-BE49-F238E27FC236}">
                  <a16:creationId xmlns:a16="http://schemas.microsoft.com/office/drawing/2014/main" id="{935E0F43-E911-3C72-6D80-F88BAD68D5E6}"/>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24" name="Group 223">
            <a:extLst>
              <a:ext uri="{FF2B5EF4-FFF2-40B4-BE49-F238E27FC236}">
                <a16:creationId xmlns:a16="http://schemas.microsoft.com/office/drawing/2014/main" id="{107EB019-DEBE-3043-16DB-490B2FCD74DA}"/>
              </a:ext>
            </a:extLst>
          </p:cNvPr>
          <p:cNvGrpSpPr/>
          <p:nvPr/>
        </p:nvGrpSpPr>
        <p:grpSpPr>
          <a:xfrm>
            <a:off x="930592" y="1623822"/>
            <a:ext cx="514350" cy="771526"/>
            <a:chOff x="0" y="0"/>
            <a:chExt cx="895350" cy="876300"/>
          </a:xfrm>
        </p:grpSpPr>
        <p:grpSp>
          <p:nvGrpSpPr>
            <p:cNvPr id="240" name="Group 239">
              <a:extLst>
                <a:ext uri="{FF2B5EF4-FFF2-40B4-BE49-F238E27FC236}">
                  <a16:creationId xmlns:a16="http://schemas.microsoft.com/office/drawing/2014/main" id="{3754937D-6230-35C9-565B-38C118FBA95A}"/>
                </a:ext>
              </a:extLst>
            </p:cNvPr>
            <p:cNvGrpSpPr/>
            <p:nvPr/>
          </p:nvGrpSpPr>
          <p:grpSpPr>
            <a:xfrm>
              <a:off x="0" y="285750"/>
              <a:ext cx="895350" cy="590550"/>
              <a:chOff x="0" y="0"/>
              <a:chExt cx="895350" cy="590550"/>
            </a:xfrm>
          </p:grpSpPr>
          <p:sp>
            <p:nvSpPr>
              <p:cNvPr id="242" name="Isosceles Triangle 241">
                <a:extLst>
                  <a:ext uri="{FF2B5EF4-FFF2-40B4-BE49-F238E27FC236}">
                    <a16:creationId xmlns:a16="http://schemas.microsoft.com/office/drawing/2014/main" id="{C1FE4E52-4874-4801-AE64-2CC1E3DC2A17}"/>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3" name="Isosceles Triangle 242">
                <a:extLst>
                  <a:ext uri="{FF2B5EF4-FFF2-40B4-BE49-F238E27FC236}">
                    <a16:creationId xmlns:a16="http://schemas.microsoft.com/office/drawing/2014/main" id="{A24BA3BE-32C5-97DC-E0C5-F9A09DEB2149}"/>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4" name="Isosceles Triangle 243">
                <a:extLst>
                  <a:ext uri="{FF2B5EF4-FFF2-40B4-BE49-F238E27FC236}">
                    <a16:creationId xmlns:a16="http://schemas.microsoft.com/office/drawing/2014/main" id="{1D58836C-CBCC-3B78-F217-4A7A9371C7EF}"/>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5" name="Isosceles Triangle 244">
                <a:extLst>
                  <a:ext uri="{FF2B5EF4-FFF2-40B4-BE49-F238E27FC236}">
                    <a16:creationId xmlns:a16="http://schemas.microsoft.com/office/drawing/2014/main" id="{C5008E01-56BC-AD1F-98B9-051014630401}"/>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6" name="Isosceles Triangle 245">
                <a:extLst>
                  <a:ext uri="{FF2B5EF4-FFF2-40B4-BE49-F238E27FC236}">
                    <a16:creationId xmlns:a16="http://schemas.microsoft.com/office/drawing/2014/main" id="{64BD6E3D-8606-851F-0C1F-CCC9ADB36EB8}"/>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7" name="Isosceles Triangle 246">
                <a:extLst>
                  <a:ext uri="{FF2B5EF4-FFF2-40B4-BE49-F238E27FC236}">
                    <a16:creationId xmlns:a16="http://schemas.microsoft.com/office/drawing/2014/main" id="{3F1FCCA4-1FAA-893C-DD67-81DAA276DE57}"/>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8" name="Isosceles Triangle 247">
                <a:extLst>
                  <a:ext uri="{FF2B5EF4-FFF2-40B4-BE49-F238E27FC236}">
                    <a16:creationId xmlns:a16="http://schemas.microsoft.com/office/drawing/2014/main" id="{0CF776FB-2C54-5CCF-40BC-72F144DAC3F9}"/>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9" name="Isosceles Triangle 248">
                <a:extLst>
                  <a:ext uri="{FF2B5EF4-FFF2-40B4-BE49-F238E27FC236}">
                    <a16:creationId xmlns:a16="http://schemas.microsoft.com/office/drawing/2014/main" id="{0DCEDEB1-E4A8-4D1E-C706-35942CE8CEAA}"/>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0" name="Isosceles Triangle 249">
                <a:extLst>
                  <a:ext uri="{FF2B5EF4-FFF2-40B4-BE49-F238E27FC236}">
                    <a16:creationId xmlns:a16="http://schemas.microsoft.com/office/drawing/2014/main" id="{59351925-D9DA-7A10-F4B2-E65FC03C200A}"/>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1" name="Isosceles Triangle 250">
                <a:extLst>
                  <a:ext uri="{FF2B5EF4-FFF2-40B4-BE49-F238E27FC236}">
                    <a16:creationId xmlns:a16="http://schemas.microsoft.com/office/drawing/2014/main" id="{62499E7A-8311-EA41-BAA1-BDC1080334D5}"/>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2" name="Isosceles Triangle 251">
                <a:extLst>
                  <a:ext uri="{FF2B5EF4-FFF2-40B4-BE49-F238E27FC236}">
                    <a16:creationId xmlns:a16="http://schemas.microsoft.com/office/drawing/2014/main" id="{E841BA89-0C26-7D8A-0E53-2BC2CF57EAC5}"/>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3" name="Isosceles Triangle 252">
                <a:extLst>
                  <a:ext uri="{FF2B5EF4-FFF2-40B4-BE49-F238E27FC236}">
                    <a16:creationId xmlns:a16="http://schemas.microsoft.com/office/drawing/2014/main" id="{DAAE7DCC-D7CB-1E0B-0B99-F854C8037684}"/>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1" name="Isosceles Triangle 240">
              <a:extLst>
                <a:ext uri="{FF2B5EF4-FFF2-40B4-BE49-F238E27FC236}">
                  <a16:creationId xmlns:a16="http://schemas.microsoft.com/office/drawing/2014/main" id="{E7047D00-7BBB-50AC-F950-6158105B711A}"/>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25" name="Group 224">
            <a:extLst>
              <a:ext uri="{FF2B5EF4-FFF2-40B4-BE49-F238E27FC236}">
                <a16:creationId xmlns:a16="http://schemas.microsoft.com/office/drawing/2014/main" id="{1010BF58-BEEB-7A99-74BC-65FDA10DDF24}"/>
              </a:ext>
            </a:extLst>
          </p:cNvPr>
          <p:cNvGrpSpPr/>
          <p:nvPr/>
        </p:nvGrpSpPr>
        <p:grpSpPr>
          <a:xfrm>
            <a:off x="1987867" y="1623822"/>
            <a:ext cx="514350" cy="771526"/>
            <a:chOff x="0" y="0"/>
            <a:chExt cx="895350" cy="876300"/>
          </a:xfrm>
        </p:grpSpPr>
        <p:grpSp>
          <p:nvGrpSpPr>
            <p:cNvPr id="226" name="Group 225">
              <a:extLst>
                <a:ext uri="{FF2B5EF4-FFF2-40B4-BE49-F238E27FC236}">
                  <a16:creationId xmlns:a16="http://schemas.microsoft.com/office/drawing/2014/main" id="{EEF30B65-4DBD-3547-EAB2-9B2881CD4673}"/>
                </a:ext>
              </a:extLst>
            </p:cNvPr>
            <p:cNvGrpSpPr/>
            <p:nvPr/>
          </p:nvGrpSpPr>
          <p:grpSpPr>
            <a:xfrm>
              <a:off x="0" y="285750"/>
              <a:ext cx="895350" cy="590550"/>
              <a:chOff x="0" y="0"/>
              <a:chExt cx="895350" cy="590550"/>
            </a:xfrm>
          </p:grpSpPr>
          <p:sp>
            <p:nvSpPr>
              <p:cNvPr id="228" name="Isosceles Triangle 227">
                <a:extLst>
                  <a:ext uri="{FF2B5EF4-FFF2-40B4-BE49-F238E27FC236}">
                    <a16:creationId xmlns:a16="http://schemas.microsoft.com/office/drawing/2014/main" id="{4E6296B5-FA39-E35E-0F88-23C6A3DB8F76}"/>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9" name="Isosceles Triangle 228">
                <a:extLst>
                  <a:ext uri="{FF2B5EF4-FFF2-40B4-BE49-F238E27FC236}">
                    <a16:creationId xmlns:a16="http://schemas.microsoft.com/office/drawing/2014/main" id="{D2FD9581-7212-496D-CA61-04B6961C71CE}"/>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0" name="Isosceles Triangle 229">
                <a:extLst>
                  <a:ext uri="{FF2B5EF4-FFF2-40B4-BE49-F238E27FC236}">
                    <a16:creationId xmlns:a16="http://schemas.microsoft.com/office/drawing/2014/main" id="{E9E97068-2FE6-554B-D1F1-63429EE8EAD0}"/>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1" name="Isosceles Triangle 230">
                <a:extLst>
                  <a:ext uri="{FF2B5EF4-FFF2-40B4-BE49-F238E27FC236}">
                    <a16:creationId xmlns:a16="http://schemas.microsoft.com/office/drawing/2014/main" id="{5FD33C73-1EF1-3F88-9776-837C6EE07F2B}"/>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2" name="Isosceles Triangle 231">
                <a:extLst>
                  <a:ext uri="{FF2B5EF4-FFF2-40B4-BE49-F238E27FC236}">
                    <a16:creationId xmlns:a16="http://schemas.microsoft.com/office/drawing/2014/main" id="{064ACE17-3DE8-BA5C-D5EF-F2632CCCC28E}"/>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3" name="Isosceles Triangle 232">
                <a:extLst>
                  <a:ext uri="{FF2B5EF4-FFF2-40B4-BE49-F238E27FC236}">
                    <a16:creationId xmlns:a16="http://schemas.microsoft.com/office/drawing/2014/main" id="{616F8D69-E7E2-E5C3-1998-0A3565D4172A}"/>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4" name="Isosceles Triangle 233">
                <a:extLst>
                  <a:ext uri="{FF2B5EF4-FFF2-40B4-BE49-F238E27FC236}">
                    <a16:creationId xmlns:a16="http://schemas.microsoft.com/office/drawing/2014/main" id="{5FF6898D-F838-3561-B67D-AB96B2730667}"/>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5" name="Isosceles Triangle 234">
                <a:extLst>
                  <a:ext uri="{FF2B5EF4-FFF2-40B4-BE49-F238E27FC236}">
                    <a16:creationId xmlns:a16="http://schemas.microsoft.com/office/drawing/2014/main" id="{E16BF9BB-546C-9C83-48AA-669526F8315B}"/>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6" name="Isosceles Triangle 235">
                <a:extLst>
                  <a:ext uri="{FF2B5EF4-FFF2-40B4-BE49-F238E27FC236}">
                    <a16:creationId xmlns:a16="http://schemas.microsoft.com/office/drawing/2014/main" id="{927D376A-2959-89C5-F167-5B8F9B92AD53}"/>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7" name="Isosceles Triangle 236">
                <a:extLst>
                  <a:ext uri="{FF2B5EF4-FFF2-40B4-BE49-F238E27FC236}">
                    <a16:creationId xmlns:a16="http://schemas.microsoft.com/office/drawing/2014/main" id="{A9EA944F-1A7B-938F-9251-033A1FA3C577}"/>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8" name="Isosceles Triangle 237">
                <a:extLst>
                  <a:ext uri="{FF2B5EF4-FFF2-40B4-BE49-F238E27FC236}">
                    <a16:creationId xmlns:a16="http://schemas.microsoft.com/office/drawing/2014/main" id="{B3EB2FF1-AF77-6CC9-82C2-BE6181559D2F}"/>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9" name="Isosceles Triangle 238">
                <a:extLst>
                  <a:ext uri="{FF2B5EF4-FFF2-40B4-BE49-F238E27FC236}">
                    <a16:creationId xmlns:a16="http://schemas.microsoft.com/office/drawing/2014/main" id="{0E029100-085F-5FD3-9ED1-15628FDF21A2}"/>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7" name="Isosceles Triangle 226">
              <a:extLst>
                <a:ext uri="{FF2B5EF4-FFF2-40B4-BE49-F238E27FC236}">
                  <a16:creationId xmlns:a16="http://schemas.microsoft.com/office/drawing/2014/main" id="{06BB2D3E-4D1C-F129-F8BF-8F440312E303}"/>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72" name="Oval 171">
            <a:extLst>
              <a:ext uri="{FF2B5EF4-FFF2-40B4-BE49-F238E27FC236}">
                <a16:creationId xmlns:a16="http://schemas.microsoft.com/office/drawing/2014/main" id="{46D4682C-849F-8680-E9A0-57A4E9684BFE}"/>
              </a:ext>
            </a:extLst>
          </p:cNvPr>
          <p:cNvSpPr/>
          <p:nvPr/>
        </p:nvSpPr>
        <p:spPr>
          <a:xfrm>
            <a:off x="4254817" y="135712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3" name="Oval 172">
            <a:extLst>
              <a:ext uri="{FF2B5EF4-FFF2-40B4-BE49-F238E27FC236}">
                <a16:creationId xmlns:a16="http://schemas.microsoft.com/office/drawing/2014/main" id="{97850C0C-AA30-FDBF-D549-98101B3BE52C}"/>
              </a:ext>
            </a:extLst>
          </p:cNvPr>
          <p:cNvSpPr/>
          <p:nvPr/>
        </p:nvSpPr>
        <p:spPr>
          <a:xfrm>
            <a:off x="4797742"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4" name="Oval 173">
            <a:extLst>
              <a:ext uri="{FF2B5EF4-FFF2-40B4-BE49-F238E27FC236}">
                <a16:creationId xmlns:a16="http://schemas.microsoft.com/office/drawing/2014/main" id="{78154E9E-8F2D-293D-0B8A-A9EDACD1A020}"/>
              </a:ext>
            </a:extLst>
          </p:cNvPr>
          <p:cNvSpPr/>
          <p:nvPr/>
        </p:nvSpPr>
        <p:spPr>
          <a:xfrm>
            <a:off x="5312092"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75" name="Group 174">
            <a:extLst>
              <a:ext uri="{FF2B5EF4-FFF2-40B4-BE49-F238E27FC236}">
                <a16:creationId xmlns:a16="http://schemas.microsoft.com/office/drawing/2014/main" id="{2D537DC6-8003-9AF7-9B14-619B27409DFB}"/>
              </a:ext>
            </a:extLst>
          </p:cNvPr>
          <p:cNvGrpSpPr/>
          <p:nvPr/>
        </p:nvGrpSpPr>
        <p:grpSpPr>
          <a:xfrm>
            <a:off x="4645342" y="1623822"/>
            <a:ext cx="514350" cy="771526"/>
            <a:chOff x="0" y="0"/>
            <a:chExt cx="895350" cy="876300"/>
          </a:xfrm>
        </p:grpSpPr>
        <p:grpSp>
          <p:nvGrpSpPr>
            <p:cNvPr id="206" name="Group 205">
              <a:extLst>
                <a:ext uri="{FF2B5EF4-FFF2-40B4-BE49-F238E27FC236}">
                  <a16:creationId xmlns:a16="http://schemas.microsoft.com/office/drawing/2014/main" id="{EF7F7E83-616C-2C05-E468-00FF4EA30D67}"/>
                </a:ext>
              </a:extLst>
            </p:cNvPr>
            <p:cNvGrpSpPr/>
            <p:nvPr/>
          </p:nvGrpSpPr>
          <p:grpSpPr>
            <a:xfrm>
              <a:off x="0" y="285750"/>
              <a:ext cx="895350" cy="590550"/>
              <a:chOff x="0" y="0"/>
              <a:chExt cx="895350" cy="590550"/>
            </a:xfrm>
          </p:grpSpPr>
          <p:sp>
            <p:nvSpPr>
              <p:cNvPr id="208" name="Isosceles Triangle 207">
                <a:extLst>
                  <a:ext uri="{FF2B5EF4-FFF2-40B4-BE49-F238E27FC236}">
                    <a16:creationId xmlns:a16="http://schemas.microsoft.com/office/drawing/2014/main" id="{04509D49-4713-291D-181B-5BAA43ED018E}"/>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9" name="Isosceles Triangle 208">
                <a:extLst>
                  <a:ext uri="{FF2B5EF4-FFF2-40B4-BE49-F238E27FC236}">
                    <a16:creationId xmlns:a16="http://schemas.microsoft.com/office/drawing/2014/main" id="{16120F20-BB84-E194-7981-3092977F8142}"/>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0" name="Isosceles Triangle 209">
                <a:extLst>
                  <a:ext uri="{FF2B5EF4-FFF2-40B4-BE49-F238E27FC236}">
                    <a16:creationId xmlns:a16="http://schemas.microsoft.com/office/drawing/2014/main" id="{593A8769-7943-3626-9955-B296C4E3C0D3}"/>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1" name="Isosceles Triangle 210">
                <a:extLst>
                  <a:ext uri="{FF2B5EF4-FFF2-40B4-BE49-F238E27FC236}">
                    <a16:creationId xmlns:a16="http://schemas.microsoft.com/office/drawing/2014/main" id="{F2661FC0-0D74-3D8D-CBF6-B67C15FD5D37}"/>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2" name="Isosceles Triangle 211">
                <a:extLst>
                  <a:ext uri="{FF2B5EF4-FFF2-40B4-BE49-F238E27FC236}">
                    <a16:creationId xmlns:a16="http://schemas.microsoft.com/office/drawing/2014/main" id="{3918A6BE-C9BB-E4CC-4A8E-4DB5C81095FF}"/>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3" name="Isosceles Triangle 212">
                <a:extLst>
                  <a:ext uri="{FF2B5EF4-FFF2-40B4-BE49-F238E27FC236}">
                    <a16:creationId xmlns:a16="http://schemas.microsoft.com/office/drawing/2014/main" id="{B832432A-CB5F-29F0-E817-3F1FF40A3F3C}"/>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 name="Isosceles Triangle 213">
                <a:extLst>
                  <a:ext uri="{FF2B5EF4-FFF2-40B4-BE49-F238E27FC236}">
                    <a16:creationId xmlns:a16="http://schemas.microsoft.com/office/drawing/2014/main" id="{FDB9783C-E4F2-6968-6DC6-8CE2EB4C70F4}"/>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5" name="Isosceles Triangle 214">
                <a:extLst>
                  <a:ext uri="{FF2B5EF4-FFF2-40B4-BE49-F238E27FC236}">
                    <a16:creationId xmlns:a16="http://schemas.microsoft.com/office/drawing/2014/main" id="{53F6AE69-3CCB-7942-F0FC-6DCC58E75EE9}"/>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6" name="Isosceles Triangle 215">
                <a:extLst>
                  <a:ext uri="{FF2B5EF4-FFF2-40B4-BE49-F238E27FC236}">
                    <a16:creationId xmlns:a16="http://schemas.microsoft.com/office/drawing/2014/main" id="{B0B4754B-95EC-C6E7-338A-A5592798C8E4}"/>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7" name="Isosceles Triangle 216">
                <a:extLst>
                  <a:ext uri="{FF2B5EF4-FFF2-40B4-BE49-F238E27FC236}">
                    <a16:creationId xmlns:a16="http://schemas.microsoft.com/office/drawing/2014/main" id="{294A74D7-5B52-DE7F-B80C-AE04ECD27E78}"/>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8" name="Isosceles Triangle 217">
                <a:extLst>
                  <a:ext uri="{FF2B5EF4-FFF2-40B4-BE49-F238E27FC236}">
                    <a16:creationId xmlns:a16="http://schemas.microsoft.com/office/drawing/2014/main" id="{E38E12A8-D44D-00E9-7CD9-20C8BDA93944}"/>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9" name="Isosceles Triangle 218">
                <a:extLst>
                  <a:ext uri="{FF2B5EF4-FFF2-40B4-BE49-F238E27FC236}">
                    <a16:creationId xmlns:a16="http://schemas.microsoft.com/office/drawing/2014/main" id="{F15BA641-0388-B963-3D9C-6430446749D8}"/>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07" name="Isosceles Triangle 206">
              <a:extLst>
                <a:ext uri="{FF2B5EF4-FFF2-40B4-BE49-F238E27FC236}">
                  <a16:creationId xmlns:a16="http://schemas.microsoft.com/office/drawing/2014/main" id="{7FA2F437-CFAE-DCB2-1084-0C9CA3072038}"/>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6" name="Group 175">
            <a:extLst>
              <a:ext uri="{FF2B5EF4-FFF2-40B4-BE49-F238E27FC236}">
                <a16:creationId xmlns:a16="http://schemas.microsoft.com/office/drawing/2014/main" id="{D407AB0F-1ECB-AAFF-034C-9D48B004A804}"/>
              </a:ext>
            </a:extLst>
          </p:cNvPr>
          <p:cNvGrpSpPr/>
          <p:nvPr/>
        </p:nvGrpSpPr>
        <p:grpSpPr>
          <a:xfrm>
            <a:off x="4111942" y="1623822"/>
            <a:ext cx="514350" cy="771526"/>
            <a:chOff x="0" y="0"/>
            <a:chExt cx="895350" cy="876300"/>
          </a:xfrm>
        </p:grpSpPr>
        <p:grpSp>
          <p:nvGrpSpPr>
            <p:cNvPr id="192" name="Group 191">
              <a:extLst>
                <a:ext uri="{FF2B5EF4-FFF2-40B4-BE49-F238E27FC236}">
                  <a16:creationId xmlns:a16="http://schemas.microsoft.com/office/drawing/2014/main" id="{7B39BD14-C77F-B577-6E26-04EDAA62AE22}"/>
                </a:ext>
              </a:extLst>
            </p:cNvPr>
            <p:cNvGrpSpPr/>
            <p:nvPr/>
          </p:nvGrpSpPr>
          <p:grpSpPr>
            <a:xfrm>
              <a:off x="0" y="285750"/>
              <a:ext cx="895350" cy="590550"/>
              <a:chOff x="0" y="0"/>
              <a:chExt cx="895350" cy="590550"/>
            </a:xfrm>
          </p:grpSpPr>
          <p:sp>
            <p:nvSpPr>
              <p:cNvPr id="194" name="Isosceles Triangle 193">
                <a:extLst>
                  <a:ext uri="{FF2B5EF4-FFF2-40B4-BE49-F238E27FC236}">
                    <a16:creationId xmlns:a16="http://schemas.microsoft.com/office/drawing/2014/main" id="{950E95E3-3A1B-F417-DF60-230CAB46E05D}"/>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5" name="Isosceles Triangle 194">
                <a:extLst>
                  <a:ext uri="{FF2B5EF4-FFF2-40B4-BE49-F238E27FC236}">
                    <a16:creationId xmlns:a16="http://schemas.microsoft.com/office/drawing/2014/main" id="{6161C081-3DE8-723F-25E1-6FE21E15E3B0}"/>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6" name="Isosceles Triangle 195">
                <a:extLst>
                  <a:ext uri="{FF2B5EF4-FFF2-40B4-BE49-F238E27FC236}">
                    <a16:creationId xmlns:a16="http://schemas.microsoft.com/office/drawing/2014/main" id="{11F0B036-C46F-62C5-4E69-D2A77A20C93B}"/>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7" name="Isosceles Triangle 196">
                <a:extLst>
                  <a:ext uri="{FF2B5EF4-FFF2-40B4-BE49-F238E27FC236}">
                    <a16:creationId xmlns:a16="http://schemas.microsoft.com/office/drawing/2014/main" id="{87DE0006-677A-C52B-7971-55625875DDF6}"/>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8" name="Isosceles Triangle 197">
                <a:extLst>
                  <a:ext uri="{FF2B5EF4-FFF2-40B4-BE49-F238E27FC236}">
                    <a16:creationId xmlns:a16="http://schemas.microsoft.com/office/drawing/2014/main" id="{104D6748-1A98-B3EE-0875-D06A828631E1}"/>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9" name="Isosceles Triangle 198">
                <a:extLst>
                  <a:ext uri="{FF2B5EF4-FFF2-40B4-BE49-F238E27FC236}">
                    <a16:creationId xmlns:a16="http://schemas.microsoft.com/office/drawing/2014/main" id="{61AB35F5-797E-D47F-BE3E-31E341C99738}"/>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0" name="Isosceles Triangle 199">
                <a:extLst>
                  <a:ext uri="{FF2B5EF4-FFF2-40B4-BE49-F238E27FC236}">
                    <a16:creationId xmlns:a16="http://schemas.microsoft.com/office/drawing/2014/main" id="{C751FC62-5068-0443-0CBE-0F6CB86B3778}"/>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1" name="Isosceles Triangle 200">
                <a:extLst>
                  <a:ext uri="{FF2B5EF4-FFF2-40B4-BE49-F238E27FC236}">
                    <a16:creationId xmlns:a16="http://schemas.microsoft.com/office/drawing/2014/main" id="{570C0822-DFE9-C81E-B598-DBD04A7A0296}"/>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2" name="Isosceles Triangle 201">
                <a:extLst>
                  <a:ext uri="{FF2B5EF4-FFF2-40B4-BE49-F238E27FC236}">
                    <a16:creationId xmlns:a16="http://schemas.microsoft.com/office/drawing/2014/main" id="{57EB8CE0-AEAD-13DC-02E2-887FDFF86CA6}"/>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3" name="Isosceles Triangle 202">
                <a:extLst>
                  <a:ext uri="{FF2B5EF4-FFF2-40B4-BE49-F238E27FC236}">
                    <a16:creationId xmlns:a16="http://schemas.microsoft.com/office/drawing/2014/main" id="{C9E15463-FF07-9411-1E54-E656C9DE6E9B}"/>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4" name="Isosceles Triangle 203">
                <a:extLst>
                  <a:ext uri="{FF2B5EF4-FFF2-40B4-BE49-F238E27FC236}">
                    <a16:creationId xmlns:a16="http://schemas.microsoft.com/office/drawing/2014/main" id="{FC3D43C2-5254-322E-4978-0CB418CDB8BF}"/>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5" name="Isosceles Triangle 204">
                <a:extLst>
                  <a:ext uri="{FF2B5EF4-FFF2-40B4-BE49-F238E27FC236}">
                    <a16:creationId xmlns:a16="http://schemas.microsoft.com/office/drawing/2014/main" id="{17451073-9197-96E9-5FD5-8C17D8846FEA}"/>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93" name="Isosceles Triangle 192">
              <a:extLst>
                <a:ext uri="{FF2B5EF4-FFF2-40B4-BE49-F238E27FC236}">
                  <a16:creationId xmlns:a16="http://schemas.microsoft.com/office/drawing/2014/main" id="{F25FB457-B55A-3489-DDB7-4824C8261E90}"/>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7" name="Group 176">
            <a:extLst>
              <a:ext uri="{FF2B5EF4-FFF2-40B4-BE49-F238E27FC236}">
                <a16:creationId xmlns:a16="http://schemas.microsoft.com/office/drawing/2014/main" id="{FE47A70B-DC53-8690-DB68-50C874EC762E}"/>
              </a:ext>
            </a:extLst>
          </p:cNvPr>
          <p:cNvGrpSpPr/>
          <p:nvPr/>
        </p:nvGrpSpPr>
        <p:grpSpPr>
          <a:xfrm>
            <a:off x="5169217" y="1623822"/>
            <a:ext cx="514350" cy="771526"/>
            <a:chOff x="0" y="0"/>
            <a:chExt cx="895350" cy="876300"/>
          </a:xfrm>
        </p:grpSpPr>
        <p:grpSp>
          <p:nvGrpSpPr>
            <p:cNvPr id="178" name="Group 177">
              <a:extLst>
                <a:ext uri="{FF2B5EF4-FFF2-40B4-BE49-F238E27FC236}">
                  <a16:creationId xmlns:a16="http://schemas.microsoft.com/office/drawing/2014/main" id="{5018A3FC-0575-EEBA-9913-9C3E776B30E8}"/>
                </a:ext>
              </a:extLst>
            </p:cNvPr>
            <p:cNvGrpSpPr/>
            <p:nvPr/>
          </p:nvGrpSpPr>
          <p:grpSpPr>
            <a:xfrm>
              <a:off x="0" y="285750"/>
              <a:ext cx="895350" cy="590550"/>
              <a:chOff x="0" y="0"/>
              <a:chExt cx="895350" cy="590550"/>
            </a:xfrm>
          </p:grpSpPr>
          <p:sp>
            <p:nvSpPr>
              <p:cNvPr id="180" name="Isosceles Triangle 179">
                <a:extLst>
                  <a:ext uri="{FF2B5EF4-FFF2-40B4-BE49-F238E27FC236}">
                    <a16:creationId xmlns:a16="http://schemas.microsoft.com/office/drawing/2014/main" id="{305E36B7-1E10-0C6F-6BCA-D79C41B140FB}"/>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1" name="Isosceles Triangle 180">
                <a:extLst>
                  <a:ext uri="{FF2B5EF4-FFF2-40B4-BE49-F238E27FC236}">
                    <a16:creationId xmlns:a16="http://schemas.microsoft.com/office/drawing/2014/main" id="{243AA911-0C04-ADE7-AA20-3EF043062F61}"/>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2" name="Isosceles Triangle 181">
                <a:extLst>
                  <a:ext uri="{FF2B5EF4-FFF2-40B4-BE49-F238E27FC236}">
                    <a16:creationId xmlns:a16="http://schemas.microsoft.com/office/drawing/2014/main" id="{810E9DCC-452C-11BC-8681-7EDF9F445D55}"/>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3" name="Isosceles Triangle 182">
                <a:extLst>
                  <a:ext uri="{FF2B5EF4-FFF2-40B4-BE49-F238E27FC236}">
                    <a16:creationId xmlns:a16="http://schemas.microsoft.com/office/drawing/2014/main" id="{0E80F829-4326-9614-B521-75F391210419}"/>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4" name="Isosceles Triangle 183">
                <a:extLst>
                  <a:ext uri="{FF2B5EF4-FFF2-40B4-BE49-F238E27FC236}">
                    <a16:creationId xmlns:a16="http://schemas.microsoft.com/office/drawing/2014/main" id="{EFEF1889-B297-84D6-21CF-53E3E5FD19D8}"/>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5" name="Isosceles Triangle 184">
                <a:extLst>
                  <a:ext uri="{FF2B5EF4-FFF2-40B4-BE49-F238E27FC236}">
                    <a16:creationId xmlns:a16="http://schemas.microsoft.com/office/drawing/2014/main" id="{301C9EF2-ABCD-2349-1D62-93E561AC8E01}"/>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6" name="Isosceles Triangle 185">
                <a:extLst>
                  <a:ext uri="{FF2B5EF4-FFF2-40B4-BE49-F238E27FC236}">
                    <a16:creationId xmlns:a16="http://schemas.microsoft.com/office/drawing/2014/main" id="{56E4381B-93B8-1F9B-E179-D7D824AC53B3}"/>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7" name="Isosceles Triangle 186">
                <a:extLst>
                  <a:ext uri="{FF2B5EF4-FFF2-40B4-BE49-F238E27FC236}">
                    <a16:creationId xmlns:a16="http://schemas.microsoft.com/office/drawing/2014/main" id="{B08893C6-DB08-66AC-400A-23E7FE3F6426}"/>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8" name="Isosceles Triangle 187">
                <a:extLst>
                  <a:ext uri="{FF2B5EF4-FFF2-40B4-BE49-F238E27FC236}">
                    <a16:creationId xmlns:a16="http://schemas.microsoft.com/office/drawing/2014/main" id="{B9AEA8D9-1E75-2CCA-6FA2-47F07757BF73}"/>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9" name="Isosceles Triangle 188">
                <a:extLst>
                  <a:ext uri="{FF2B5EF4-FFF2-40B4-BE49-F238E27FC236}">
                    <a16:creationId xmlns:a16="http://schemas.microsoft.com/office/drawing/2014/main" id="{2B3609DE-C637-7202-FA84-7435879EC3E9}"/>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0" name="Isosceles Triangle 189">
                <a:extLst>
                  <a:ext uri="{FF2B5EF4-FFF2-40B4-BE49-F238E27FC236}">
                    <a16:creationId xmlns:a16="http://schemas.microsoft.com/office/drawing/2014/main" id="{F4C71EA8-BB05-E3D3-7B92-06E8D2E94B06}"/>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1" name="Isosceles Triangle 190">
                <a:extLst>
                  <a:ext uri="{FF2B5EF4-FFF2-40B4-BE49-F238E27FC236}">
                    <a16:creationId xmlns:a16="http://schemas.microsoft.com/office/drawing/2014/main" id="{E2C1B012-8791-3FF9-DDFB-2EE6E8113258}"/>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79" name="Isosceles Triangle 178">
              <a:extLst>
                <a:ext uri="{FF2B5EF4-FFF2-40B4-BE49-F238E27FC236}">
                  <a16:creationId xmlns:a16="http://schemas.microsoft.com/office/drawing/2014/main" id="{9A4FA778-BA02-19EB-078E-FED20BD12F5D}"/>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168" name="Straight Connector 167">
            <a:extLst>
              <a:ext uri="{FF2B5EF4-FFF2-40B4-BE49-F238E27FC236}">
                <a16:creationId xmlns:a16="http://schemas.microsoft.com/office/drawing/2014/main" id="{E300BB26-29A0-44F2-DB21-48F5F82774EB}"/>
              </a:ext>
            </a:extLst>
          </p:cNvPr>
          <p:cNvCxnSpPr/>
          <p:nvPr/>
        </p:nvCxnSpPr>
        <p:spPr>
          <a:xfrm flipH="1">
            <a:off x="1187767" y="1271397"/>
            <a:ext cx="542925" cy="857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Straight Connector 168">
            <a:extLst>
              <a:ext uri="{FF2B5EF4-FFF2-40B4-BE49-F238E27FC236}">
                <a16:creationId xmlns:a16="http://schemas.microsoft.com/office/drawing/2014/main" id="{59425629-6634-6746-CB6B-BD1B1E4C0341}"/>
              </a:ext>
            </a:extLst>
          </p:cNvPr>
          <p:cNvCxnSpPr/>
          <p:nvPr/>
        </p:nvCxnSpPr>
        <p:spPr>
          <a:xfrm>
            <a:off x="1730692" y="1280922"/>
            <a:ext cx="523875" cy="762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92ED2116-F334-CA6D-B7F7-B2EE55A6333A}"/>
              </a:ext>
            </a:extLst>
          </p:cNvPr>
          <p:cNvCxnSpPr/>
          <p:nvPr/>
        </p:nvCxnSpPr>
        <p:spPr>
          <a:xfrm flipH="1">
            <a:off x="2778442" y="1223772"/>
            <a:ext cx="552450" cy="1238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5FBBDC7A-BFAC-3BF0-784D-9EB67679EF25}"/>
              </a:ext>
            </a:extLst>
          </p:cNvPr>
          <p:cNvCxnSpPr/>
          <p:nvPr/>
        </p:nvCxnSpPr>
        <p:spPr>
          <a:xfrm>
            <a:off x="3330892" y="1223772"/>
            <a:ext cx="514350" cy="12001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6" name="Straight Connector 315">
            <a:extLst>
              <a:ext uri="{FF2B5EF4-FFF2-40B4-BE49-F238E27FC236}">
                <a16:creationId xmlns:a16="http://schemas.microsoft.com/office/drawing/2014/main" id="{ECD34E90-BEA1-C6FD-5C1F-99952E891079}"/>
              </a:ext>
            </a:extLst>
          </p:cNvPr>
          <p:cNvCxnSpPr>
            <a:stCxn id="160" idx="4"/>
            <a:endCxn id="164" idx="0"/>
          </p:cNvCxnSpPr>
          <p:nvPr/>
        </p:nvCxnSpPr>
        <p:spPr>
          <a:xfrm>
            <a:off x="3321367" y="833247"/>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7" name="Straight Connector 316">
            <a:extLst>
              <a:ext uri="{FF2B5EF4-FFF2-40B4-BE49-F238E27FC236}">
                <a16:creationId xmlns:a16="http://schemas.microsoft.com/office/drawing/2014/main" id="{7D2CC834-A5FD-F536-E8C4-3F7A1E5B8069}"/>
              </a:ext>
            </a:extLst>
          </p:cNvPr>
          <p:cNvCxnSpPr>
            <a:stCxn id="160" idx="4"/>
            <a:endCxn id="163" idx="0"/>
          </p:cNvCxnSpPr>
          <p:nvPr/>
        </p:nvCxnSpPr>
        <p:spPr>
          <a:xfrm>
            <a:off x="3321367" y="833247"/>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8" name="Straight Connector 317">
            <a:extLst>
              <a:ext uri="{FF2B5EF4-FFF2-40B4-BE49-F238E27FC236}">
                <a16:creationId xmlns:a16="http://schemas.microsoft.com/office/drawing/2014/main" id="{01FEFAE0-10F3-9F2A-ACFB-7BD8371238B7}"/>
              </a:ext>
            </a:extLst>
          </p:cNvPr>
          <p:cNvCxnSpPr>
            <a:stCxn id="163" idx="4"/>
            <a:endCxn id="173" idx="0"/>
          </p:cNvCxnSpPr>
          <p:nvPr/>
        </p:nvCxnSpPr>
        <p:spPr>
          <a:xfrm>
            <a:off x="4912042" y="1252347"/>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9" name="Straight Connector 318">
            <a:extLst>
              <a:ext uri="{FF2B5EF4-FFF2-40B4-BE49-F238E27FC236}">
                <a16:creationId xmlns:a16="http://schemas.microsoft.com/office/drawing/2014/main" id="{A740E7D2-9D6F-6827-386E-87E5A61D547C}"/>
              </a:ext>
            </a:extLst>
          </p:cNvPr>
          <p:cNvCxnSpPr>
            <a:stCxn id="163" idx="4"/>
            <a:endCxn id="172" idx="0"/>
          </p:cNvCxnSpPr>
          <p:nvPr/>
        </p:nvCxnSpPr>
        <p:spPr>
          <a:xfrm flipH="1">
            <a:off x="4369117" y="1252347"/>
            <a:ext cx="542925" cy="10477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0" name="Straight Connector 319">
            <a:extLst>
              <a:ext uri="{FF2B5EF4-FFF2-40B4-BE49-F238E27FC236}">
                <a16:creationId xmlns:a16="http://schemas.microsoft.com/office/drawing/2014/main" id="{5E11581F-0A7A-2CB4-C383-6AD2FE958874}"/>
              </a:ext>
            </a:extLst>
          </p:cNvPr>
          <p:cNvCxnSpPr>
            <a:stCxn id="163" idx="4"/>
            <a:endCxn id="174" idx="0"/>
          </p:cNvCxnSpPr>
          <p:nvPr/>
        </p:nvCxnSpPr>
        <p:spPr>
          <a:xfrm>
            <a:off x="4912042" y="1252347"/>
            <a:ext cx="51435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1" name="Straight Connector 320">
            <a:extLst>
              <a:ext uri="{FF2B5EF4-FFF2-40B4-BE49-F238E27FC236}">
                <a16:creationId xmlns:a16="http://schemas.microsoft.com/office/drawing/2014/main" id="{FBA71AF6-DB9B-A1A0-D485-8AC33A1A67AE}"/>
              </a:ext>
            </a:extLst>
          </p:cNvPr>
          <p:cNvCxnSpPr>
            <a:stCxn id="164" idx="4"/>
            <a:endCxn id="269" idx="0"/>
          </p:cNvCxnSpPr>
          <p:nvPr/>
        </p:nvCxnSpPr>
        <p:spPr>
          <a:xfrm>
            <a:off x="3321367" y="1214247"/>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2" name="Straight Connector 321">
            <a:extLst>
              <a:ext uri="{FF2B5EF4-FFF2-40B4-BE49-F238E27FC236}">
                <a16:creationId xmlns:a16="http://schemas.microsoft.com/office/drawing/2014/main" id="{8316DD8D-10AF-5EED-796A-0E5AEC38AC4F}"/>
              </a:ext>
            </a:extLst>
          </p:cNvPr>
          <p:cNvCxnSpPr>
            <a:stCxn id="161" idx="4"/>
            <a:endCxn id="221" idx="0"/>
          </p:cNvCxnSpPr>
          <p:nvPr/>
        </p:nvCxnSpPr>
        <p:spPr>
          <a:xfrm>
            <a:off x="1730692" y="1252347"/>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23" name="TextBox 322">
            <a:extLst>
              <a:ext uri="{FF2B5EF4-FFF2-40B4-BE49-F238E27FC236}">
                <a16:creationId xmlns:a16="http://schemas.microsoft.com/office/drawing/2014/main" id="{61B84B83-2977-AE7D-C65F-C5598DBFED50}"/>
              </a:ext>
            </a:extLst>
          </p:cNvPr>
          <p:cNvSpPr txBox="1"/>
          <p:nvPr/>
        </p:nvSpPr>
        <p:spPr>
          <a:xfrm>
            <a:off x="3177645" y="538424"/>
            <a:ext cx="311304" cy="307777"/>
          </a:xfrm>
          <a:prstGeom prst="rect">
            <a:avLst/>
          </a:prstGeom>
          <a:noFill/>
        </p:spPr>
        <p:txBody>
          <a:bodyPr wrap="none" rtlCol="0">
            <a:spAutoFit/>
          </a:bodyPr>
          <a:lstStyle/>
          <a:p>
            <a:r>
              <a:rPr lang="en-US" sz="1400" dirty="0">
                <a:latin typeface="Garamond" panose="02020404030301010803" pitchFamily="18" charset="0"/>
              </a:rPr>
              <a:t>U</a:t>
            </a:r>
          </a:p>
        </p:txBody>
      </p:sp>
      <p:sp>
        <p:nvSpPr>
          <p:cNvPr id="325" name="TextBox 324">
            <a:extLst>
              <a:ext uri="{FF2B5EF4-FFF2-40B4-BE49-F238E27FC236}">
                <a16:creationId xmlns:a16="http://schemas.microsoft.com/office/drawing/2014/main" id="{52F7F913-954B-ECE9-6831-0616515562B5}"/>
              </a:ext>
            </a:extLst>
          </p:cNvPr>
          <p:cNvSpPr txBox="1"/>
          <p:nvPr/>
        </p:nvSpPr>
        <p:spPr>
          <a:xfrm>
            <a:off x="1557839" y="919770"/>
            <a:ext cx="365806" cy="400110"/>
          </a:xfrm>
          <a:prstGeom prst="rect">
            <a:avLst/>
          </a:prstGeom>
          <a:noFill/>
        </p:spPr>
        <p:txBody>
          <a:bodyPr wrap="none" rtlCol="0">
            <a:spAutoFit/>
          </a:bodyPr>
          <a:lstStyle/>
          <a:p>
            <a:r>
              <a:rPr lang="en-US" sz="2000" b="1" dirty="0">
                <a:latin typeface="Gadugi" panose="020B0502040204020203" pitchFamily="34" charset="0"/>
                <a:ea typeface="Gadugi" panose="020B0502040204020203" pitchFamily="34" charset="0"/>
                <a:cs typeface="Ebrima" panose="02000000000000000000" pitchFamily="2" charset="0"/>
              </a:rPr>
              <a:t>A</a:t>
            </a:r>
          </a:p>
        </p:txBody>
      </p:sp>
      <p:sp>
        <p:nvSpPr>
          <p:cNvPr id="326" name="Oval 325">
            <a:extLst>
              <a:ext uri="{FF2B5EF4-FFF2-40B4-BE49-F238E27FC236}">
                <a16:creationId xmlns:a16="http://schemas.microsoft.com/office/drawing/2014/main" id="{C1F29331-6B48-6FF6-5120-EF9F167AB8A9}"/>
              </a:ext>
            </a:extLst>
          </p:cNvPr>
          <p:cNvSpPr/>
          <p:nvPr/>
        </p:nvSpPr>
        <p:spPr>
          <a:xfrm>
            <a:off x="8335899" y="585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7" name="Oval 326">
            <a:extLst>
              <a:ext uri="{FF2B5EF4-FFF2-40B4-BE49-F238E27FC236}">
                <a16:creationId xmlns:a16="http://schemas.microsoft.com/office/drawing/2014/main" id="{D35C14B1-0C85-7FB0-1301-65B979D119AF}"/>
              </a:ext>
            </a:extLst>
          </p:cNvPr>
          <p:cNvSpPr/>
          <p:nvPr/>
        </p:nvSpPr>
        <p:spPr>
          <a:xfrm>
            <a:off x="6745224" y="10046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28" name="Straight Connector 327">
            <a:extLst>
              <a:ext uri="{FF2B5EF4-FFF2-40B4-BE49-F238E27FC236}">
                <a16:creationId xmlns:a16="http://schemas.microsoft.com/office/drawing/2014/main" id="{91E4882F-2952-03C4-3396-67980EE3EE40}"/>
              </a:ext>
            </a:extLst>
          </p:cNvPr>
          <p:cNvCxnSpPr/>
          <p:nvPr/>
        </p:nvCxnSpPr>
        <p:spPr>
          <a:xfrm flipH="1">
            <a:off x="6859524" y="833247"/>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29" name="Oval 328">
            <a:extLst>
              <a:ext uri="{FF2B5EF4-FFF2-40B4-BE49-F238E27FC236}">
                <a16:creationId xmlns:a16="http://schemas.microsoft.com/office/drawing/2014/main" id="{6A14C59C-BF91-0F98-8077-6B265931C4FA}"/>
              </a:ext>
            </a:extLst>
          </p:cNvPr>
          <p:cNvSpPr/>
          <p:nvPr/>
        </p:nvSpPr>
        <p:spPr>
          <a:xfrm>
            <a:off x="9926574" y="10046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0" name="Oval 329">
            <a:extLst>
              <a:ext uri="{FF2B5EF4-FFF2-40B4-BE49-F238E27FC236}">
                <a16:creationId xmlns:a16="http://schemas.microsoft.com/office/drawing/2014/main" id="{0A9C817B-F5AB-DE98-0CA3-AE2C03D77017}"/>
              </a:ext>
            </a:extLst>
          </p:cNvPr>
          <p:cNvSpPr/>
          <p:nvPr/>
        </p:nvSpPr>
        <p:spPr>
          <a:xfrm>
            <a:off x="8335899" y="966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1" name="Oval 330">
            <a:extLst>
              <a:ext uri="{FF2B5EF4-FFF2-40B4-BE49-F238E27FC236}">
                <a16:creationId xmlns:a16="http://schemas.microsoft.com/office/drawing/2014/main" id="{20932642-ABEA-D56E-A598-54F4DAF74F48}"/>
              </a:ext>
            </a:extLst>
          </p:cNvPr>
          <p:cNvSpPr/>
          <p:nvPr/>
        </p:nvSpPr>
        <p:spPr>
          <a:xfrm>
            <a:off x="7792974" y="135712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2" name="Oval 331">
            <a:extLst>
              <a:ext uri="{FF2B5EF4-FFF2-40B4-BE49-F238E27FC236}">
                <a16:creationId xmlns:a16="http://schemas.microsoft.com/office/drawing/2014/main" id="{740F45E8-93B2-1E3F-4695-0D472F600368}"/>
              </a:ext>
            </a:extLst>
          </p:cNvPr>
          <p:cNvSpPr/>
          <p:nvPr/>
        </p:nvSpPr>
        <p:spPr>
          <a:xfrm>
            <a:off x="8335899"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3" name="Oval 332">
            <a:extLst>
              <a:ext uri="{FF2B5EF4-FFF2-40B4-BE49-F238E27FC236}">
                <a16:creationId xmlns:a16="http://schemas.microsoft.com/office/drawing/2014/main" id="{44FFF9AE-4825-51F1-85F0-F2C6D1912B74}"/>
              </a:ext>
            </a:extLst>
          </p:cNvPr>
          <p:cNvSpPr/>
          <p:nvPr/>
        </p:nvSpPr>
        <p:spPr>
          <a:xfrm>
            <a:off x="8850249"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334" name="Group 333">
            <a:extLst>
              <a:ext uri="{FF2B5EF4-FFF2-40B4-BE49-F238E27FC236}">
                <a16:creationId xmlns:a16="http://schemas.microsoft.com/office/drawing/2014/main" id="{9AF7EFE1-02A9-3132-B930-C010BD8FB634}"/>
              </a:ext>
            </a:extLst>
          </p:cNvPr>
          <p:cNvGrpSpPr/>
          <p:nvPr/>
        </p:nvGrpSpPr>
        <p:grpSpPr>
          <a:xfrm>
            <a:off x="8183499" y="1623822"/>
            <a:ext cx="514350" cy="771526"/>
            <a:chOff x="0" y="0"/>
            <a:chExt cx="895350" cy="876300"/>
          </a:xfrm>
        </p:grpSpPr>
        <p:grpSp>
          <p:nvGrpSpPr>
            <p:cNvPr id="335" name="Group 334">
              <a:extLst>
                <a:ext uri="{FF2B5EF4-FFF2-40B4-BE49-F238E27FC236}">
                  <a16:creationId xmlns:a16="http://schemas.microsoft.com/office/drawing/2014/main" id="{5999AD10-B627-69F1-FEEB-80D00E4D3620}"/>
                </a:ext>
              </a:extLst>
            </p:cNvPr>
            <p:cNvGrpSpPr/>
            <p:nvPr/>
          </p:nvGrpSpPr>
          <p:grpSpPr>
            <a:xfrm>
              <a:off x="0" y="285750"/>
              <a:ext cx="895350" cy="590550"/>
              <a:chOff x="0" y="0"/>
              <a:chExt cx="895350" cy="590550"/>
            </a:xfrm>
          </p:grpSpPr>
          <p:sp>
            <p:nvSpPr>
              <p:cNvPr id="337" name="Isosceles Triangle 336">
                <a:extLst>
                  <a:ext uri="{FF2B5EF4-FFF2-40B4-BE49-F238E27FC236}">
                    <a16:creationId xmlns:a16="http://schemas.microsoft.com/office/drawing/2014/main" id="{4C18BE8B-04EC-5088-CFAB-2C8DAF18455D}"/>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8" name="Isosceles Triangle 337">
                <a:extLst>
                  <a:ext uri="{FF2B5EF4-FFF2-40B4-BE49-F238E27FC236}">
                    <a16:creationId xmlns:a16="http://schemas.microsoft.com/office/drawing/2014/main" id="{EFDC8E55-8FB1-159D-03E4-290A5C67D5E7}"/>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9" name="Isosceles Triangle 338">
                <a:extLst>
                  <a:ext uri="{FF2B5EF4-FFF2-40B4-BE49-F238E27FC236}">
                    <a16:creationId xmlns:a16="http://schemas.microsoft.com/office/drawing/2014/main" id="{CFF9BDB5-DD4D-06F7-743A-89987DCDACA2}"/>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0" name="Isosceles Triangle 339">
                <a:extLst>
                  <a:ext uri="{FF2B5EF4-FFF2-40B4-BE49-F238E27FC236}">
                    <a16:creationId xmlns:a16="http://schemas.microsoft.com/office/drawing/2014/main" id="{64CB9460-4DE9-EAFC-5A5F-4AE9F945667C}"/>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1" name="Isosceles Triangle 340">
                <a:extLst>
                  <a:ext uri="{FF2B5EF4-FFF2-40B4-BE49-F238E27FC236}">
                    <a16:creationId xmlns:a16="http://schemas.microsoft.com/office/drawing/2014/main" id="{492F9A99-A9A8-9EC3-B835-3042C8FCA708}"/>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2" name="Isosceles Triangle 341">
                <a:extLst>
                  <a:ext uri="{FF2B5EF4-FFF2-40B4-BE49-F238E27FC236}">
                    <a16:creationId xmlns:a16="http://schemas.microsoft.com/office/drawing/2014/main" id="{7927FC0D-E820-2D83-93ED-0475ACF549D2}"/>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3" name="Isosceles Triangle 342">
                <a:extLst>
                  <a:ext uri="{FF2B5EF4-FFF2-40B4-BE49-F238E27FC236}">
                    <a16:creationId xmlns:a16="http://schemas.microsoft.com/office/drawing/2014/main" id="{8F7C29BF-C9F8-3421-E136-3DE54B7E439E}"/>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4" name="Isosceles Triangle 343">
                <a:extLst>
                  <a:ext uri="{FF2B5EF4-FFF2-40B4-BE49-F238E27FC236}">
                    <a16:creationId xmlns:a16="http://schemas.microsoft.com/office/drawing/2014/main" id="{209F8E5D-B2B2-6794-8AEF-6A7BC0D6EDD4}"/>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5" name="Isosceles Triangle 344">
                <a:extLst>
                  <a:ext uri="{FF2B5EF4-FFF2-40B4-BE49-F238E27FC236}">
                    <a16:creationId xmlns:a16="http://schemas.microsoft.com/office/drawing/2014/main" id="{7EAC10B8-6FFF-72E7-8B44-22F2F03F7432}"/>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6" name="Isosceles Triangle 345">
                <a:extLst>
                  <a:ext uri="{FF2B5EF4-FFF2-40B4-BE49-F238E27FC236}">
                    <a16:creationId xmlns:a16="http://schemas.microsoft.com/office/drawing/2014/main" id="{EF636548-4360-5406-5E82-11D283657EB0}"/>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7" name="Isosceles Triangle 346">
                <a:extLst>
                  <a:ext uri="{FF2B5EF4-FFF2-40B4-BE49-F238E27FC236}">
                    <a16:creationId xmlns:a16="http://schemas.microsoft.com/office/drawing/2014/main" id="{0A77260D-F6A3-11C8-AA7F-2C93640E961A}"/>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8" name="Isosceles Triangle 347">
                <a:extLst>
                  <a:ext uri="{FF2B5EF4-FFF2-40B4-BE49-F238E27FC236}">
                    <a16:creationId xmlns:a16="http://schemas.microsoft.com/office/drawing/2014/main" id="{CE016977-A9B1-A2A7-6D38-99ABF98EB5A3}"/>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36" name="Isosceles Triangle 335">
              <a:extLst>
                <a:ext uri="{FF2B5EF4-FFF2-40B4-BE49-F238E27FC236}">
                  <a16:creationId xmlns:a16="http://schemas.microsoft.com/office/drawing/2014/main" id="{50555D8B-4A53-BF03-F37B-7299BBAE5C16}"/>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49" name="Group 348">
            <a:extLst>
              <a:ext uri="{FF2B5EF4-FFF2-40B4-BE49-F238E27FC236}">
                <a16:creationId xmlns:a16="http://schemas.microsoft.com/office/drawing/2014/main" id="{F3319E12-D755-5739-DE96-344DCAFA0F23}"/>
              </a:ext>
            </a:extLst>
          </p:cNvPr>
          <p:cNvGrpSpPr/>
          <p:nvPr/>
        </p:nvGrpSpPr>
        <p:grpSpPr>
          <a:xfrm>
            <a:off x="7650099" y="1623822"/>
            <a:ext cx="514350" cy="771526"/>
            <a:chOff x="0" y="0"/>
            <a:chExt cx="895350" cy="876300"/>
          </a:xfrm>
        </p:grpSpPr>
        <p:grpSp>
          <p:nvGrpSpPr>
            <p:cNvPr id="350" name="Group 349">
              <a:extLst>
                <a:ext uri="{FF2B5EF4-FFF2-40B4-BE49-F238E27FC236}">
                  <a16:creationId xmlns:a16="http://schemas.microsoft.com/office/drawing/2014/main" id="{4B09031E-4259-55D6-A7C3-1CA0C45FD737}"/>
                </a:ext>
              </a:extLst>
            </p:cNvPr>
            <p:cNvGrpSpPr/>
            <p:nvPr/>
          </p:nvGrpSpPr>
          <p:grpSpPr>
            <a:xfrm>
              <a:off x="0" y="285750"/>
              <a:ext cx="895350" cy="590550"/>
              <a:chOff x="0" y="0"/>
              <a:chExt cx="895350" cy="590550"/>
            </a:xfrm>
          </p:grpSpPr>
          <p:sp>
            <p:nvSpPr>
              <p:cNvPr id="352" name="Isosceles Triangle 351">
                <a:extLst>
                  <a:ext uri="{FF2B5EF4-FFF2-40B4-BE49-F238E27FC236}">
                    <a16:creationId xmlns:a16="http://schemas.microsoft.com/office/drawing/2014/main" id="{2FB1D9EC-E7A8-1FEE-83CE-198C355E9EB0}"/>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3" name="Isosceles Triangle 352">
                <a:extLst>
                  <a:ext uri="{FF2B5EF4-FFF2-40B4-BE49-F238E27FC236}">
                    <a16:creationId xmlns:a16="http://schemas.microsoft.com/office/drawing/2014/main" id="{2C1DEA3E-878E-DA74-DDB3-3B2B425071E7}"/>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4" name="Isosceles Triangle 353">
                <a:extLst>
                  <a:ext uri="{FF2B5EF4-FFF2-40B4-BE49-F238E27FC236}">
                    <a16:creationId xmlns:a16="http://schemas.microsoft.com/office/drawing/2014/main" id="{9BD6EBEC-70B6-7DF1-E856-E860DB15E064}"/>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5" name="Isosceles Triangle 354">
                <a:extLst>
                  <a:ext uri="{FF2B5EF4-FFF2-40B4-BE49-F238E27FC236}">
                    <a16:creationId xmlns:a16="http://schemas.microsoft.com/office/drawing/2014/main" id="{E00560BE-374F-2044-1C03-61200EF1876F}"/>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6" name="Isosceles Triangle 355">
                <a:extLst>
                  <a:ext uri="{FF2B5EF4-FFF2-40B4-BE49-F238E27FC236}">
                    <a16:creationId xmlns:a16="http://schemas.microsoft.com/office/drawing/2014/main" id="{8DF693E1-53D8-7171-76EF-1B97E3E090CD}"/>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7" name="Isosceles Triangle 356">
                <a:extLst>
                  <a:ext uri="{FF2B5EF4-FFF2-40B4-BE49-F238E27FC236}">
                    <a16:creationId xmlns:a16="http://schemas.microsoft.com/office/drawing/2014/main" id="{D1DCD91C-340D-6861-D139-027155532554}"/>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8" name="Isosceles Triangle 357">
                <a:extLst>
                  <a:ext uri="{FF2B5EF4-FFF2-40B4-BE49-F238E27FC236}">
                    <a16:creationId xmlns:a16="http://schemas.microsoft.com/office/drawing/2014/main" id="{04C7CB9D-3C63-1C7A-E3EE-55EC9F87C8BB}"/>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9" name="Isosceles Triangle 358">
                <a:extLst>
                  <a:ext uri="{FF2B5EF4-FFF2-40B4-BE49-F238E27FC236}">
                    <a16:creationId xmlns:a16="http://schemas.microsoft.com/office/drawing/2014/main" id="{9BF28121-9AE9-E480-A547-4E9368B95D0C}"/>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0" name="Isosceles Triangle 359">
                <a:extLst>
                  <a:ext uri="{FF2B5EF4-FFF2-40B4-BE49-F238E27FC236}">
                    <a16:creationId xmlns:a16="http://schemas.microsoft.com/office/drawing/2014/main" id="{9BCF76B6-7B46-948D-6413-40393C8923D4}"/>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1" name="Isosceles Triangle 360">
                <a:extLst>
                  <a:ext uri="{FF2B5EF4-FFF2-40B4-BE49-F238E27FC236}">
                    <a16:creationId xmlns:a16="http://schemas.microsoft.com/office/drawing/2014/main" id="{AE7F421A-4400-DA96-D569-F09B30D1B77A}"/>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2" name="Isosceles Triangle 361">
                <a:extLst>
                  <a:ext uri="{FF2B5EF4-FFF2-40B4-BE49-F238E27FC236}">
                    <a16:creationId xmlns:a16="http://schemas.microsoft.com/office/drawing/2014/main" id="{68AAFBF6-6ACA-F6E8-2A6D-7BAF52D038EF}"/>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3" name="Isosceles Triangle 362">
                <a:extLst>
                  <a:ext uri="{FF2B5EF4-FFF2-40B4-BE49-F238E27FC236}">
                    <a16:creationId xmlns:a16="http://schemas.microsoft.com/office/drawing/2014/main" id="{4A83F09F-826B-DA65-3848-F13182F97BC3}"/>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51" name="Isosceles Triangle 350">
              <a:extLst>
                <a:ext uri="{FF2B5EF4-FFF2-40B4-BE49-F238E27FC236}">
                  <a16:creationId xmlns:a16="http://schemas.microsoft.com/office/drawing/2014/main" id="{A3015AAD-423E-AA03-5201-B08080C62871}"/>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64" name="Group 363">
            <a:extLst>
              <a:ext uri="{FF2B5EF4-FFF2-40B4-BE49-F238E27FC236}">
                <a16:creationId xmlns:a16="http://schemas.microsoft.com/office/drawing/2014/main" id="{07ED7D57-D995-EAC6-1DCB-40FCD78EF226}"/>
              </a:ext>
            </a:extLst>
          </p:cNvPr>
          <p:cNvGrpSpPr/>
          <p:nvPr/>
        </p:nvGrpSpPr>
        <p:grpSpPr>
          <a:xfrm>
            <a:off x="8707374" y="1623822"/>
            <a:ext cx="514350" cy="771526"/>
            <a:chOff x="0" y="0"/>
            <a:chExt cx="895350" cy="876300"/>
          </a:xfrm>
        </p:grpSpPr>
        <p:grpSp>
          <p:nvGrpSpPr>
            <p:cNvPr id="365" name="Group 364">
              <a:extLst>
                <a:ext uri="{FF2B5EF4-FFF2-40B4-BE49-F238E27FC236}">
                  <a16:creationId xmlns:a16="http://schemas.microsoft.com/office/drawing/2014/main" id="{D716DB6C-1E6B-DAB8-FC29-CB2A02330DA2}"/>
                </a:ext>
              </a:extLst>
            </p:cNvPr>
            <p:cNvGrpSpPr/>
            <p:nvPr/>
          </p:nvGrpSpPr>
          <p:grpSpPr>
            <a:xfrm>
              <a:off x="0" y="285750"/>
              <a:ext cx="895350" cy="590550"/>
              <a:chOff x="0" y="0"/>
              <a:chExt cx="895350" cy="590550"/>
            </a:xfrm>
          </p:grpSpPr>
          <p:sp>
            <p:nvSpPr>
              <p:cNvPr id="367" name="Isosceles Triangle 366">
                <a:extLst>
                  <a:ext uri="{FF2B5EF4-FFF2-40B4-BE49-F238E27FC236}">
                    <a16:creationId xmlns:a16="http://schemas.microsoft.com/office/drawing/2014/main" id="{B4247D1C-55C5-2DF6-601C-757F80DB36A5}"/>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8" name="Isosceles Triangle 367">
                <a:extLst>
                  <a:ext uri="{FF2B5EF4-FFF2-40B4-BE49-F238E27FC236}">
                    <a16:creationId xmlns:a16="http://schemas.microsoft.com/office/drawing/2014/main" id="{E542EB0A-4A5F-7B12-821C-CD2D96F0762F}"/>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9" name="Isosceles Triangle 368">
                <a:extLst>
                  <a:ext uri="{FF2B5EF4-FFF2-40B4-BE49-F238E27FC236}">
                    <a16:creationId xmlns:a16="http://schemas.microsoft.com/office/drawing/2014/main" id="{D81A4FEE-0209-D318-85C5-E262A70C2713}"/>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0" name="Isosceles Triangle 369">
                <a:extLst>
                  <a:ext uri="{FF2B5EF4-FFF2-40B4-BE49-F238E27FC236}">
                    <a16:creationId xmlns:a16="http://schemas.microsoft.com/office/drawing/2014/main" id="{86B5F1E4-D6F0-4427-961D-770ADE29831C}"/>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1" name="Isosceles Triangle 370">
                <a:extLst>
                  <a:ext uri="{FF2B5EF4-FFF2-40B4-BE49-F238E27FC236}">
                    <a16:creationId xmlns:a16="http://schemas.microsoft.com/office/drawing/2014/main" id="{2D41A46B-ED5D-8F6A-24C6-5B5944571802}"/>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2" name="Isosceles Triangle 371">
                <a:extLst>
                  <a:ext uri="{FF2B5EF4-FFF2-40B4-BE49-F238E27FC236}">
                    <a16:creationId xmlns:a16="http://schemas.microsoft.com/office/drawing/2014/main" id="{43CAFDA9-C2AB-1977-DCF8-B8CE8C9B244C}"/>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3" name="Isosceles Triangle 372">
                <a:extLst>
                  <a:ext uri="{FF2B5EF4-FFF2-40B4-BE49-F238E27FC236}">
                    <a16:creationId xmlns:a16="http://schemas.microsoft.com/office/drawing/2014/main" id="{51009B3D-F44C-E98D-B947-D28364B68F54}"/>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4" name="Isosceles Triangle 373">
                <a:extLst>
                  <a:ext uri="{FF2B5EF4-FFF2-40B4-BE49-F238E27FC236}">
                    <a16:creationId xmlns:a16="http://schemas.microsoft.com/office/drawing/2014/main" id="{F7B7B985-0B5F-6D1C-75FA-9AF818CD2B3B}"/>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5" name="Isosceles Triangle 374">
                <a:extLst>
                  <a:ext uri="{FF2B5EF4-FFF2-40B4-BE49-F238E27FC236}">
                    <a16:creationId xmlns:a16="http://schemas.microsoft.com/office/drawing/2014/main" id="{A106FB02-1ABE-1DAF-B2E2-4921FCCED540}"/>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6" name="Isosceles Triangle 375">
                <a:extLst>
                  <a:ext uri="{FF2B5EF4-FFF2-40B4-BE49-F238E27FC236}">
                    <a16:creationId xmlns:a16="http://schemas.microsoft.com/office/drawing/2014/main" id="{28C8D253-3394-8389-418C-65E5121285A3}"/>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7" name="Isosceles Triangle 376">
                <a:extLst>
                  <a:ext uri="{FF2B5EF4-FFF2-40B4-BE49-F238E27FC236}">
                    <a16:creationId xmlns:a16="http://schemas.microsoft.com/office/drawing/2014/main" id="{DF9F3846-D541-33F2-1D19-F65EF710394D}"/>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8" name="Isosceles Triangle 377">
                <a:extLst>
                  <a:ext uri="{FF2B5EF4-FFF2-40B4-BE49-F238E27FC236}">
                    <a16:creationId xmlns:a16="http://schemas.microsoft.com/office/drawing/2014/main" id="{34497600-F8D4-06DD-0D4D-70727920182C}"/>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66" name="Isosceles Triangle 365">
              <a:extLst>
                <a:ext uri="{FF2B5EF4-FFF2-40B4-BE49-F238E27FC236}">
                  <a16:creationId xmlns:a16="http://schemas.microsoft.com/office/drawing/2014/main" id="{F24124A8-B961-C290-2790-EC0CB25F6B3B}"/>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79" name="Oval 378">
            <a:extLst>
              <a:ext uri="{FF2B5EF4-FFF2-40B4-BE49-F238E27FC236}">
                <a16:creationId xmlns:a16="http://schemas.microsoft.com/office/drawing/2014/main" id="{2B4D7132-0ED1-9C9A-FD80-B7F23CDBDBA9}"/>
              </a:ext>
            </a:extLst>
          </p:cNvPr>
          <p:cNvSpPr/>
          <p:nvPr/>
        </p:nvSpPr>
        <p:spPr>
          <a:xfrm>
            <a:off x="6202299" y="135712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0" name="Oval 379">
            <a:extLst>
              <a:ext uri="{FF2B5EF4-FFF2-40B4-BE49-F238E27FC236}">
                <a16:creationId xmlns:a16="http://schemas.microsoft.com/office/drawing/2014/main" id="{6014DA92-314B-4D20-E8DF-DBB37CE635BE}"/>
              </a:ext>
            </a:extLst>
          </p:cNvPr>
          <p:cNvSpPr/>
          <p:nvPr/>
        </p:nvSpPr>
        <p:spPr>
          <a:xfrm>
            <a:off x="6745224"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1" name="Oval 380">
            <a:extLst>
              <a:ext uri="{FF2B5EF4-FFF2-40B4-BE49-F238E27FC236}">
                <a16:creationId xmlns:a16="http://schemas.microsoft.com/office/drawing/2014/main" id="{82B08316-2D51-A96E-055A-CC742205405F}"/>
              </a:ext>
            </a:extLst>
          </p:cNvPr>
          <p:cNvSpPr/>
          <p:nvPr/>
        </p:nvSpPr>
        <p:spPr>
          <a:xfrm>
            <a:off x="7259574"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382" name="Group 381">
            <a:extLst>
              <a:ext uri="{FF2B5EF4-FFF2-40B4-BE49-F238E27FC236}">
                <a16:creationId xmlns:a16="http://schemas.microsoft.com/office/drawing/2014/main" id="{25876A47-81CF-2D65-E0BF-5F850A4A1C46}"/>
              </a:ext>
            </a:extLst>
          </p:cNvPr>
          <p:cNvGrpSpPr/>
          <p:nvPr/>
        </p:nvGrpSpPr>
        <p:grpSpPr>
          <a:xfrm>
            <a:off x="6592824" y="1623822"/>
            <a:ext cx="514350" cy="771526"/>
            <a:chOff x="0" y="0"/>
            <a:chExt cx="895350" cy="876300"/>
          </a:xfrm>
        </p:grpSpPr>
        <p:grpSp>
          <p:nvGrpSpPr>
            <p:cNvPr id="383" name="Group 382">
              <a:extLst>
                <a:ext uri="{FF2B5EF4-FFF2-40B4-BE49-F238E27FC236}">
                  <a16:creationId xmlns:a16="http://schemas.microsoft.com/office/drawing/2014/main" id="{29DA3A60-794D-15FB-06FC-509B1F4E16A9}"/>
                </a:ext>
              </a:extLst>
            </p:cNvPr>
            <p:cNvGrpSpPr/>
            <p:nvPr/>
          </p:nvGrpSpPr>
          <p:grpSpPr>
            <a:xfrm>
              <a:off x="0" y="285750"/>
              <a:ext cx="895350" cy="590550"/>
              <a:chOff x="0" y="0"/>
              <a:chExt cx="895350" cy="590550"/>
            </a:xfrm>
          </p:grpSpPr>
          <p:sp>
            <p:nvSpPr>
              <p:cNvPr id="385" name="Isosceles Triangle 384">
                <a:extLst>
                  <a:ext uri="{FF2B5EF4-FFF2-40B4-BE49-F238E27FC236}">
                    <a16:creationId xmlns:a16="http://schemas.microsoft.com/office/drawing/2014/main" id="{B7ACA76E-54AD-3032-DB62-413770C39145}"/>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6" name="Isosceles Triangle 385">
                <a:extLst>
                  <a:ext uri="{FF2B5EF4-FFF2-40B4-BE49-F238E27FC236}">
                    <a16:creationId xmlns:a16="http://schemas.microsoft.com/office/drawing/2014/main" id="{EEA13280-2A0B-30A5-5008-B6FCB1BAB38A}"/>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7" name="Isosceles Triangle 386">
                <a:extLst>
                  <a:ext uri="{FF2B5EF4-FFF2-40B4-BE49-F238E27FC236}">
                    <a16:creationId xmlns:a16="http://schemas.microsoft.com/office/drawing/2014/main" id="{49972453-61D3-BBC5-0037-1DEE3A17C241}"/>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8" name="Isosceles Triangle 387">
                <a:extLst>
                  <a:ext uri="{FF2B5EF4-FFF2-40B4-BE49-F238E27FC236}">
                    <a16:creationId xmlns:a16="http://schemas.microsoft.com/office/drawing/2014/main" id="{46E1512D-3092-01E3-0984-DCB1E9D78979}"/>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9" name="Isosceles Triangle 388">
                <a:extLst>
                  <a:ext uri="{FF2B5EF4-FFF2-40B4-BE49-F238E27FC236}">
                    <a16:creationId xmlns:a16="http://schemas.microsoft.com/office/drawing/2014/main" id="{BCAFF2CE-30D4-BFD7-003A-61F408BC7C04}"/>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0" name="Isosceles Triangle 389">
                <a:extLst>
                  <a:ext uri="{FF2B5EF4-FFF2-40B4-BE49-F238E27FC236}">
                    <a16:creationId xmlns:a16="http://schemas.microsoft.com/office/drawing/2014/main" id="{48BB00C5-2795-9A6E-AFCB-415549D0B4A2}"/>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1" name="Isosceles Triangle 390">
                <a:extLst>
                  <a:ext uri="{FF2B5EF4-FFF2-40B4-BE49-F238E27FC236}">
                    <a16:creationId xmlns:a16="http://schemas.microsoft.com/office/drawing/2014/main" id="{D3C0D5B4-BC20-FFEF-5850-DDCD5A898FD0}"/>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2" name="Isosceles Triangle 391">
                <a:extLst>
                  <a:ext uri="{FF2B5EF4-FFF2-40B4-BE49-F238E27FC236}">
                    <a16:creationId xmlns:a16="http://schemas.microsoft.com/office/drawing/2014/main" id="{A197B489-FCB5-0AAA-C9A4-8B42116C8E55}"/>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3" name="Isosceles Triangle 392">
                <a:extLst>
                  <a:ext uri="{FF2B5EF4-FFF2-40B4-BE49-F238E27FC236}">
                    <a16:creationId xmlns:a16="http://schemas.microsoft.com/office/drawing/2014/main" id="{AF682D96-79D6-D8BF-96B9-FEBBFEB66975}"/>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4" name="Isosceles Triangle 393">
                <a:extLst>
                  <a:ext uri="{FF2B5EF4-FFF2-40B4-BE49-F238E27FC236}">
                    <a16:creationId xmlns:a16="http://schemas.microsoft.com/office/drawing/2014/main" id="{5A2EDD77-5307-247C-2360-46FFF6230CC9}"/>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5" name="Isosceles Triangle 394">
                <a:extLst>
                  <a:ext uri="{FF2B5EF4-FFF2-40B4-BE49-F238E27FC236}">
                    <a16:creationId xmlns:a16="http://schemas.microsoft.com/office/drawing/2014/main" id="{B4EFF88B-8F0B-E4C5-D88B-21062D1B2C1E}"/>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6" name="Isosceles Triangle 395">
                <a:extLst>
                  <a:ext uri="{FF2B5EF4-FFF2-40B4-BE49-F238E27FC236}">
                    <a16:creationId xmlns:a16="http://schemas.microsoft.com/office/drawing/2014/main" id="{7DF410A2-8443-B168-04BA-96480369F10E}"/>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84" name="Isosceles Triangle 383">
              <a:extLst>
                <a:ext uri="{FF2B5EF4-FFF2-40B4-BE49-F238E27FC236}">
                  <a16:creationId xmlns:a16="http://schemas.microsoft.com/office/drawing/2014/main" id="{B7D57871-FCFD-7544-4895-CB125075EFD4}"/>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97" name="Group 396">
            <a:extLst>
              <a:ext uri="{FF2B5EF4-FFF2-40B4-BE49-F238E27FC236}">
                <a16:creationId xmlns:a16="http://schemas.microsoft.com/office/drawing/2014/main" id="{691128B9-C74D-46C4-E985-7C4B435CD0F9}"/>
              </a:ext>
            </a:extLst>
          </p:cNvPr>
          <p:cNvGrpSpPr/>
          <p:nvPr/>
        </p:nvGrpSpPr>
        <p:grpSpPr>
          <a:xfrm>
            <a:off x="6059424" y="1623822"/>
            <a:ext cx="514350" cy="771526"/>
            <a:chOff x="0" y="0"/>
            <a:chExt cx="895350" cy="876300"/>
          </a:xfrm>
        </p:grpSpPr>
        <p:grpSp>
          <p:nvGrpSpPr>
            <p:cNvPr id="398" name="Group 397">
              <a:extLst>
                <a:ext uri="{FF2B5EF4-FFF2-40B4-BE49-F238E27FC236}">
                  <a16:creationId xmlns:a16="http://schemas.microsoft.com/office/drawing/2014/main" id="{9E395BCD-BD83-F644-8AFF-C68A90C07FED}"/>
                </a:ext>
              </a:extLst>
            </p:cNvPr>
            <p:cNvGrpSpPr/>
            <p:nvPr/>
          </p:nvGrpSpPr>
          <p:grpSpPr>
            <a:xfrm>
              <a:off x="0" y="285750"/>
              <a:ext cx="895350" cy="590550"/>
              <a:chOff x="0" y="0"/>
              <a:chExt cx="895350" cy="590550"/>
            </a:xfrm>
          </p:grpSpPr>
          <p:sp>
            <p:nvSpPr>
              <p:cNvPr id="400" name="Isosceles Triangle 399">
                <a:extLst>
                  <a:ext uri="{FF2B5EF4-FFF2-40B4-BE49-F238E27FC236}">
                    <a16:creationId xmlns:a16="http://schemas.microsoft.com/office/drawing/2014/main" id="{7A660C56-7052-F3EB-933F-11CCE0D8B375}"/>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1" name="Isosceles Triangle 400">
                <a:extLst>
                  <a:ext uri="{FF2B5EF4-FFF2-40B4-BE49-F238E27FC236}">
                    <a16:creationId xmlns:a16="http://schemas.microsoft.com/office/drawing/2014/main" id="{D59CA37D-4D52-6298-CAA5-3C0E8A14611B}"/>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2" name="Isosceles Triangle 401">
                <a:extLst>
                  <a:ext uri="{FF2B5EF4-FFF2-40B4-BE49-F238E27FC236}">
                    <a16:creationId xmlns:a16="http://schemas.microsoft.com/office/drawing/2014/main" id="{5EAD53BB-D2F0-A0FB-AC97-32EB6C43342E}"/>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3" name="Isosceles Triangle 402">
                <a:extLst>
                  <a:ext uri="{FF2B5EF4-FFF2-40B4-BE49-F238E27FC236}">
                    <a16:creationId xmlns:a16="http://schemas.microsoft.com/office/drawing/2014/main" id="{D25AE7B1-3634-8BA5-DA7D-BAEEBA83F96C}"/>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4" name="Isosceles Triangle 403">
                <a:extLst>
                  <a:ext uri="{FF2B5EF4-FFF2-40B4-BE49-F238E27FC236}">
                    <a16:creationId xmlns:a16="http://schemas.microsoft.com/office/drawing/2014/main" id="{7EEC82E1-619F-35E9-A746-818C7DFA94A4}"/>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5" name="Isosceles Triangle 404">
                <a:extLst>
                  <a:ext uri="{FF2B5EF4-FFF2-40B4-BE49-F238E27FC236}">
                    <a16:creationId xmlns:a16="http://schemas.microsoft.com/office/drawing/2014/main" id="{C431FF9B-53AE-90BA-9F84-7700C930AB2E}"/>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6" name="Isosceles Triangle 405">
                <a:extLst>
                  <a:ext uri="{FF2B5EF4-FFF2-40B4-BE49-F238E27FC236}">
                    <a16:creationId xmlns:a16="http://schemas.microsoft.com/office/drawing/2014/main" id="{AC85191D-0565-226E-BF1C-9C96C15802FC}"/>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7" name="Isosceles Triangle 406">
                <a:extLst>
                  <a:ext uri="{FF2B5EF4-FFF2-40B4-BE49-F238E27FC236}">
                    <a16:creationId xmlns:a16="http://schemas.microsoft.com/office/drawing/2014/main" id="{AA62E034-7C72-8919-550B-DE3D648F869E}"/>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8" name="Isosceles Triangle 407">
                <a:extLst>
                  <a:ext uri="{FF2B5EF4-FFF2-40B4-BE49-F238E27FC236}">
                    <a16:creationId xmlns:a16="http://schemas.microsoft.com/office/drawing/2014/main" id="{F188EFB4-4FDD-36D4-14BE-178C4BC6D863}"/>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9" name="Isosceles Triangle 408">
                <a:extLst>
                  <a:ext uri="{FF2B5EF4-FFF2-40B4-BE49-F238E27FC236}">
                    <a16:creationId xmlns:a16="http://schemas.microsoft.com/office/drawing/2014/main" id="{ED56997B-2B39-149D-10DD-32BC2FAD74A7}"/>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0" name="Isosceles Triangle 409">
                <a:extLst>
                  <a:ext uri="{FF2B5EF4-FFF2-40B4-BE49-F238E27FC236}">
                    <a16:creationId xmlns:a16="http://schemas.microsoft.com/office/drawing/2014/main" id="{45F01185-4A8D-4389-CE75-2230AF8F2F96}"/>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1" name="Isosceles Triangle 410">
                <a:extLst>
                  <a:ext uri="{FF2B5EF4-FFF2-40B4-BE49-F238E27FC236}">
                    <a16:creationId xmlns:a16="http://schemas.microsoft.com/office/drawing/2014/main" id="{509573DC-9B88-47C0-B101-25B9C10B9EC8}"/>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99" name="Isosceles Triangle 398">
              <a:extLst>
                <a:ext uri="{FF2B5EF4-FFF2-40B4-BE49-F238E27FC236}">
                  <a16:creationId xmlns:a16="http://schemas.microsoft.com/office/drawing/2014/main" id="{6C7841E1-AAB0-3F8E-0049-2977E0DE83FA}"/>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12" name="Group 411">
            <a:extLst>
              <a:ext uri="{FF2B5EF4-FFF2-40B4-BE49-F238E27FC236}">
                <a16:creationId xmlns:a16="http://schemas.microsoft.com/office/drawing/2014/main" id="{223CF9BC-7728-6183-63CA-2495A4F2CC44}"/>
              </a:ext>
            </a:extLst>
          </p:cNvPr>
          <p:cNvGrpSpPr/>
          <p:nvPr/>
        </p:nvGrpSpPr>
        <p:grpSpPr>
          <a:xfrm>
            <a:off x="7116699" y="1623822"/>
            <a:ext cx="514350" cy="771526"/>
            <a:chOff x="0" y="0"/>
            <a:chExt cx="895350" cy="876300"/>
          </a:xfrm>
        </p:grpSpPr>
        <p:grpSp>
          <p:nvGrpSpPr>
            <p:cNvPr id="413" name="Group 412">
              <a:extLst>
                <a:ext uri="{FF2B5EF4-FFF2-40B4-BE49-F238E27FC236}">
                  <a16:creationId xmlns:a16="http://schemas.microsoft.com/office/drawing/2014/main" id="{67A17A29-43A7-3012-0CDF-A602FC0254AB}"/>
                </a:ext>
              </a:extLst>
            </p:cNvPr>
            <p:cNvGrpSpPr/>
            <p:nvPr/>
          </p:nvGrpSpPr>
          <p:grpSpPr>
            <a:xfrm>
              <a:off x="0" y="285750"/>
              <a:ext cx="895350" cy="590550"/>
              <a:chOff x="0" y="0"/>
              <a:chExt cx="895350" cy="590550"/>
            </a:xfrm>
          </p:grpSpPr>
          <p:sp>
            <p:nvSpPr>
              <p:cNvPr id="415" name="Isosceles Triangle 414">
                <a:extLst>
                  <a:ext uri="{FF2B5EF4-FFF2-40B4-BE49-F238E27FC236}">
                    <a16:creationId xmlns:a16="http://schemas.microsoft.com/office/drawing/2014/main" id="{839E31E0-8135-6809-56BB-7E734F56A214}"/>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6" name="Isosceles Triangle 415">
                <a:extLst>
                  <a:ext uri="{FF2B5EF4-FFF2-40B4-BE49-F238E27FC236}">
                    <a16:creationId xmlns:a16="http://schemas.microsoft.com/office/drawing/2014/main" id="{C9390B97-A726-AD10-F443-537ADDA30B97}"/>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7" name="Isosceles Triangle 416">
                <a:extLst>
                  <a:ext uri="{FF2B5EF4-FFF2-40B4-BE49-F238E27FC236}">
                    <a16:creationId xmlns:a16="http://schemas.microsoft.com/office/drawing/2014/main" id="{E9AFB8EA-AE84-FB5B-14A3-DB58E186AD51}"/>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8" name="Isosceles Triangle 417">
                <a:extLst>
                  <a:ext uri="{FF2B5EF4-FFF2-40B4-BE49-F238E27FC236}">
                    <a16:creationId xmlns:a16="http://schemas.microsoft.com/office/drawing/2014/main" id="{AB9761C1-2CC5-9FC4-03B6-C6870EB0E07F}"/>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9" name="Isosceles Triangle 418">
                <a:extLst>
                  <a:ext uri="{FF2B5EF4-FFF2-40B4-BE49-F238E27FC236}">
                    <a16:creationId xmlns:a16="http://schemas.microsoft.com/office/drawing/2014/main" id="{6EBA02E7-1A54-14E1-28D0-6AAD71C21FF5}"/>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0" name="Isosceles Triangle 419">
                <a:extLst>
                  <a:ext uri="{FF2B5EF4-FFF2-40B4-BE49-F238E27FC236}">
                    <a16:creationId xmlns:a16="http://schemas.microsoft.com/office/drawing/2014/main" id="{0833B07C-8C1C-298C-0AB2-72E3F7F5F4B0}"/>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1" name="Isosceles Triangle 420">
                <a:extLst>
                  <a:ext uri="{FF2B5EF4-FFF2-40B4-BE49-F238E27FC236}">
                    <a16:creationId xmlns:a16="http://schemas.microsoft.com/office/drawing/2014/main" id="{B818A41E-45DC-E972-F595-8F09DF6F7066}"/>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2" name="Isosceles Triangle 421">
                <a:extLst>
                  <a:ext uri="{FF2B5EF4-FFF2-40B4-BE49-F238E27FC236}">
                    <a16:creationId xmlns:a16="http://schemas.microsoft.com/office/drawing/2014/main" id="{2C706146-E9A2-8750-CA43-337187C38F9B}"/>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3" name="Isosceles Triangle 422">
                <a:extLst>
                  <a:ext uri="{FF2B5EF4-FFF2-40B4-BE49-F238E27FC236}">
                    <a16:creationId xmlns:a16="http://schemas.microsoft.com/office/drawing/2014/main" id="{E135B81B-773B-3699-A418-572E68A6B1CF}"/>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4" name="Isosceles Triangle 423">
                <a:extLst>
                  <a:ext uri="{FF2B5EF4-FFF2-40B4-BE49-F238E27FC236}">
                    <a16:creationId xmlns:a16="http://schemas.microsoft.com/office/drawing/2014/main" id="{37477B38-D2FC-E127-8DC9-AD13771BD156}"/>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5" name="Isosceles Triangle 424">
                <a:extLst>
                  <a:ext uri="{FF2B5EF4-FFF2-40B4-BE49-F238E27FC236}">
                    <a16:creationId xmlns:a16="http://schemas.microsoft.com/office/drawing/2014/main" id="{49A9F3C4-1E02-63C7-CA6D-50BC0B1E1876}"/>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6" name="Isosceles Triangle 425">
                <a:extLst>
                  <a:ext uri="{FF2B5EF4-FFF2-40B4-BE49-F238E27FC236}">
                    <a16:creationId xmlns:a16="http://schemas.microsoft.com/office/drawing/2014/main" id="{7C9E3693-3644-D1C0-CF3C-8122694C26CE}"/>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14" name="Isosceles Triangle 413">
              <a:extLst>
                <a:ext uri="{FF2B5EF4-FFF2-40B4-BE49-F238E27FC236}">
                  <a16:creationId xmlns:a16="http://schemas.microsoft.com/office/drawing/2014/main" id="{2A486691-BE7D-589F-6733-E06BDB8B33D1}"/>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27" name="Oval 426">
            <a:extLst>
              <a:ext uri="{FF2B5EF4-FFF2-40B4-BE49-F238E27FC236}">
                <a16:creationId xmlns:a16="http://schemas.microsoft.com/office/drawing/2014/main" id="{B8D1C12E-9395-0BDA-2827-96F2ED08E619}"/>
              </a:ext>
            </a:extLst>
          </p:cNvPr>
          <p:cNvSpPr/>
          <p:nvPr/>
        </p:nvSpPr>
        <p:spPr>
          <a:xfrm>
            <a:off x="9383649" y="135712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8" name="Oval 427">
            <a:extLst>
              <a:ext uri="{FF2B5EF4-FFF2-40B4-BE49-F238E27FC236}">
                <a16:creationId xmlns:a16="http://schemas.microsoft.com/office/drawing/2014/main" id="{FF7A0302-DF9F-0F56-1AF1-4055FD5EACD2}"/>
              </a:ext>
            </a:extLst>
          </p:cNvPr>
          <p:cNvSpPr/>
          <p:nvPr/>
        </p:nvSpPr>
        <p:spPr>
          <a:xfrm>
            <a:off x="9926574"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9" name="Oval 428">
            <a:extLst>
              <a:ext uri="{FF2B5EF4-FFF2-40B4-BE49-F238E27FC236}">
                <a16:creationId xmlns:a16="http://schemas.microsoft.com/office/drawing/2014/main" id="{FF7068A7-0775-8508-9EBC-4429302C7886}"/>
              </a:ext>
            </a:extLst>
          </p:cNvPr>
          <p:cNvSpPr/>
          <p:nvPr/>
        </p:nvSpPr>
        <p:spPr>
          <a:xfrm>
            <a:off x="10440924" y="134759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430" name="Group 429">
            <a:extLst>
              <a:ext uri="{FF2B5EF4-FFF2-40B4-BE49-F238E27FC236}">
                <a16:creationId xmlns:a16="http://schemas.microsoft.com/office/drawing/2014/main" id="{9A19A1BA-18C5-057D-6F67-8AAFC241DF41}"/>
              </a:ext>
            </a:extLst>
          </p:cNvPr>
          <p:cNvGrpSpPr/>
          <p:nvPr/>
        </p:nvGrpSpPr>
        <p:grpSpPr>
          <a:xfrm>
            <a:off x="9774174" y="1623822"/>
            <a:ext cx="514350" cy="771526"/>
            <a:chOff x="0" y="0"/>
            <a:chExt cx="895350" cy="876300"/>
          </a:xfrm>
        </p:grpSpPr>
        <p:grpSp>
          <p:nvGrpSpPr>
            <p:cNvPr id="431" name="Group 430">
              <a:extLst>
                <a:ext uri="{FF2B5EF4-FFF2-40B4-BE49-F238E27FC236}">
                  <a16:creationId xmlns:a16="http://schemas.microsoft.com/office/drawing/2014/main" id="{5E2B3C99-4366-E468-5AB4-EFAAC1FE7B2F}"/>
                </a:ext>
              </a:extLst>
            </p:cNvPr>
            <p:cNvGrpSpPr/>
            <p:nvPr/>
          </p:nvGrpSpPr>
          <p:grpSpPr>
            <a:xfrm>
              <a:off x="0" y="285750"/>
              <a:ext cx="895350" cy="590550"/>
              <a:chOff x="0" y="0"/>
              <a:chExt cx="895350" cy="590550"/>
            </a:xfrm>
          </p:grpSpPr>
          <p:sp>
            <p:nvSpPr>
              <p:cNvPr id="433" name="Isosceles Triangle 432">
                <a:extLst>
                  <a:ext uri="{FF2B5EF4-FFF2-40B4-BE49-F238E27FC236}">
                    <a16:creationId xmlns:a16="http://schemas.microsoft.com/office/drawing/2014/main" id="{66C2D33C-E612-CF53-2A7E-943FFDE8608D}"/>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4" name="Isosceles Triangle 433">
                <a:extLst>
                  <a:ext uri="{FF2B5EF4-FFF2-40B4-BE49-F238E27FC236}">
                    <a16:creationId xmlns:a16="http://schemas.microsoft.com/office/drawing/2014/main" id="{758FFF6B-3A87-10D3-C7CA-02CD871A3204}"/>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5" name="Isosceles Triangle 434">
                <a:extLst>
                  <a:ext uri="{FF2B5EF4-FFF2-40B4-BE49-F238E27FC236}">
                    <a16:creationId xmlns:a16="http://schemas.microsoft.com/office/drawing/2014/main" id="{998D809D-195D-42E9-5417-4B51D22908DF}"/>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6" name="Isosceles Triangle 435">
                <a:extLst>
                  <a:ext uri="{FF2B5EF4-FFF2-40B4-BE49-F238E27FC236}">
                    <a16:creationId xmlns:a16="http://schemas.microsoft.com/office/drawing/2014/main" id="{E9D350C2-F21B-425C-BDAA-44D459DD4EE3}"/>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7" name="Isosceles Triangle 436">
                <a:extLst>
                  <a:ext uri="{FF2B5EF4-FFF2-40B4-BE49-F238E27FC236}">
                    <a16:creationId xmlns:a16="http://schemas.microsoft.com/office/drawing/2014/main" id="{22FF64B5-C5B1-A01A-C688-8D0A13E2078F}"/>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8" name="Isosceles Triangle 437">
                <a:extLst>
                  <a:ext uri="{FF2B5EF4-FFF2-40B4-BE49-F238E27FC236}">
                    <a16:creationId xmlns:a16="http://schemas.microsoft.com/office/drawing/2014/main" id="{79EBE09F-CE66-9AC7-2B8C-57DA5F8186E4}"/>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9" name="Isosceles Triangle 438">
                <a:extLst>
                  <a:ext uri="{FF2B5EF4-FFF2-40B4-BE49-F238E27FC236}">
                    <a16:creationId xmlns:a16="http://schemas.microsoft.com/office/drawing/2014/main" id="{08D79CE9-F2CC-C616-1910-C1A3136A7F2C}"/>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0" name="Isosceles Triangle 439">
                <a:extLst>
                  <a:ext uri="{FF2B5EF4-FFF2-40B4-BE49-F238E27FC236}">
                    <a16:creationId xmlns:a16="http://schemas.microsoft.com/office/drawing/2014/main" id="{B0C831B7-2E66-D72C-3E8B-23BAFD46AEF4}"/>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1" name="Isosceles Triangle 440">
                <a:extLst>
                  <a:ext uri="{FF2B5EF4-FFF2-40B4-BE49-F238E27FC236}">
                    <a16:creationId xmlns:a16="http://schemas.microsoft.com/office/drawing/2014/main" id="{325E592B-EEB1-CA7D-08D8-034BBD3C3EA3}"/>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2" name="Isosceles Triangle 441">
                <a:extLst>
                  <a:ext uri="{FF2B5EF4-FFF2-40B4-BE49-F238E27FC236}">
                    <a16:creationId xmlns:a16="http://schemas.microsoft.com/office/drawing/2014/main" id="{099CD10D-0B80-A3E2-A5EE-50DD2F85989D}"/>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3" name="Isosceles Triangle 442">
                <a:extLst>
                  <a:ext uri="{FF2B5EF4-FFF2-40B4-BE49-F238E27FC236}">
                    <a16:creationId xmlns:a16="http://schemas.microsoft.com/office/drawing/2014/main" id="{EBAD993D-E125-64FC-1259-D54E69744142}"/>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4" name="Isosceles Triangle 443">
                <a:extLst>
                  <a:ext uri="{FF2B5EF4-FFF2-40B4-BE49-F238E27FC236}">
                    <a16:creationId xmlns:a16="http://schemas.microsoft.com/office/drawing/2014/main" id="{1B06B1D4-F5A8-B7F6-2BF9-652F64804799}"/>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32" name="Isosceles Triangle 431">
              <a:extLst>
                <a:ext uri="{FF2B5EF4-FFF2-40B4-BE49-F238E27FC236}">
                  <a16:creationId xmlns:a16="http://schemas.microsoft.com/office/drawing/2014/main" id="{81254F36-F2EB-F3AB-782A-C10B1F8AB162}"/>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45" name="Group 444">
            <a:extLst>
              <a:ext uri="{FF2B5EF4-FFF2-40B4-BE49-F238E27FC236}">
                <a16:creationId xmlns:a16="http://schemas.microsoft.com/office/drawing/2014/main" id="{E77EFB60-87B5-6D04-8DAB-6E4590A5AD1E}"/>
              </a:ext>
            </a:extLst>
          </p:cNvPr>
          <p:cNvGrpSpPr/>
          <p:nvPr/>
        </p:nvGrpSpPr>
        <p:grpSpPr>
          <a:xfrm>
            <a:off x="9240774" y="1623822"/>
            <a:ext cx="514350" cy="771526"/>
            <a:chOff x="0" y="0"/>
            <a:chExt cx="895350" cy="876300"/>
          </a:xfrm>
        </p:grpSpPr>
        <p:grpSp>
          <p:nvGrpSpPr>
            <p:cNvPr id="446" name="Group 445">
              <a:extLst>
                <a:ext uri="{FF2B5EF4-FFF2-40B4-BE49-F238E27FC236}">
                  <a16:creationId xmlns:a16="http://schemas.microsoft.com/office/drawing/2014/main" id="{A9B4EC66-8FF7-C523-DEEB-499990E778CB}"/>
                </a:ext>
              </a:extLst>
            </p:cNvPr>
            <p:cNvGrpSpPr/>
            <p:nvPr/>
          </p:nvGrpSpPr>
          <p:grpSpPr>
            <a:xfrm>
              <a:off x="0" y="285750"/>
              <a:ext cx="895350" cy="590550"/>
              <a:chOff x="0" y="0"/>
              <a:chExt cx="895350" cy="590550"/>
            </a:xfrm>
          </p:grpSpPr>
          <p:sp>
            <p:nvSpPr>
              <p:cNvPr id="448" name="Isosceles Triangle 447">
                <a:extLst>
                  <a:ext uri="{FF2B5EF4-FFF2-40B4-BE49-F238E27FC236}">
                    <a16:creationId xmlns:a16="http://schemas.microsoft.com/office/drawing/2014/main" id="{3E7EB2F2-B463-F29F-FD3E-74AC6929D1F6}"/>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9" name="Isosceles Triangle 448">
                <a:extLst>
                  <a:ext uri="{FF2B5EF4-FFF2-40B4-BE49-F238E27FC236}">
                    <a16:creationId xmlns:a16="http://schemas.microsoft.com/office/drawing/2014/main" id="{25626173-0DCF-08A7-7A0F-604CA45FDD96}"/>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0" name="Isosceles Triangle 449">
                <a:extLst>
                  <a:ext uri="{FF2B5EF4-FFF2-40B4-BE49-F238E27FC236}">
                    <a16:creationId xmlns:a16="http://schemas.microsoft.com/office/drawing/2014/main" id="{2B01ADAB-F6A6-60DB-F5F5-7CDB03C0D2CD}"/>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1" name="Isosceles Triangle 450">
                <a:extLst>
                  <a:ext uri="{FF2B5EF4-FFF2-40B4-BE49-F238E27FC236}">
                    <a16:creationId xmlns:a16="http://schemas.microsoft.com/office/drawing/2014/main" id="{4730CB71-E713-8D7D-0115-E9246C4E8F48}"/>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2" name="Isosceles Triangle 451">
                <a:extLst>
                  <a:ext uri="{FF2B5EF4-FFF2-40B4-BE49-F238E27FC236}">
                    <a16:creationId xmlns:a16="http://schemas.microsoft.com/office/drawing/2014/main" id="{9207BEA2-34CF-A004-5695-E7715D33C3D6}"/>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3" name="Isosceles Triangle 452">
                <a:extLst>
                  <a:ext uri="{FF2B5EF4-FFF2-40B4-BE49-F238E27FC236}">
                    <a16:creationId xmlns:a16="http://schemas.microsoft.com/office/drawing/2014/main" id="{B59EB12A-BF08-8C4D-DAC0-79D5C75A81FF}"/>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4" name="Isosceles Triangle 453">
                <a:extLst>
                  <a:ext uri="{FF2B5EF4-FFF2-40B4-BE49-F238E27FC236}">
                    <a16:creationId xmlns:a16="http://schemas.microsoft.com/office/drawing/2014/main" id="{09DB8E5B-71AC-CD5D-CF5F-E6D7F0253262}"/>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5" name="Isosceles Triangle 454">
                <a:extLst>
                  <a:ext uri="{FF2B5EF4-FFF2-40B4-BE49-F238E27FC236}">
                    <a16:creationId xmlns:a16="http://schemas.microsoft.com/office/drawing/2014/main" id="{AB9526C7-3850-7105-000B-149BA83BAB98}"/>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6" name="Isosceles Triangle 455">
                <a:extLst>
                  <a:ext uri="{FF2B5EF4-FFF2-40B4-BE49-F238E27FC236}">
                    <a16:creationId xmlns:a16="http://schemas.microsoft.com/office/drawing/2014/main" id="{76096878-CBC8-6B14-5EB3-FC04DAAC469F}"/>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7" name="Isosceles Triangle 456">
                <a:extLst>
                  <a:ext uri="{FF2B5EF4-FFF2-40B4-BE49-F238E27FC236}">
                    <a16:creationId xmlns:a16="http://schemas.microsoft.com/office/drawing/2014/main" id="{966BBB00-CE21-5B34-9262-65C37CD2DCDB}"/>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8" name="Isosceles Triangle 457">
                <a:extLst>
                  <a:ext uri="{FF2B5EF4-FFF2-40B4-BE49-F238E27FC236}">
                    <a16:creationId xmlns:a16="http://schemas.microsoft.com/office/drawing/2014/main" id="{17CC1EF9-98C4-EBBA-B15A-2CC2FB795F96}"/>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9" name="Isosceles Triangle 458">
                <a:extLst>
                  <a:ext uri="{FF2B5EF4-FFF2-40B4-BE49-F238E27FC236}">
                    <a16:creationId xmlns:a16="http://schemas.microsoft.com/office/drawing/2014/main" id="{6834D123-4DDE-3B7F-CD25-869550A869FE}"/>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47" name="Isosceles Triangle 446">
              <a:extLst>
                <a:ext uri="{FF2B5EF4-FFF2-40B4-BE49-F238E27FC236}">
                  <a16:creationId xmlns:a16="http://schemas.microsoft.com/office/drawing/2014/main" id="{DE2DC30E-0311-ABB3-7FD9-DACC972E67AA}"/>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60" name="Group 459">
            <a:extLst>
              <a:ext uri="{FF2B5EF4-FFF2-40B4-BE49-F238E27FC236}">
                <a16:creationId xmlns:a16="http://schemas.microsoft.com/office/drawing/2014/main" id="{11948FCD-3C44-3439-E6DF-43044399FA0F}"/>
              </a:ext>
            </a:extLst>
          </p:cNvPr>
          <p:cNvGrpSpPr/>
          <p:nvPr/>
        </p:nvGrpSpPr>
        <p:grpSpPr>
          <a:xfrm>
            <a:off x="10298049" y="1623822"/>
            <a:ext cx="514350" cy="771526"/>
            <a:chOff x="0" y="0"/>
            <a:chExt cx="895350" cy="876300"/>
          </a:xfrm>
        </p:grpSpPr>
        <p:grpSp>
          <p:nvGrpSpPr>
            <p:cNvPr id="461" name="Group 460">
              <a:extLst>
                <a:ext uri="{FF2B5EF4-FFF2-40B4-BE49-F238E27FC236}">
                  <a16:creationId xmlns:a16="http://schemas.microsoft.com/office/drawing/2014/main" id="{3ADAD12C-704F-2B99-6CF1-52B88D64308E}"/>
                </a:ext>
              </a:extLst>
            </p:cNvPr>
            <p:cNvGrpSpPr/>
            <p:nvPr/>
          </p:nvGrpSpPr>
          <p:grpSpPr>
            <a:xfrm>
              <a:off x="0" y="285750"/>
              <a:ext cx="895350" cy="590550"/>
              <a:chOff x="0" y="0"/>
              <a:chExt cx="895350" cy="590550"/>
            </a:xfrm>
          </p:grpSpPr>
          <p:sp>
            <p:nvSpPr>
              <p:cNvPr id="463" name="Isosceles Triangle 462">
                <a:extLst>
                  <a:ext uri="{FF2B5EF4-FFF2-40B4-BE49-F238E27FC236}">
                    <a16:creationId xmlns:a16="http://schemas.microsoft.com/office/drawing/2014/main" id="{E0E7D35A-7376-8AFA-DC1B-F75AE2D8F199}"/>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4" name="Isosceles Triangle 463">
                <a:extLst>
                  <a:ext uri="{FF2B5EF4-FFF2-40B4-BE49-F238E27FC236}">
                    <a16:creationId xmlns:a16="http://schemas.microsoft.com/office/drawing/2014/main" id="{844426D9-DDE2-7DF7-8F2A-BDC776C9C53F}"/>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5" name="Isosceles Triangle 464">
                <a:extLst>
                  <a:ext uri="{FF2B5EF4-FFF2-40B4-BE49-F238E27FC236}">
                    <a16:creationId xmlns:a16="http://schemas.microsoft.com/office/drawing/2014/main" id="{A5899BFC-D184-E53B-7698-4351566B3711}"/>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6" name="Isosceles Triangle 465">
                <a:extLst>
                  <a:ext uri="{FF2B5EF4-FFF2-40B4-BE49-F238E27FC236}">
                    <a16:creationId xmlns:a16="http://schemas.microsoft.com/office/drawing/2014/main" id="{2C880330-4439-8EA0-157D-1F00EBA3DB7F}"/>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7" name="Isosceles Triangle 466">
                <a:extLst>
                  <a:ext uri="{FF2B5EF4-FFF2-40B4-BE49-F238E27FC236}">
                    <a16:creationId xmlns:a16="http://schemas.microsoft.com/office/drawing/2014/main" id="{AC1C9C24-8C04-9FF9-5F6B-197A6531E52B}"/>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8" name="Isosceles Triangle 467">
                <a:extLst>
                  <a:ext uri="{FF2B5EF4-FFF2-40B4-BE49-F238E27FC236}">
                    <a16:creationId xmlns:a16="http://schemas.microsoft.com/office/drawing/2014/main" id="{008FC2A0-8B58-7BB6-401E-C60FFA495321}"/>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9" name="Isosceles Triangle 468">
                <a:extLst>
                  <a:ext uri="{FF2B5EF4-FFF2-40B4-BE49-F238E27FC236}">
                    <a16:creationId xmlns:a16="http://schemas.microsoft.com/office/drawing/2014/main" id="{EE27BB52-2083-AD09-B823-C7E3BB067530}"/>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0" name="Isosceles Triangle 469">
                <a:extLst>
                  <a:ext uri="{FF2B5EF4-FFF2-40B4-BE49-F238E27FC236}">
                    <a16:creationId xmlns:a16="http://schemas.microsoft.com/office/drawing/2014/main" id="{FD02BA8A-B65B-3E03-33F9-69122DB2E266}"/>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1" name="Isosceles Triangle 470">
                <a:extLst>
                  <a:ext uri="{FF2B5EF4-FFF2-40B4-BE49-F238E27FC236}">
                    <a16:creationId xmlns:a16="http://schemas.microsoft.com/office/drawing/2014/main" id="{9EF2D9A2-46A5-F831-18E9-9E02CE788BC5}"/>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2" name="Isosceles Triangle 471">
                <a:extLst>
                  <a:ext uri="{FF2B5EF4-FFF2-40B4-BE49-F238E27FC236}">
                    <a16:creationId xmlns:a16="http://schemas.microsoft.com/office/drawing/2014/main" id="{8158CCC8-AA74-6A76-EAA0-C3F5EB671A30}"/>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3" name="Isosceles Triangle 472">
                <a:extLst>
                  <a:ext uri="{FF2B5EF4-FFF2-40B4-BE49-F238E27FC236}">
                    <a16:creationId xmlns:a16="http://schemas.microsoft.com/office/drawing/2014/main" id="{AF6FDB9A-BC28-58ED-8CD5-6003BD69F213}"/>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4" name="Isosceles Triangle 473">
                <a:extLst>
                  <a:ext uri="{FF2B5EF4-FFF2-40B4-BE49-F238E27FC236}">
                    <a16:creationId xmlns:a16="http://schemas.microsoft.com/office/drawing/2014/main" id="{03C4744D-8C79-1C98-674E-3FE10D52A7F7}"/>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62" name="Isosceles Triangle 461">
              <a:extLst>
                <a:ext uri="{FF2B5EF4-FFF2-40B4-BE49-F238E27FC236}">
                  <a16:creationId xmlns:a16="http://schemas.microsoft.com/office/drawing/2014/main" id="{912B779E-2076-9E40-7FAF-8F805500F5DF}"/>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475" name="Straight Connector 474">
            <a:extLst>
              <a:ext uri="{FF2B5EF4-FFF2-40B4-BE49-F238E27FC236}">
                <a16:creationId xmlns:a16="http://schemas.microsoft.com/office/drawing/2014/main" id="{6E312014-04EC-328D-86D5-668B8ED632D8}"/>
              </a:ext>
            </a:extLst>
          </p:cNvPr>
          <p:cNvCxnSpPr/>
          <p:nvPr/>
        </p:nvCxnSpPr>
        <p:spPr>
          <a:xfrm flipH="1">
            <a:off x="6316599" y="1271397"/>
            <a:ext cx="542925" cy="857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6" name="Straight Connector 475">
            <a:extLst>
              <a:ext uri="{FF2B5EF4-FFF2-40B4-BE49-F238E27FC236}">
                <a16:creationId xmlns:a16="http://schemas.microsoft.com/office/drawing/2014/main" id="{6250AE70-80B1-0347-1BFD-20CBA506C365}"/>
              </a:ext>
            </a:extLst>
          </p:cNvPr>
          <p:cNvCxnSpPr/>
          <p:nvPr/>
        </p:nvCxnSpPr>
        <p:spPr>
          <a:xfrm>
            <a:off x="6859524" y="1280922"/>
            <a:ext cx="523875" cy="762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7" name="Straight Connector 476">
            <a:extLst>
              <a:ext uri="{FF2B5EF4-FFF2-40B4-BE49-F238E27FC236}">
                <a16:creationId xmlns:a16="http://schemas.microsoft.com/office/drawing/2014/main" id="{2C76DA08-8820-8FC3-2B7B-9FB89EE10F47}"/>
              </a:ext>
            </a:extLst>
          </p:cNvPr>
          <p:cNvCxnSpPr/>
          <p:nvPr/>
        </p:nvCxnSpPr>
        <p:spPr>
          <a:xfrm flipH="1">
            <a:off x="7907274" y="1223772"/>
            <a:ext cx="552450" cy="1238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8" name="Straight Connector 477">
            <a:extLst>
              <a:ext uri="{FF2B5EF4-FFF2-40B4-BE49-F238E27FC236}">
                <a16:creationId xmlns:a16="http://schemas.microsoft.com/office/drawing/2014/main" id="{D16F0417-CC4F-A64A-6B6B-9B079853C384}"/>
              </a:ext>
            </a:extLst>
          </p:cNvPr>
          <p:cNvCxnSpPr/>
          <p:nvPr/>
        </p:nvCxnSpPr>
        <p:spPr>
          <a:xfrm>
            <a:off x="8459724" y="1223772"/>
            <a:ext cx="514350" cy="12001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9" name="Straight Connector 478">
            <a:extLst>
              <a:ext uri="{FF2B5EF4-FFF2-40B4-BE49-F238E27FC236}">
                <a16:creationId xmlns:a16="http://schemas.microsoft.com/office/drawing/2014/main" id="{8036173F-74D2-F438-3347-5F7F0A3E3AEE}"/>
              </a:ext>
            </a:extLst>
          </p:cNvPr>
          <p:cNvCxnSpPr>
            <a:stCxn id="326" idx="4"/>
            <a:endCxn id="330" idx="0"/>
          </p:cNvCxnSpPr>
          <p:nvPr/>
        </p:nvCxnSpPr>
        <p:spPr>
          <a:xfrm>
            <a:off x="8450199" y="833247"/>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0" name="Straight Connector 479">
            <a:extLst>
              <a:ext uri="{FF2B5EF4-FFF2-40B4-BE49-F238E27FC236}">
                <a16:creationId xmlns:a16="http://schemas.microsoft.com/office/drawing/2014/main" id="{A540D08F-F639-123D-CCAB-99487E432F76}"/>
              </a:ext>
            </a:extLst>
          </p:cNvPr>
          <p:cNvCxnSpPr>
            <a:stCxn id="326" idx="4"/>
            <a:endCxn id="329" idx="0"/>
          </p:cNvCxnSpPr>
          <p:nvPr/>
        </p:nvCxnSpPr>
        <p:spPr>
          <a:xfrm>
            <a:off x="8450199" y="833247"/>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1" name="Straight Connector 480">
            <a:extLst>
              <a:ext uri="{FF2B5EF4-FFF2-40B4-BE49-F238E27FC236}">
                <a16:creationId xmlns:a16="http://schemas.microsoft.com/office/drawing/2014/main" id="{A083E623-D163-A29A-EECE-8595366488B5}"/>
              </a:ext>
            </a:extLst>
          </p:cNvPr>
          <p:cNvCxnSpPr>
            <a:stCxn id="329" idx="4"/>
            <a:endCxn id="428" idx="0"/>
          </p:cNvCxnSpPr>
          <p:nvPr/>
        </p:nvCxnSpPr>
        <p:spPr>
          <a:xfrm>
            <a:off x="10040874" y="1252347"/>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2" name="Straight Connector 481">
            <a:extLst>
              <a:ext uri="{FF2B5EF4-FFF2-40B4-BE49-F238E27FC236}">
                <a16:creationId xmlns:a16="http://schemas.microsoft.com/office/drawing/2014/main" id="{7C5E7690-FD8A-DAA1-1CC3-0C074211C352}"/>
              </a:ext>
            </a:extLst>
          </p:cNvPr>
          <p:cNvCxnSpPr>
            <a:stCxn id="329" idx="4"/>
            <a:endCxn id="427" idx="0"/>
          </p:cNvCxnSpPr>
          <p:nvPr/>
        </p:nvCxnSpPr>
        <p:spPr>
          <a:xfrm flipH="1">
            <a:off x="9497949" y="1252347"/>
            <a:ext cx="542925" cy="10477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3" name="Straight Connector 482">
            <a:extLst>
              <a:ext uri="{FF2B5EF4-FFF2-40B4-BE49-F238E27FC236}">
                <a16:creationId xmlns:a16="http://schemas.microsoft.com/office/drawing/2014/main" id="{5E4A62E5-4881-8D75-6903-08CDA0E93CCE}"/>
              </a:ext>
            </a:extLst>
          </p:cNvPr>
          <p:cNvCxnSpPr>
            <a:stCxn id="329" idx="4"/>
            <a:endCxn id="429" idx="0"/>
          </p:cNvCxnSpPr>
          <p:nvPr/>
        </p:nvCxnSpPr>
        <p:spPr>
          <a:xfrm>
            <a:off x="10040874" y="1252347"/>
            <a:ext cx="51435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4" name="Straight Connector 483">
            <a:extLst>
              <a:ext uri="{FF2B5EF4-FFF2-40B4-BE49-F238E27FC236}">
                <a16:creationId xmlns:a16="http://schemas.microsoft.com/office/drawing/2014/main" id="{54B49628-9BC0-2D41-F169-E92AC253BFF7}"/>
              </a:ext>
            </a:extLst>
          </p:cNvPr>
          <p:cNvCxnSpPr>
            <a:stCxn id="330" idx="4"/>
            <a:endCxn id="332" idx="0"/>
          </p:cNvCxnSpPr>
          <p:nvPr/>
        </p:nvCxnSpPr>
        <p:spPr>
          <a:xfrm>
            <a:off x="8450199" y="1214247"/>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5" name="Straight Connector 484">
            <a:extLst>
              <a:ext uri="{FF2B5EF4-FFF2-40B4-BE49-F238E27FC236}">
                <a16:creationId xmlns:a16="http://schemas.microsoft.com/office/drawing/2014/main" id="{0D7A2F0C-477F-176D-478A-8285DC96A97E}"/>
              </a:ext>
            </a:extLst>
          </p:cNvPr>
          <p:cNvCxnSpPr>
            <a:stCxn id="327" idx="4"/>
            <a:endCxn id="380" idx="0"/>
          </p:cNvCxnSpPr>
          <p:nvPr/>
        </p:nvCxnSpPr>
        <p:spPr>
          <a:xfrm>
            <a:off x="6859524" y="1252347"/>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486" name="TextBox 485">
            <a:extLst>
              <a:ext uri="{FF2B5EF4-FFF2-40B4-BE49-F238E27FC236}">
                <a16:creationId xmlns:a16="http://schemas.microsoft.com/office/drawing/2014/main" id="{D1EFE53C-CF87-119E-C62B-B166851B6394}"/>
              </a:ext>
            </a:extLst>
          </p:cNvPr>
          <p:cNvSpPr txBox="1"/>
          <p:nvPr/>
        </p:nvSpPr>
        <p:spPr>
          <a:xfrm>
            <a:off x="8306477" y="538424"/>
            <a:ext cx="311304" cy="307777"/>
          </a:xfrm>
          <a:prstGeom prst="rect">
            <a:avLst/>
          </a:prstGeom>
          <a:noFill/>
        </p:spPr>
        <p:txBody>
          <a:bodyPr wrap="none" rtlCol="0">
            <a:spAutoFit/>
          </a:bodyPr>
          <a:lstStyle/>
          <a:p>
            <a:r>
              <a:rPr lang="en-US" sz="1400" dirty="0">
                <a:latin typeface="Garamond" panose="02020404030301010803" pitchFamily="18" charset="0"/>
              </a:rPr>
              <a:t>U</a:t>
            </a:r>
          </a:p>
        </p:txBody>
      </p:sp>
      <p:sp>
        <p:nvSpPr>
          <p:cNvPr id="487" name="TextBox 486">
            <a:extLst>
              <a:ext uri="{FF2B5EF4-FFF2-40B4-BE49-F238E27FC236}">
                <a16:creationId xmlns:a16="http://schemas.microsoft.com/office/drawing/2014/main" id="{875AB4C6-DDFA-D6AB-D37B-4761FF4D2A29}"/>
              </a:ext>
            </a:extLst>
          </p:cNvPr>
          <p:cNvSpPr txBox="1"/>
          <p:nvPr/>
        </p:nvSpPr>
        <p:spPr>
          <a:xfrm>
            <a:off x="6695815" y="919770"/>
            <a:ext cx="365806" cy="400110"/>
          </a:xfrm>
          <a:prstGeom prst="rect">
            <a:avLst/>
          </a:prstGeom>
          <a:noFill/>
        </p:spPr>
        <p:txBody>
          <a:bodyPr wrap="none" rtlCol="0">
            <a:spAutoFit/>
          </a:bodyPr>
          <a:lstStyle/>
          <a:p>
            <a:r>
              <a:rPr lang="en-US" sz="2000" b="1" dirty="0">
                <a:latin typeface="Gadugi" panose="020B0502040204020203" pitchFamily="34" charset="0"/>
                <a:ea typeface="Gadugi" panose="020B0502040204020203" pitchFamily="34" charset="0"/>
              </a:rPr>
              <a:t>A</a:t>
            </a:r>
          </a:p>
        </p:txBody>
      </p:sp>
      <p:sp>
        <p:nvSpPr>
          <p:cNvPr id="489" name="TextBox 488">
            <a:extLst>
              <a:ext uri="{FF2B5EF4-FFF2-40B4-BE49-F238E27FC236}">
                <a16:creationId xmlns:a16="http://schemas.microsoft.com/office/drawing/2014/main" id="{4B468C2A-907D-BF06-70FF-5D5CB949EF2E}"/>
              </a:ext>
            </a:extLst>
          </p:cNvPr>
          <p:cNvSpPr txBox="1"/>
          <p:nvPr/>
        </p:nvSpPr>
        <p:spPr>
          <a:xfrm>
            <a:off x="8284654" y="907613"/>
            <a:ext cx="357790" cy="400110"/>
          </a:xfrm>
          <a:prstGeom prst="rect">
            <a:avLst/>
          </a:prstGeom>
          <a:noFill/>
        </p:spPr>
        <p:txBody>
          <a:bodyPr wrap="none" rtlCol="0">
            <a:spAutoFit/>
          </a:bodyPr>
          <a:lstStyle/>
          <a:p>
            <a:r>
              <a:rPr lang="en-US" sz="2000" b="1" dirty="0">
                <a:latin typeface="Gadugi" panose="020B0502040204020203" pitchFamily="34" charset="0"/>
                <a:ea typeface="Gadugi" panose="020B0502040204020203" pitchFamily="34" charset="0"/>
              </a:rPr>
              <a:t>B</a:t>
            </a:r>
          </a:p>
        </p:txBody>
      </p:sp>
      <p:sp>
        <p:nvSpPr>
          <p:cNvPr id="491" name="TextBox 490">
            <a:extLst>
              <a:ext uri="{FF2B5EF4-FFF2-40B4-BE49-F238E27FC236}">
                <a16:creationId xmlns:a16="http://schemas.microsoft.com/office/drawing/2014/main" id="{ACFB4E67-293C-8CF9-AA41-E2413BCA971B}"/>
              </a:ext>
            </a:extLst>
          </p:cNvPr>
          <p:cNvSpPr txBox="1"/>
          <p:nvPr/>
        </p:nvSpPr>
        <p:spPr>
          <a:xfrm>
            <a:off x="4197789" y="1329309"/>
            <a:ext cx="352982" cy="400110"/>
          </a:xfrm>
          <a:prstGeom prst="rect">
            <a:avLst/>
          </a:prstGeom>
          <a:noFill/>
        </p:spPr>
        <p:txBody>
          <a:bodyPr wrap="none" rtlCol="0">
            <a:spAutoFit/>
          </a:bodyPr>
          <a:lstStyle/>
          <a:p>
            <a:r>
              <a:rPr lang="en-US" sz="2000" b="1" dirty="0">
                <a:solidFill>
                  <a:schemeClr val="accent5">
                    <a:lumMod val="75000"/>
                  </a:schemeClr>
                </a:solidFill>
                <a:latin typeface="Dubai Medium" panose="020B0603030403030204" pitchFamily="34" charset="-78"/>
                <a:cs typeface="Dubai Medium" panose="020B0603030403030204" pitchFamily="34" charset="-78"/>
              </a:rPr>
              <a:t>Y</a:t>
            </a:r>
          </a:p>
        </p:txBody>
      </p:sp>
      <p:sp>
        <p:nvSpPr>
          <p:cNvPr id="493" name="TextBox 492">
            <a:extLst>
              <a:ext uri="{FF2B5EF4-FFF2-40B4-BE49-F238E27FC236}">
                <a16:creationId xmlns:a16="http://schemas.microsoft.com/office/drawing/2014/main" id="{6865C88E-28C7-CF50-607D-CCDA66DE9848}"/>
              </a:ext>
            </a:extLst>
          </p:cNvPr>
          <p:cNvSpPr txBox="1"/>
          <p:nvPr/>
        </p:nvSpPr>
        <p:spPr>
          <a:xfrm>
            <a:off x="3144980" y="907994"/>
            <a:ext cx="357790" cy="400110"/>
          </a:xfrm>
          <a:prstGeom prst="rect">
            <a:avLst/>
          </a:prstGeom>
          <a:noFill/>
        </p:spPr>
        <p:txBody>
          <a:bodyPr wrap="none" rtlCol="0">
            <a:spAutoFit/>
          </a:bodyPr>
          <a:lstStyle/>
          <a:p>
            <a:r>
              <a:rPr lang="en-US" sz="2000" b="1" dirty="0">
                <a:latin typeface="Gadugi" panose="020B0502040204020203" pitchFamily="34" charset="0"/>
                <a:ea typeface="Gadugi" panose="020B0502040204020203" pitchFamily="34" charset="0"/>
              </a:rPr>
              <a:t>B</a:t>
            </a:r>
          </a:p>
        </p:txBody>
      </p:sp>
      <p:sp>
        <p:nvSpPr>
          <p:cNvPr id="495" name="TextBox 494">
            <a:extLst>
              <a:ext uri="{FF2B5EF4-FFF2-40B4-BE49-F238E27FC236}">
                <a16:creationId xmlns:a16="http://schemas.microsoft.com/office/drawing/2014/main" id="{F23D26BC-EA01-B8EA-DF67-DB7F174E2826}"/>
              </a:ext>
            </a:extLst>
          </p:cNvPr>
          <p:cNvSpPr txBox="1"/>
          <p:nvPr/>
        </p:nvSpPr>
        <p:spPr>
          <a:xfrm>
            <a:off x="6638148" y="1276130"/>
            <a:ext cx="442750" cy="400110"/>
          </a:xfrm>
          <a:prstGeom prst="rect">
            <a:avLst/>
          </a:prstGeom>
          <a:noFill/>
        </p:spPr>
        <p:txBody>
          <a:bodyPr wrap="square" rtlCol="0">
            <a:spAutoFit/>
          </a:bodyPr>
          <a:lstStyle/>
          <a:p>
            <a:r>
              <a:rPr lang="en-US" sz="2000" b="1" dirty="0">
                <a:solidFill>
                  <a:srgbClr val="C00000"/>
                </a:solidFill>
                <a:latin typeface="Gadugi" panose="020B0502040204020203" pitchFamily="34" charset="0"/>
                <a:ea typeface="Gadugi" panose="020B0502040204020203" pitchFamily="34" charset="0"/>
              </a:rPr>
              <a:t>W</a:t>
            </a:r>
          </a:p>
        </p:txBody>
      </p:sp>
      <p:sp>
        <p:nvSpPr>
          <p:cNvPr id="497" name="TextBox 496">
            <a:extLst>
              <a:ext uri="{FF2B5EF4-FFF2-40B4-BE49-F238E27FC236}">
                <a16:creationId xmlns:a16="http://schemas.microsoft.com/office/drawing/2014/main" id="{2A938A24-BFB6-C9A0-2C66-0634377D4A5B}"/>
              </a:ext>
            </a:extLst>
          </p:cNvPr>
          <p:cNvSpPr txBox="1"/>
          <p:nvPr/>
        </p:nvSpPr>
        <p:spPr>
          <a:xfrm>
            <a:off x="6674377" y="1619030"/>
            <a:ext cx="352982" cy="400110"/>
          </a:xfrm>
          <a:prstGeom prst="rect">
            <a:avLst/>
          </a:prstGeom>
          <a:noFill/>
        </p:spPr>
        <p:txBody>
          <a:bodyPr wrap="none" rtlCol="0">
            <a:spAutoFit/>
          </a:bodyPr>
          <a:lstStyle/>
          <a:p>
            <a:r>
              <a:rPr lang="en-US" sz="2000" b="1" dirty="0">
                <a:solidFill>
                  <a:schemeClr val="accent5">
                    <a:lumMod val="75000"/>
                  </a:schemeClr>
                </a:solidFill>
                <a:latin typeface="Dubai Medium" panose="020B0603030403030204" pitchFamily="34" charset="-78"/>
                <a:cs typeface="Dubai Medium" panose="020B0603030403030204" pitchFamily="34" charset="-78"/>
              </a:rPr>
              <a:t>Y</a:t>
            </a:r>
          </a:p>
        </p:txBody>
      </p:sp>
      <p:sp>
        <p:nvSpPr>
          <p:cNvPr id="499" name="TextBox 498">
            <a:extLst>
              <a:ext uri="{FF2B5EF4-FFF2-40B4-BE49-F238E27FC236}">
                <a16:creationId xmlns:a16="http://schemas.microsoft.com/office/drawing/2014/main" id="{C1334E14-2E2D-E26A-B27A-1EE0F09BD991}"/>
              </a:ext>
            </a:extLst>
          </p:cNvPr>
          <p:cNvSpPr txBox="1"/>
          <p:nvPr/>
        </p:nvSpPr>
        <p:spPr>
          <a:xfrm>
            <a:off x="6158742" y="1292733"/>
            <a:ext cx="341760" cy="400110"/>
          </a:xfrm>
          <a:prstGeom prst="rect">
            <a:avLst/>
          </a:prstGeom>
          <a:noFill/>
        </p:spPr>
        <p:txBody>
          <a:bodyPr wrap="none" rtlCol="0">
            <a:spAutoFit/>
          </a:bodyPr>
          <a:lstStyle/>
          <a:p>
            <a:r>
              <a:rPr lang="en-US" sz="2000" b="1" dirty="0">
                <a:latin typeface="Gadugi" panose="020B0502040204020203" pitchFamily="34" charset="0"/>
                <a:ea typeface="Gadugi" panose="020B0502040204020203" pitchFamily="34" charset="0"/>
              </a:rPr>
              <a:t>P</a:t>
            </a:r>
          </a:p>
        </p:txBody>
      </p:sp>
      <p:sp>
        <p:nvSpPr>
          <p:cNvPr id="501" name="TextBox 500">
            <a:extLst>
              <a:ext uri="{FF2B5EF4-FFF2-40B4-BE49-F238E27FC236}">
                <a16:creationId xmlns:a16="http://schemas.microsoft.com/office/drawing/2014/main" id="{4D279CB8-E589-EA8E-D46E-3AD38058CD47}"/>
              </a:ext>
            </a:extLst>
          </p:cNvPr>
          <p:cNvSpPr txBox="1"/>
          <p:nvPr/>
        </p:nvSpPr>
        <p:spPr>
          <a:xfrm>
            <a:off x="1033632" y="1290863"/>
            <a:ext cx="341760" cy="400110"/>
          </a:xfrm>
          <a:prstGeom prst="rect">
            <a:avLst/>
          </a:prstGeom>
          <a:noFill/>
        </p:spPr>
        <p:txBody>
          <a:bodyPr wrap="none" rtlCol="0">
            <a:spAutoFit/>
          </a:bodyPr>
          <a:lstStyle/>
          <a:p>
            <a:r>
              <a:rPr lang="en-US" sz="2000" b="1" dirty="0">
                <a:latin typeface="Gadugi" panose="020B0502040204020203" pitchFamily="34" charset="0"/>
                <a:ea typeface="Gadugi" panose="020B0502040204020203" pitchFamily="34" charset="0"/>
              </a:rPr>
              <a:t>P</a:t>
            </a:r>
          </a:p>
        </p:txBody>
      </p:sp>
      <p:sp>
        <p:nvSpPr>
          <p:cNvPr id="503" name="TextBox 502">
            <a:extLst>
              <a:ext uri="{FF2B5EF4-FFF2-40B4-BE49-F238E27FC236}">
                <a16:creationId xmlns:a16="http://schemas.microsoft.com/office/drawing/2014/main" id="{42B36C33-221E-74E1-0699-3A371F8908C0}"/>
              </a:ext>
            </a:extLst>
          </p:cNvPr>
          <p:cNvSpPr txBox="1"/>
          <p:nvPr/>
        </p:nvSpPr>
        <p:spPr>
          <a:xfrm>
            <a:off x="4690666" y="914180"/>
            <a:ext cx="442750" cy="400110"/>
          </a:xfrm>
          <a:prstGeom prst="rect">
            <a:avLst/>
          </a:prstGeom>
          <a:noFill/>
        </p:spPr>
        <p:txBody>
          <a:bodyPr wrap="none" rtlCol="0">
            <a:spAutoFit/>
          </a:bodyPr>
          <a:lstStyle/>
          <a:p>
            <a:r>
              <a:rPr lang="en-US" sz="2000" b="1" dirty="0">
                <a:solidFill>
                  <a:srgbClr val="C00000"/>
                </a:solidFill>
                <a:latin typeface="Gadugi" panose="020B0502040204020203" pitchFamily="34" charset="0"/>
                <a:ea typeface="Gadugi" panose="020B0502040204020203" pitchFamily="34" charset="0"/>
              </a:rPr>
              <a:t>W</a:t>
            </a:r>
          </a:p>
        </p:txBody>
      </p:sp>
      <p:sp>
        <p:nvSpPr>
          <p:cNvPr id="504" name="TextBox 503">
            <a:extLst>
              <a:ext uri="{FF2B5EF4-FFF2-40B4-BE49-F238E27FC236}">
                <a16:creationId xmlns:a16="http://schemas.microsoft.com/office/drawing/2014/main" id="{4BA55F00-2262-4290-A888-3B5299F19F9E}"/>
              </a:ext>
            </a:extLst>
          </p:cNvPr>
          <p:cNvSpPr txBox="1"/>
          <p:nvPr/>
        </p:nvSpPr>
        <p:spPr>
          <a:xfrm>
            <a:off x="1889479" y="2697480"/>
            <a:ext cx="846707" cy="369332"/>
          </a:xfrm>
          <a:prstGeom prst="rect">
            <a:avLst/>
          </a:prstGeom>
          <a:noFill/>
        </p:spPr>
        <p:txBody>
          <a:bodyPr wrap="none" rtlCol="0">
            <a:spAutoFit/>
          </a:bodyPr>
          <a:lstStyle/>
          <a:p>
            <a:r>
              <a:rPr lang="en-US" dirty="0">
                <a:latin typeface="Garamond" panose="02020404030301010803" pitchFamily="18" charset="0"/>
              </a:rPr>
              <a:t>U </a:t>
            </a:r>
            <a:r>
              <a:rPr lang="en-US" dirty="0">
                <a:latin typeface="Garamond" panose="02020404030301010803" pitchFamily="18" charset="0"/>
                <a:sym typeface="Wingdings" panose="05000000000000000000" pitchFamily="2" charset="2"/>
              </a:rPr>
              <a:t> A</a:t>
            </a:r>
            <a:endParaRPr lang="en-US" dirty="0">
              <a:latin typeface="Garamond" panose="02020404030301010803" pitchFamily="18" charset="0"/>
            </a:endParaRPr>
          </a:p>
        </p:txBody>
      </p:sp>
      <p:sp>
        <p:nvSpPr>
          <p:cNvPr id="505" name="TextBox 504">
            <a:extLst>
              <a:ext uri="{FF2B5EF4-FFF2-40B4-BE49-F238E27FC236}">
                <a16:creationId xmlns:a16="http://schemas.microsoft.com/office/drawing/2014/main" id="{728AFC06-EB24-7104-EF80-42765C69665B}"/>
              </a:ext>
            </a:extLst>
          </p:cNvPr>
          <p:cNvSpPr txBox="1"/>
          <p:nvPr/>
        </p:nvSpPr>
        <p:spPr>
          <a:xfrm>
            <a:off x="1889478" y="2945130"/>
            <a:ext cx="3421065" cy="369332"/>
          </a:xfrm>
          <a:prstGeom prst="rect">
            <a:avLst/>
          </a:prstGeom>
          <a:noFill/>
        </p:spPr>
        <p:txBody>
          <a:bodyPr wrap="none" rtlCol="0">
            <a:spAutoFit/>
          </a:bodyPr>
          <a:lstStyle/>
          <a:p>
            <a:r>
              <a:rPr lang="en-US" dirty="0">
                <a:latin typeface="Garamond" panose="02020404030301010803" pitchFamily="18" charset="0"/>
              </a:rPr>
              <a:t>U </a:t>
            </a:r>
            <a:r>
              <a:rPr lang="en-US" dirty="0">
                <a:latin typeface="Garamond" panose="02020404030301010803" pitchFamily="18" charset="0"/>
                <a:sym typeface="Wingdings" panose="05000000000000000000" pitchFamily="2" charset="2"/>
              </a:rPr>
              <a:t> B </a:t>
            </a:r>
            <a:r>
              <a:rPr lang="en-US" sz="1400" dirty="0">
                <a:latin typeface="Garamond" panose="02020404030301010803" pitchFamily="18" charset="0"/>
                <a:sym typeface="Wingdings" panose="05000000000000000000" pitchFamily="2" charset="2"/>
              </a:rPr>
              <a:t>(B cannot be placed under A. Why?)</a:t>
            </a:r>
            <a:endParaRPr lang="en-US" dirty="0">
              <a:latin typeface="Garamond" panose="02020404030301010803" pitchFamily="18" charset="0"/>
            </a:endParaRPr>
          </a:p>
        </p:txBody>
      </p:sp>
      <p:sp>
        <p:nvSpPr>
          <p:cNvPr id="506" name="TextBox 505">
            <a:extLst>
              <a:ext uri="{FF2B5EF4-FFF2-40B4-BE49-F238E27FC236}">
                <a16:creationId xmlns:a16="http://schemas.microsoft.com/office/drawing/2014/main" id="{DE49E904-4E34-4365-0896-BBCA4FC632A4}"/>
              </a:ext>
            </a:extLst>
          </p:cNvPr>
          <p:cNvSpPr txBox="1"/>
          <p:nvPr/>
        </p:nvSpPr>
        <p:spPr>
          <a:xfrm>
            <a:off x="2648145" y="2697480"/>
            <a:ext cx="598241" cy="369332"/>
          </a:xfrm>
          <a:prstGeom prst="rect">
            <a:avLst/>
          </a:prstGeom>
          <a:noFill/>
        </p:spPr>
        <p:txBody>
          <a:bodyPr wrap="none" rtlCol="0">
            <a:spAutoFit/>
          </a:bodyPr>
          <a:lstStyle/>
          <a:p>
            <a:r>
              <a:rPr lang="en-US" dirty="0">
                <a:latin typeface="Garamond" panose="02020404030301010803" pitchFamily="18" charset="0"/>
                <a:sym typeface="Wingdings" panose="05000000000000000000" pitchFamily="2" charset="2"/>
              </a:rPr>
              <a:t> P</a:t>
            </a:r>
            <a:endParaRPr lang="en-US" dirty="0">
              <a:latin typeface="Garamond" panose="02020404030301010803" pitchFamily="18" charset="0"/>
            </a:endParaRPr>
          </a:p>
        </p:txBody>
      </p:sp>
      <p:sp>
        <p:nvSpPr>
          <p:cNvPr id="507" name="TextBox 506">
            <a:extLst>
              <a:ext uri="{FF2B5EF4-FFF2-40B4-BE49-F238E27FC236}">
                <a16:creationId xmlns:a16="http://schemas.microsoft.com/office/drawing/2014/main" id="{03553DBD-5436-1A62-4C0F-8125F0D8441D}"/>
              </a:ext>
            </a:extLst>
          </p:cNvPr>
          <p:cNvSpPr txBox="1"/>
          <p:nvPr/>
        </p:nvSpPr>
        <p:spPr>
          <a:xfrm>
            <a:off x="7965567" y="3255084"/>
            <a:ext cx="915635" cy="369332"/>
          </a:xfrm>
          <a:prstGeom prst="rect">
            <a:avLst/>
          </a:prstGeom>
          <a:noFill/>
        </p:spPr>
        <p:txBody>
          <a:bodyPr wrap="none" rtlCol="0">
            <a:spAutoFit/>
          </a:bodyPr>
          <a:lstStyle/>
          <a:p>
            <a:r>
              <a:rPr lang="en-US" dirty="0">
                <a:latin typeface="Garamond" panose="02020404030301010803" pitchFamily="18" charset="0"/>
              </a:rPr>
              <a:t>A </a:t>
            </a:r>
            <a:r>
              <a:rPr lang="en-US" dirty="0">
                <a:latin typeface="Garamond" panose="02020404030301010803" pitchFamily="18" charset="0"/>
                <a:sym typeface="Wingdings" panose="05000000000000000000" pitchFamily="2" charset="2"/>
              </a:rPr>
              <a:t> </a:t>
            </a:r>
            <a:r>
              <a:rPr lang="en-US" b="1" dirty="0">
                <a:solidFill>
                  <a:srgbClr val="C00000"/>
                </a:solidFill>
                <a:latin typeface="Gadugi" panose="020B0502040204020203" pitchFamily="34" charset="0"/>
                <a:ea typeface="Gadugi" panose="020B0502040204020203" pitchFamily="34" charset="0"/>
                <a:sym typeface="Wingdings" panose="05000000000000000000" pitchFamily="2" charset="2"/>
              </a:rPr>
              <a:t>W</a:t>
            </a:r>
            <a:endParaRPr lang="en-US" b="1" dirty="0">
              <a:solidFill>
                <a:srgbClr val="C00000"/>
              </a:solidFill>
              <a:latin typeface="Gadugi" panose="020B0502040204020203" pitchFamily="34" charset="0"/>
              <a:ea typeface="Gadugi" panose="020B0502040204020203" pitchFamily="34" charset="0"/>
            </a:endParaRPr>
          </a:p>
        </p:txBody>
      </p:sp>
      <p:sp>
        <p:nvSpPr>
          <p:cNvPr id="508" name="TextBox 507">
            <a:extLst>
              <a:ext uri="{FF2B5EF4-FFF2-40B4-BE49-F238E27FC236}">
                <a16:creationId xmlns:a16="http://schemas.microsoft.com/office/drawing/2014/main" id="{51CC1D65-76B6-F1EB-3A21-684D8D0DB394}"/>
              </a:ext>
            </a:extLst>
          </p:cNvPr>
          <p:cNvSpPr txBox="1"/>
          <p:nvPr/>
        </p:nvSpPr>
        <p:spPr>
          <a:xfrm>
            <a:off x="1923645" y="4371809"/>
            <a:ext cx="881973" cy="369332"/>
          </a:xfrm>
          <a:prstGeom prst="rect">
            <a:avLst/>
          </a:prstGeom>
          <a:noFill/>
        </p:spPr>
        <p:txBody>
          <a:bodyPr wrap="none" rtlCol="0">
            <a:spAutoFit/>
          </a:bodyPr>
          <a:lstStyle/>
          <a:p>
            <a:r>
              <a:rPr lang="en-US" dirty="0">
                <a:latin typeface="Garamond" panose="02020404030301010803" pitchFamily="18" charset="0"/>
              </a:rPr>
              <a:t>W </a:t>
            </a:r>
            <a:r>
              <a:rPr lang="en-US" dirty="0">
                <a:latin typeface="Garamond" panose="02020404030301010803" pitchFamily="18" charset="0"/>
                <a:sym typeface="Wingdings" panose="05000000000000000000" pitchFamily="2" charset="2"/>
              </a:rPr>
              <a:t> Y</a:t>
            </a:r>
            <a:endParaRPr lang="en-US" dirty="0">
              <a:latin typeface="Garamond" panose="02020404030301010803" pitchFamily="18" charset="0"/>
            </a:endParaRPr>
          </a:p>
        </p:txBody>
      </p:sp>
      <p:sp>
        <p:nvSpPr>
          <p:cNvPr id="512" name="TextBox 511">
            <a:extLst>
              <a:ext uri="{FF2B5EF4-FFF2-40B4-BE49-F238E27FC236}">
                <a16:creationId xmlns:a16="http://schemas.microsoft.com/office/drawing/2014/main" id="{5B526877-85A7-995E-986E-FDE93F2C46CE}"/>
              </a:ext>
            </a:extLst>
          </p:cNvPr>
          <p:cNvSpPr txBox="1"/>
          <p:nvPr/>
        </p:nvSpPr>
        <p:spPr>
          <a:xfrm>
            <a:off x="7950249" y="2697480"/>
            <a:ext cx="846707" cy="369332"/>
          </a:xfrm>
          <a:prstGeom prst="rect">
            <a:avLst/>
          </a:prstGeom>
          <a:noFill/>
        </p:spPr>
        <p:txBody>
          <a:bodyPr wrap="none" rtlCol="0">
            <a:spAutoFit/>
          </a:bodyPr>
          <a:lstStyle/>
          <a:p>
            <a:r>
              <a:rPr lang="en-US" dirty="0">
                <a:latin typeface="Garamond" panose="02020404030301010803" pitchFamily="18" charset="0"/>
              </a:rPr>
              <a:t>U </a:t>
            </a:r>
            <a:r>
              <a:rPr lang="en-US" dirty="0">
                <a:latin typeface="Garamond" panose="02020404030301010803" pitchFamily="18" charset="0"/>
                <a:sym typeface="Wingdings" panose="05000000000000000000" pitchFamily="2" charset="2"/>
              </a:rPr>
              <a:t> A</a:t>
            </a:r>
            <a:endParaRPr lang="en-US" dirty="0">
              <a:latin typeface="Garamond" panose="02020404030301010803" pitchFamily="18" charset="0"/>
            </a:endParaRPr>
          </a:p>
        </p:txBody>
      </p:sp>
      <p:sp>
        <p:nvSpPr>
          <p:cNvPr id="513" name="TextBox 512">
            <a:extLst>
              <a:ext uri="{FF2B5EF4-FFF2-40B4-BE49-F238E27FC236}">
                <a16:creationId xmlns:a16="http://schemas.microsoft.com/office/drawing/2014/main" id="{8F629702-4BD2-EB23-A724-15C7CCDA1603}"/>
              </a:ext>
            </a:extLst>
          </p:cNvPr>
          <p:cNvSpPr txBox="1"/>
          <p:nvPr/>
        </p:nvSpPr>
        <p:spPr>
          <a:xfrm>
            <a:off x="7950249" y="2945130"/>
            <a:ext cx="3421065" cy="369332"/>
          </a:xfrm>
          <a:prstGeom prst="rect">
            <a:avLst/>
          </a:prstGeom>
          <a:noFill/>
        </p:spPr>
        <p:txBody>
          <a:bodyPr wrap="none" rtlCol="0">
            <a:spAutoFit/>
          </a:bodyPr>
          <a:lstStyle/>
          <a:p>
            <a:r>
              <a:rPr lang="en-US" dirty="0">
                <a:latin typeface="Garamond" panose="02020404030301010803" pitchFamily="18" charset="0"/>
              </a:rPr>
              <a:t>U </a:t>
            </a:r>
            <a:r>
              <a:rPr lang="en-US" dirty="0">
                <a:latin typeface="Garamond" panose="02020404030301010803" pitchFamily="18" charset="0"/>
                <a:sym typeface="Wingdings" panose="05000000000000000000" pitchFamily="2" charset="2"/>
              </a:rPr>
              <a:t> B </a:t>
            </a:r>
            <a:r>
              <a:rPr lang="en-US" sz="1400" dirty="0">
                <a:latin typeface="Garamond" panose="02020404030301010803" pitchFamily="18" charset="0"/>
                <a:sym typeface="Wingdings" panose="05000000000000000000" pitchFamily="2" charset="2"/>
              </a:rPr>
              <a:t>(B cannot be placed under A. Why?)</a:t>
            </a:r>
            <a:endParaRPr lang="en-US" sz="1400" dirty="0">
              <a:latin typeface="Garamond" panose="02020404030301010803" pitchFamily="18" charset="0"/>
            </a:endParaRPr>
          </a:p>
        </p:txBody>
      </p:sp>
      <p:sp>
        <p:nvSpPr>
          <p:cNvPr id="514" name="TextBox 513">
            <a:extLst>
              <a:ext uri="{FF2B5EF4-FFF2-40B4-BE49-F238E27FC236}">
                <a16:creationId xmlns:a16="http://schemas.microsoft.com/office/drawing/2014/main" id="{57E32A5A-2A0C-BD54-EAEC-6AC35C0DE737}"/>
              </a:ext>
            </a:extLst>
          </p:cNvPr>
          <p:cNvSpPr txBox="1"/>
          <p:nvPr/>
        </p:nvSpPr>
        <p:spPr>
          <a:xfrm>
            <a:off x="8684525" y="2697480"/>
            <a:ext cx="598241" cy="369332"/>
          </a:xfrm>
          <a:prstGeom prst="rect">
            <a:avLst/>
          </a:prstGeom>
          <a:noFill/>
        </p:spPr>
        <p:txBody>
          <a:bodyPr wrap="none" rtlCol="0">
            <a:spAutoFit/>
          </a:bodyPr>
          <a:lstStyle/>
          <a:p>
            <a:r>
              <a:rPr lang="en-US" dirty="0">
                <a:latin typeface="Garamond" panose="02020404030301010803" pitchFamily="18" charset="0"/>
                <a:sym typeface="Wingdings" panose="05000000000000000000" pitchFamily="2" charset="2"/>
              </a:rPr>
              <a:t> P</a:t>
            </a:r>
            <a:endParaRPr lang="en-US" dirty="0">
              <a:latin typeface="Garamond" panose="02020404030301010803" pitchFamily="18" charset="0"/>
            </a:endParaRPr>
          </a:p>
        </p:txBody>
      </p:sp>
      <p:sp>
        <p:nvSpPr>
          <p:cNvPr id="516" name="TextBox 515">
            <a:extLst>
              <a:ext uri="{FF2B5EF4-FFF2-40B4-BE49-F238E27FC236}">
                <a16:creationId xmlns:a16="http://schemas.microsoft.com/office/drawing/2014/main" id="{EE27BB4A-C443-1E1C-3103-838236941910}"/>
              </a:ext>
            </a:extLst>
          </p:cNvPr>
          <p:cNvSpPr txBox="1"/>
          <p:nvPr/>
        </p:nvSpPr>
        <p:spPr>
          <a:xfrm>
            <a:off x="8007442" y="4371809"/>
            <a:ext cx="881973" cy="369332"/>
          </a:xfrm>
          <a:prstGeom prst="rect">
            <a:avLst/>
          </a:prstGeom>
          <a:noFill/>
        </p:spPr>
        <p:txBody>
          <a:bodyPr wrap="none" rtlCol="0">
            <a:spAutoFit/>
          </a:bodyPr>
          <a:lstStyle/>
          <a:p>
            <a:r>
              <a:rPr lang="en-US" dirty="0">
                <a:latin typeface="Garamond" panose="02020404030301010803" pitchFamily="18" charset="0"/>
              </a:rPr>
              <a:t>W </a:t>
            </a:r>
            <a:r>
              <a:rPr lang="en-US" dirty="0">
                <a:latin typeface="Garamond" panose="02020404030301010803" pitchFamily="18" charset="0"/>
                <a:sym typeface="Wingdings" panose="05000000000000000000" pitchFamily="2" charset="2"/>
              </a:rPr>
              <a:t> Y</a:t>
            </a:r>
            <a:endParaRPr lang="en-US" dirty="0">
              <a:latin typeface="Garamond" panose="02020404030301010803" pitchFamily="18" charset="0"/>
            </a:endParaRPr>
          </a:p>
        </p:txBody>
      </p:sp>
      <p:sp>
        <p:nvSpPr>
          <p:cNvPr id="517" name="TextBox 516">
            <a:extLst>
              <a:ext uri="{FF2B5EF4-FFF2-40B4-BE49-F238E27FC236}">
                <a16:creationId xmlns:a16="http://schemas.microsoft.com/office/drawing/2014/main" id="{4A5A68CF-D74C-040E-1902-2197B76212DA}"/>
              </a:ext>
            </a:extLst>
          </p:cNvPr>
          <p:cNvSpPr txBox="1"/>
          <p:nvPr/>
        </p:nvSpPr>
        <p:spPr>
          <a:xfrm>
            <a:off x="1875049" y="3215698"/>
            <a:ext cx="922047" cy="369332"/>
          </a:xfrm>
          <a:prstGeom prst="rect">
            <a:avLst/>
          </a:prstGeom>
          <a:noFill/>
        </p:spPr>
        <p:txBody>
          <a:bodyPr wrap="none" rtlCol="0">
            <a:spAutoFit/>
          </a:bodyPr>
          <a:lstStyle/>
          <a:p>
            <a:r>
              <a:rPr lang="en-US" dirty="0">
                <a:latin typeface="Garamond" panose="02020404030301010803" pitchFamily="18" charset="0"/>
              </a:rPr>
              <a:t>U </a:t>
            </a:r>
            <a:r>
              <a:rPr lang="en-US" dirty="0">
                <a:latin typeface="Garamond" panose="02020404030301010803" pitchFamily="18" charset="0"/>
                <a:sym typeface="Wingdings" panose="05000000000000000000" pitchFamily="2" charset="2"/>
              </a:rPr>
              <a:t> </a:t>
            </a:r>
            <a:r>
              <a:rPr lang="en-US" b="1" dirty="0">
                <a:solidFill>
                  <a:srgbClr val="C00000"/>
                </a:solidFill>
                <a:latin typeface="Gadugi" panose="020B0502040204020203" pitchFamily="34" charset="0"/>
                <a:ea typeface="Gadugi" panose="020B0502040204020203" pitchFamily="34" charset="0"/>
                <a:sym typeface="Wingdings" panose="05000000000000000000" pitchFamily="2" charset="2"/>
              </a:rPr>
              <a:t>W</a:t>
            </a:r>
            <a:endParaRPr lang="en-US" b="1" dirty="0">
              <a:solidFill>
                <a:srgbClr val="C00000"/>
              </a:solidFill>
              <a:latin typeface="Gadugi" panose="020B0502040204020203" pitchFamily="34" charset="0"/>
              <a:ea typeface="Gadugi" panose="020B0502040204020203" pitchFamily="34" charset="0"/>
            </a:endParaRPr>
          </a:p>
        </p:txBody>
      </p:sp>
      <p:sp>
        <p:nvSpPr>
          <p:cNvPr id="2" name="TextBox 1">
            <a:extLst>
              <a:ext uri="{FF2B5EF4-FFF2-40B4-BE49-F238E27FC236}">
                <a16:creationId xmlns:a16="http://schemas.microsoft.com/office/drawing/2014/main" id="{5AD45F88-9A22-1BE7-7374-1AC691F38214}"/>
              </a:ext>
            </a:extLst>
          </p:cNvPr>
          <p:cNvSpPr txBox="1"/>
          <p:nvPr/>
        </p:nvSpPr>
        <p:spPr>
          <a:xfrm>
            <a:off x="2359342" y="3463348"/>
            <a:ext cx="3273362" cy="830997"/>
          </a:xfrm>
          <a:prstGeom prst="rect">
            <a:avLst/>
          </a:prstGeom>
          <a:noFill/>
        </p:spPr>
        <p:txBody>
          <a:bodyPr wrap="square" rtlCol="0">
            <a:spAutoFit/>
          </a:bodyPr>
          <a:lstStyle/>
          <a:p>
            <a:r>
              <a:rPr lang="en-US" sz="1600" b="1" dirty="0">
                <a:solidFill>
                  <a:srgbClr val="0070C0"/>
                </a:solidFill>
                <a:latin typeface="Garamond" panose="02020404030301010803" pitchFamily="18" charset="0"/>
              </a:rPr>
              <a:t>W is sponsored by U</a:t>
            </a:r>
            <a:r>
              <a:rPr lang="en-US" sz="1600" dirty="0">
                <a:latin typeface="Garamond" panose="02020404030301010803" pitchFamily="18" charset="0"/>
              </a:rPr>
              <a:t>; therefore, </a:t>
            </a:r>
            <a:r>
              <a:rPr lang="en-US" sz="1600" b="1" dirty="0">
                <a:solidFill>
                  <a:srgbClr val="0070C0"/>
                </a:solidFill>
                <a:latin typeface="Garamond" panose="02020404030301010803" pitchFamily="18" charset="0"/>
              </a:rPr>
              <a:t>W </a:t>
            </a:r>
            <a:r>
              <a:rPr lang="en-US" sz="1600" dirty="0">
                <a:latin typeface="Garamond" panose="02020404030301010803" pitchFamily="18" charset="0"/>
              </a:rPr>
              <a:t>is placed under Level 1 of U before the placement can proceed to Level 2. </a:t>
            </a:r>
          </a:p>
        </p:txBody>
      </p:sp>
      <p:sp>
        <p:nvSpPr>
          <p:cNvPr id="3" name="TextBox 2">
            <a:extLst>
              <a:ext uri="{FF2B5EF4-FFF2-40B4-BE49-F238E27FC236}">
                <a16:creationId xmlns:a16="http://schemas.microsoft.com/office/drawing/2014/main" id="{7E797A4E-5F55-4AE3-426F-33867C8056A7}"/>
              </a:ext>
            </a:extLst>
          </p:cNvPr>
          <p:cNvSpPr txBox="1"/>
          <p:nvPr/>
        </p:nvSpPr>
        <p:spPr>
          <a:xfrm>
            <a:off x="8486906" y="3545252"/>
            <a:ext cx="2182617" cy="830997"/>
          </a:xfrm>
          <a:prstGeom prst="rect">
            <a:avLst/>
          </a:prstGeom>
          <a:noFill/>
        </p:spPr>
        <p:txBody>
          <a:bodyPr wrap="square" rtlCol="0">
            <a:spAutoFit/>
          </a:bodyPr>
          <a:lstStyle/>
          <a:p>
            <a:pPr algn="just"/>
            <a:r>
              <a:rPr lang="en-US" sz="1600" b="1" dirty="0">
                <a:solidFill>
                  <a:srgbClr val="0070C0"/>
                </a:solidFill>
                <a:latin typeface="Garamond" panose="02020404030301010803" pitchFamily="18" charset="0"/>
              </a:rPr>
              <a:t>W is sponsored by A</a:t>
            </a:r>
            <a:r>
              <a:rPr lang="en-US" sz="1600" dirty="0">
                <a:latin typeface="Garamond" panose="02020404030301010803" pitchFamily="18" charset="0"/>
              </a:rPr>
              <a:t>. Therefore, </a:t>
            </a:r>
            <a:r>
              <a:rPr lang="en-US" sz="1600" b="1" dirty="0">
                <a:solidFill>
                  <a:srgbClr val="0070C0"/>
                </a:solidFill>
                <a:latin typeface="Garamond" panose="02020404030301010803" pitchFamily="18" charset="0"/>
              </a:rPr>
              <a:t>W </a:t>
            </a:r>
            <a:r>
              <a:rPr lang="en-US" sz="1600" dirty="0">
                <a:latin typeface="Garamond" panose="02020404030301010803" pitchFamily="18" charset="0"/>
              </a:rPr>
              <a:t>is placed under the network of A.</a:t>
            </a:r>
          </a:p>
        </p:txBody>
      </p:sp>
      <p:sp>
        <p:nvSpPr>
          <p:cNvPr id="4" name="TextBox 3">
            <a:extLst>
              <a:ext uri="{FF2B5EF4-FFF2-40B4-BE49-F238E27FC236}">
                <a16:creationId xmlns:a16="http://schemas.microsoft.com/office/drawing/2014/main" id="{D45D2434-EE41-6893-EB1A-43F729A56EE2}"/>
              </a:ext>
            </a:extLst>
          </p:cNvPr>
          <p:cNvSpPr txBox="1"/>
          <p:nvPr/>
        </p:nvSpPr>
        <p:spPr>
          <a:xfrm>
            <a:off x="1885477" y="4711792"/>
            <a:ext cx="2413225" cy="369332"/>
          </a:xfrm>
          <a:prstGeom prst="rect">
            <a:avLst/>
          </a:prstGeom>
          <a:noFill/>
        </p:spPr>
        <p:txBody>
          <a:bodyPr wrap="none" rtlCol="0">
            <a:spAutoFit/>
          </a:bodyPr>
          <a:lstStyle/>
          <a:p>
            <a:r>
              <a:rPr lang="en-US" dirty="0">
                <a:latin typeface="Garamond" panose="02020404030301010803" pitchFamily="18" charset="0"/>
              </a:rPr>
              <a:t>U </a:t>
            </a:r>
            <a:r>
              <a:rPr lang="en-US" dirty="0">
                <a:latin typeface="Garamond" panose="02020404030301010803" pitchFamily="18" charset="0"/>
                <a:sym typeface="Wingdings" panose="05000000000000000000" pitchFamily="2" charset="2"/>
              </a:rPr>
              <a:t> C </a:t>
            </a:r>
            <a:r>
              <a:rPr lang="en-US" sz="1400" dirty="0">
                <a:latin typeface="Garamond" panose="02020404030301010803" pitchFamily="18" charset="0"/>
                <a:sym typeface="Wingdings" panose="05000000000000000000" pitchFamily="2" charset="2"/>
              </a:rPr>
              <a:t>(C is placed under P.)</a:t>
            </a:r>
            <a:endParaRPr lang="en-US" sz="1400" dirty="0">
              <a:latin typeface="Garamond" panose="02020404030301010803" pitchFamily="18" charset="0"/>
            </a:endParaRPr>
          </a:p>
        </p:txBody>
      </p:sp>
      <p:sp>
        <p:nvSpPr>
          <p:cNvPr id="5" name="TextBox 4">
            <a:extLst>
              <a:ext uri="{FF2B5EF4-FFF2-40B4-BE49-F238E27FC236}">
                <a16:creationId xmlns:a16="http://schemas.microsoft.com/office/drawing/2014/main" id="{02B9857D-448F-AC06-1EE9-DA1BA105E9AA}"/>
              </a:ext>
            </a:extLst>
          </p:cNvPr>
          <p:cNvSpPr txBox="1"/>
          <p:nvPr/>
        </p:nvSpPr>
        <p:spPr>
          <a:xfrm>
            <a:off x="2330928" y="5014714"/>
            <a:ext cx="3612672" cy="830997"/>
          </a:xfrm>
          <a:prstGeom prst="rect">
            <a:avLst/>
          </a:prstGeom>
          <a:noFill/>
        </p:spPr>
        <p:txBody>
          <a:bodyPr wrap="square" rtlCol="0">
            <a:spAutoFit/>
          </a:bodyPr>
          <a:lstStyle/>
          <a:p>
            <a:r>
              <a:rPr lang="en-US" sz="1600" b="1" dirty="0">
                <a:solidFill>
                  <a:srgbClr val="0070C0"/>
                </a:solidFill>
                <a:latin typeface="Garamond" panose="02020404030301010803" pitchFamily="18" charset="0"/>
              </a:rPr>
              <a:t>Why C </a:t>
            </a:r>
            <a:r>
              <a:rPr lang="en-US" sz="1600" dirty="0">
                <a:latin typeface="Garamond" panose="02020404030301010803" pitchFamily="18" charset="0"/>
              </a:rPr>
              <a:t>is placed under P? </a:t>
            </a:r>
          </a:p>
          <a:p>
            <a:r>
              <a:rPr lang="en-US" sz="1600" dirty="0">
                <a:latin typeface="Garamond" panose="02020404030301010803" pitchFamily="18" charset="0"/>
              </a:rPr>
              <a:t>P is selected because its date of registration is at advantage   </a:t>
            </a:r>
          </a:p>
        </p:txBody>
      </p:sp>
      <p:sp>
        <p:nvSpPr>
          <p:cNvPr id="6" name="TextBox 5">
            <a:extLst>
              <a:ext uri="{FF2B5EF4-FFF2-40B4-BE49-F238E27FC236}">
                <a16:creationId xmlns:a16="http://schemas.microsoft.com/office/drawing/2014/main" id="{1AA6A318-7872-C34E-A43C-785284D9D814}"/>
              </a:ext>
            </a:extLst>
          </p:cNvPr>
          <p:cNvSpPr txBox="1"/>
          <p:nvPr/>
        </p:nvSpPr>
        <p:spPr>
          <a:xfrm>
            <a:off x="8004747" y="4741141"/>
            <a:ext cx="2413225" cy="369332"/>
          </a:xfrm>
          <a:prstGeom prst="rect">
            <a:avLst/>
          </a:prstGeom>
          <a:noFill/>
        </p:spPr>
        <p:txBody>
          <a:bodyPr wrap="none" rtlCol="0">
            <a:spAutoFit/>
          </a:bodyPr>
          <a:lstStyle/>
          <a:p>
            <a:r>
              <a:rPr lang="en-US" dirty="0">
                <a:latin typeface="Garamond" panose="02020404030301010803" pitchFamily="18" charset="0"/>
              </a:rPr>
              <a:t>U </a:t>
            </a:r>
            <a:r>
              <a:rPr lang="en-US" dirty="0">
                <a:latin typeface="Garamond" panose="02020404030301010803" pitchFamily="18" charset="0"/>
                <a:sym typeface="Wingdings" panose="05000000000000000000" pitchFamily="2" charset="2"/>
              </a:rPr>
              <a:t> C </a:t>
            </a:r>
            <a:r>
              <a:rPr lang="en-US" sz="1400" dirty="0">
                <a:latin typeface="Garamond" panose="02020404030301010803" pitchFamily="18" charset="0"/>
                <a:sym typeface="Wingdings" panose="05000000000000000000" pitchFamily="2" charset="2"/>
              </a:rPr>
              <a:t>(C is placed under P.)</a:t>
            </a:r>
            <a:endParaRPr lang="en-US" sz="1400" dirty="0">
              <a:latin typeface="Garamond" panose="02020404030301010803" pitchFamily="18" charset="0"/>
            </a:endParaRPr>
          </a:p>
        </p:txBody>
      </p:sp>
      <p:sp>
        <p:nvSpPr>
          <p:cNvPr id="7" name="TextBox 6">
            <a:extLst>
              <a:ext uri="{FF2B5EF4-FFF2-40B4-BE49-F238E27FC236}">
                <a16:creationId xmlns:a16="http://schemas.microsoft.com/office/drawing/2014/main" id="{825AC393-B35E-90C2-8A8A-0DB865ED0FAB}"/>
              </a:ext>
            </a:extLst>
          </p:cNvPr>
          <p:cNvSpPr txBox="1"/>
          <p:nvPr/>
        </p:nvSpPr>
        <p:spPr>
          <a:xfrm>
            <a:off x="8450198" y="5044063"/>
            <a:ext cx="3612671" cy="1077218"/>
          </a:xfrm>
          <a:prstGeom prst="rect">
            <a:avLst/>
          </a:prstGeom>
          <a:noFill/>
        </p:spPr>
        <p:txBody>
          <a:bodyPr wrap="square" rtlCol="0">
            <a:spAutoFit/>
          </a:bodyPr>
          <a:lstStyle/>
          <a:p>
            <a:r>
              <a:rPr lang="en-US" sz="1600" b="1" dirty="0">
                <a:solidFill>
                  <a:srgbClr val="0070C0"/>
                </a:solidFill>
                <a:latin typeface="Garamond" panose="02020404030301010803" pitchFamily="18" charset="0"/>
              </a:rPr>
              <a:t>Why C </a:t>
            </a:r>
            <a:r>
              <a:rPr lang="en-US" sz="1600" dirty="0">
                <a:latin typeface="Garamond" panose="02020404030301010803" pitchFamily="18" charset="0"/>
              </a:rPr>
              <a:t>is placed under P? </a:t>
            </a:r>
          </a:p>
          <a:p>
            <a:r>
              <a:rPr lang="en-US" sz="1600" dirty="0">
                <a:latin typeface="Garamond" panose="02020404030301010803" pitchFamily="18" charset="0"/>
              </a:rPr>
              <a:t>P is selected because its date of registration is at advantage   </a:t>
            </a:r>
          </a:p>
          <a:p>
            <a:r>
              <a:rPr lang="en-US" sz="1600" dirty="0">
                <a:latin typeface="Garamond" panose="02020404030301010803" pitchFamily="18" charset="0"/>
              </a:rPr>
              <a:t> </a:t>
            </a:r>
          </a:p>
        </p:txBody>
      </p:sp>
      <p:sp>
        <p:nvSpPr>
          <p:cNvPr id="8" name="TextBox 7">
            <a:extLst>
              <a:ext uri="{FF2B5EF4-FFF2-40B4-BE49-F238E27FC236}">
                <a16:creationId xmlns:a16="http://schemas.microsoft.com/office/drawing/2014/main" id="{29068470-ADFC-47D9-C522-D611986DA3ED}"/>
              </a:ext>
            </a:extLst>
          </p:cNvPr>
          <p:cNvSpPr txBox="1"/>
          <p:nvPr/>
        </p:nvSpPr>
        <p:spPr>
          <a:xfrm>
            <a:off x="1010638" y="1557177"/>
            <a:ext cx="344966" cy="400110"/>
          </a:xfrm>
          <a:prstGeom prst="rect">
            <a:avLst/>
          </a:prstGeom>
          <a:noFill/>
        </p:spPr>
        <p:txBody>
          <a:bodyPr wrap="none" rtlCol="0">
            <a:spAutoFit/>
          </a:bodyPr>
          <a:lstStyle/>
          <a:p>
            <a:r>
              <a:rPr lang="en-US" sz="2000" b="1" dirty="0">
                <a:latin typeface="Gadugi" panose="020B0502040204020203" pitchFamily="34" charset="0"/>
                <a:ea typeface="Gadugi" panose="020B0502040204020203" pitchFamily="34" charset="0"/>
              </a:rPr>
              <a:t>C</a:t>
            </a:r>
          </a:p>
        </p:txBody>
      </p:sp>
      <p:sp>
        <p:nvSpPr>
          <p:cNvPr id="9" name="TextBox 8">
            <a:extLst>
              <a:ext uri="{FF2B5EF4-FFF2-40B4-BE49-F238E27FC236}">
                <a16:creationId xmlns:a16="http://schemas.microsoft.com/office/drawing/2014/main" id="{D295A656-C8B0-939D-46F9-F839B51A9BC4}"/>
              </a:ext>
            </a:extLst>
          </p:cNvPr>
          <p:cNvSpPr txBox="1"/>
          <p:nvPr/>
        </p:nvSpPr>
        <p:spPr>
          <a:xfrm>
            <a:off x="6158742" y="1557177"/>
            <a:ext cx="344966" cy="400110"/>
          </a:xfrm>
          <a:prstGeom prst="rect">
            <a:avLst/>
          </a:prstGeom>
          <a:noFill/>
        </p:spPr>
        <p:txBody>
          <a:bodyPr wrap="none" rtlCol="0">
            <a:spAutoFit/>
          </a:bodyPr>
          <a:lstStyle/>
          <a:p>
            <a:r>
              <a:rPr lang="en-US" sz="2000" b="1" dirty="0">
                <a:latin typeface="Gadugi" panose="020B0502040204020203" pitchFamily="34" charset="0"/>
                <a:ea typeface="Gadugi" panose="020B0502040204020203" pitchFamily="34" charset="0"/>
              </a:rPr>
              <a:t>C</a:t>
            </a:r>
          </a:p>
        </p:txBody>
      </p:sp>
    </p:spTree>
    <p:extLst>
      <p:ext uri="{BB962C8B-B14F-4D97-AF65-F5344CB8AC3E}">
        <p14:creationId xmlns:p14="http://schemas.microsoft.com/office/powerpoint/2010/main" val="110773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repeatCount="indefinite" fill="hold" grpId="0" nodeType="clickEffect">
                                  <p:stCondLst>
                                    <p:cond delay="0"/>
                                  </p:stCondLst>
                                  <p:childTnLst>
                                    <p:set>
                                      <p:cBhvr>
                                        <p:cTn id="6" dur="1" fill="hold">
                                          <p:stCondLst>
                                            <p:cond delay="0"/>
                                          </p:stCondLst>
                                        </p:cTn>
                                        <p:tgtEl>
                                          <p:spTgt spid="487"/>
                                        </p:tgtEl>
                                        <p:attrNameLst>
                                          <p:attrName>style.visibility</p:attrName>
                                        </p:attrNameLst>
                                      </p:cBhvr>
                                      <p:to>
                                        <p:strVal val="visible"/>
                                      </p:to>
                                    </p:set>
                                    <p:anim calcmode="lin" valueType="num">
                                      <p:cBhvr>
                                        <p:cTn id="7" dur="2000" fill="hold"/>
                                        <p:tgtEl>
                                          <p:spTgt spid="487"/>
                                        </p:tgtEl>
                                        <p:attrNameLst>
                                          <p:attrName>ppt_w</p:attrName>
                                        </p:attrNameLst>
                                      </p:cBhvr>
                                      <p:tavLst>
                                        <p:tav tm="0">
                                          <p:val>
                                            <p:fltVal val="0"/>
                                          </p:val>
                                        </p:tav>
                                        <p:tav tm="100000">
                                          <p:val>
                                            <p:strVal val="#ppt_w"/>
                                          </p:val>
                                        </p:tav>
                                      </p:tavLst>
                                    </p:anim>
                                    <p:anim calcmode="lin" valueType="num">
                                      <p:cBhvr>
                                        <p:cTn id="8" dur="2000" fill="hold"/>
                                        <p:tgtEl>
                                          <p:spTgt spid="487"/>
                                        </p:tgtEl>
                                        <p:attrNameLst>
                                          <p:attrName>ppt_h</p:attrName>
                                        </p:attrNameLst>
                                      </p:cBhvr>
                                      <p:tavLst>
                                        <p:tav tm="0">
                                          <p:val>
                                            <p:fltVal val="0"/>
                                          </p:val>
                                        </p:tav>
                                        <p:tav tm="100000">
                                          <p:val>
                                            <p:strVal val="#ppt_h"/>
                                          </p:val>
                                        </p:tav>
                                      </p:tavLst>
                                    </p:anim>
                                    <p:anim calcmode="lin" valueType="num">
                                      <p:cBhvr>
                                        <p:cTn id="9" dur="2000" fill="hold"/>
                                        <p:tgtEl>
                                          <p:spTgt spid="487"/>
                                        </p:tgtEl>
                                        <p:attrNameLst>
                                          <p:attrName>style.rotation</p:attrName>
                                        </p:attrNameLst>
                                      </p:cBhvr>
                                      <p:tavLst>
                                        <p:tav tm="0">
                                          <p:val>
                                            <p:fltVal val="90"/>
                                          </p:val>
                                        </p:tav>
                                        <p:tav tm="100000">
                                          <p:val>
                                            <p:fltVal val="0"/>
                                          </p:val>
                                        </p:tav>
                                      </p:tavLst>
                                    </p:anim>
                                    <p:animEffect transition="in" filter="fade">
                                      <p:cBhvr>
                                        <p:cTn id="10" dur="2000"/>
                                        <p:tgtEl>
                                          <p:spTgt spid="487"/>
                                        </p:tgtEl>
                                      </p:cBhvr>
                                    </p:animEffect>
                                  </p:childTnLst>
                                </p:cTn>
                              </p:par>
                              <p:par>
                                <p:cTn id="11" presetID="31" presetClass="entr" presetSubtype="0" repeatCount="indefinite" fill="hold" grpId="0" nodeType="withEffect">
                                  <p:stCondLst>
                                    <p:cond delay="0"/>
                                  </p:stCondLst>
                                  <p:childTnLst>
                                    <p:set>
                                      <p:cBhvr>
                                        <p:cTn id="12" dur="1" fill="hold">
                                          <p:stCondLst>
                                            <p:cond delay="0"/>
                                          </p:stCondLst>
                                        </p:cTn>
                                        <p:tgtEl>
                                          <p:spTgt spid="325"/>
                                        </p:tgtEl>
                                        <p:attrNameLst>
                                          <p:attrName>style.visibility</p:attrName>
                                        </p:attrNameLst>
                                      </p:cBhvr>
                                      <p:to>
                                        <p:strVal val="visible"/>
                                      </p:to>
                                    </p:set>
                                    <p:anim calcmode="lin" valueType="num">
                                      <p:cBhvr>
                                        <p:cTn id="13" dur="2000" fill="hold"/>
                                        <p:tgtEl>
                                          <p:spTgt spid="325"/>
                                        </p:tgtEl>
                                        <p:attrNameLst>
                                          <p:attrName>ppt_w</p:attrName>
                                        </p:attrNameLst>
                                      </p:cBhvr>
                                      <p:tavLst>
                                        <p:tav tm="0">
                                          <p:val>
                                            <p:fltVal val="0"/>
                                          </p:val>
                                        </p:tav>
                                        <p:tav tm="100000">
                                          <p:val>
                                            <p:strVal val="#ppt_w"/>
                                          </p:val>
                                        </p:tav>
                                      </p:tavLst>
                                    </p:anim>
                                    <p:anim calcmode="lin" valueType="num">
                                      <p:cBhvr>
                                        <p:cTn id="14" dur="2000" fill="hold"/>
                                        <p:tgtEl>
                                          <p:spTgt spid="325"/>
                                        </p:tgtEl>
                                        <p:attrNameLst>
                                          <p:attrName>ppt_h</p:attrName>
                                        </p:attrNameLst>
                                      </p:cBhvr>
                                      <p:tavLst>
                                        <p:tav tm="0">
                                          <p:val>
                                            <p:fltVal val="0"/>
                                          </p:val>
                                        </p:tav>
                                        <p:tav tm="100000">
                                          <p:val>
                                            <p:strVal val="#ppt_h"/>
                                          </p:val>
                                        </p:tav>
                                      </p:tavLst>
                                    </p:anim>
                                    <p:anim calcmode="lin" valueType="num">
                                      <p:cBhvr>
                                        <p:cTn id="15" dur="2000" fill="hold"/>
                                        <p:tgtEl>
                                          <p:spTgt spid="325"/>
                                        </p:tgtEl>
                                        <p:attrNameLst>
                                          <p:attrName>style.rotation</p:attrName>
                                        </p:attrNameLst>
                                      </p:cBhvr>
                                      <p:tavLst>
                                        <p:tav tm="0">
                                          <p:val>
                                            <p:fltVal val="90"/>
                                          </p:val>
                                        </p:tav>
                                        <p:tav tm="100000">
                                          <p:val>
                                            <p:fltVal val="0"/>
                                          </p:val>
                                        </p:tav>
                                      </p:tavLst>
                                    </p:anim>
                                    <p:animEffect transition="in" filter="fade">
                                      <p:cBhvr>
                                        <p:cTn id="16" dur="2000"/>
                                        <p:tgtEl>
                                          <p:spTgt spid="325"/>
                                        </p:tgtEl>
                                      </p:cBhvr>
                                    </p:animEffect>
                                  </p:childTnLst>
                                </p:cTn>
                              </p:par>
                              <p:par>
                                <p:cTn id="17" presetID="31" presetClass="entr" presetSubtype="0" repeatCount="indefinite" fill="hold" grpId="0" nodeType="withEffect">
                                  <p:stCondLst>
                                    <p:cond delay="0"/>
                                  </p:stCondLst>
                                  <p:childTnLst>
                                    <p:set>
                                      <p:cBhvr>
                                        <p:cTn id="18" dur="1" fill="hold">
                                          <p:stCondLst>
                                            <p:cond delay="0"/>
                                          </p:stCondLst>
                                        </p:cTn>
                                        <p:tgtEl>
                                          <p:spTgt spid="512"/>
                                        </p:tgtEl>
                                        <p:attrNameLst>
                                          <p:attrName>style.visibility</p:attrName>
                                        </p:attrNameLst>
                                      </p:cBhvr>
                                      <p:to>
                                        <p:strVal val="visible"/>
                                      </p:to>
                                    </p:set>
                                    <p:anim calcmode="lin" valueType="num">
                                      <p:cBhvr>
                                        <p:cTn id="19" dur="2000" fill="hold"/>
                                        <p:tgtEl>
                                          <p:spTgt spid="512"/>
                                        </p:tgtEl>
                                        <p:attrNameLst>
                                          <p:attrName>ppt_w</p:attrName>
                                        </p:attrNameLst>
                                      </p:cBhvr>
                                      <p:tavLst>
                                        <p:tav tm="0">
                                          <p:val>
                                            <p:fltVal val="0"/>
                                          </p:val>
                                        </p:tav>
                                        <p:tav tm="100000">
                                          <p:val>
                                            <p:strVal val="#ppt_w"/>
                                          </p:val>
                                        </p:tav>
                                      </p:tavLst>
                                    </p:anim>
                                    <p:anim calcmode="lin" valueType="num">
                                      <p:cBhvr>
                                        <p:cTn id="20" dur="2000" fill="hold"/>
                                        <p:tgtEl>
                                          <p:spTgt spid="512"/>
                                        </p:tgtEl>
                                        <p:attrNameLst>
                                          <p:attrName>ppt_h</p:attrName>
                                        </p:attrNameLst>
                                      </p:cBhvr>
                                      <p:tavLst>
                                        <p:tav tm="0">
                                          <p:val>
                                            <p:fltVal val="0"/>
                                          </p:val>
                                        </p:tav>
                                        <p:tav tm="100000">
                                          <p:val>
                                            <p:strVal val="#ppt_h"/>
                                          </p:val>
                                        </p:tav>
                                      </p:tavLst>
                                    </p:anim>
                                    <p:anim calcmode="lin" valueType="num">
                                      <p:cBhvr>
                                        <p:cTn id="21" dur="2000" fill="hold"/>
                                        <p:tgtEl>
                                          <p:spTgt spid="512"/>
                                        </p:tgtEl>
                                        <p:attrNameLst>
                                          <p:attrName>style.rotation</p:attrName>
                                        </p:attrNameLst>
                                      </p:cBhvr>
                                      <p:tavLst>
                                        <p:tav tm="0">
                                          <p:val>
                                            <p:fltVal val="90"/>
                                          </p:val>
                                        </p:tav>
                                        <p:tav tm="100000">
                                          <p:val>
                                            <p:fltVal val="0"/>
                                          </p:val>
                                        </p:tav>
                                      </p:tavLst>
                                    </p:anim>
                                    <p:animEffect transition="in" filter="fade">
                                      <p:cBhvr>
                                        <p:cTn id="22" dur="2000"/>
                                        <p:tgtEl>
                                          <p:spTgt spid="512"/>
                                        </p:tgtEl>
                                      </p:cBhvr>
                                    </p:animEffect>
                                  </p:childTnLst>
                                </p:cTn>
                              </p:par>
                              <p:par>
                                <p:cTn id="23" presetID="31" presetClass="entr" presetSubtype="0" repeatCount="indefinite" fill="hold" grpId="0" nodeType="withEffect">
                                  <p:stCondLst>
                                    <p:cond delay="0"/>
                                  </p:stCondLst>
                                  <p:childTnLst>
                                    <p:set>
                                      <p:cBhvr>
                                        <p:cTn id="24" dur="1" fill="hold">
                                          <p:stCondLst>
                                            <p:cond delay="0"/>
                                          </p:stCondLst>
                                        </p:cTn>
                                        <p:tgtEl>
                                          <p:spTgt spid="504"/>
                                        </p:tgtEl>
                                        <p:attrNameLst>
                                          <p:attrName>style.visibility</p:attrName>
                                        </p:attrNameLst>
                                      </p:cBhvr>
                                      <p:to>
                                        <p:strVal val="visible"/>
                                      </p:to>
                                    </p:set>
                                    <p:anim calcmode="lin" valueType="num">
                                      <p:cBhvr>
                                        <p:cTn id="25" dur="2000" fill="hold"/>
                                        <p:tgtEl>
                                          <p:spTgt spid="504"/>
                                        </p:tgtEl>
                                        <p:attrNameLst>
                                          <p:attrName>ppt_w</p:attrName>
                                        </p:attrNameLst>
                                      </p:cBhvr>
                                      <p:tavLst>
                                        <p:tav tm="0">
                                          <p:val>
                                            <p:fltVal val="0"/>
                                          </p:val>
                                        </p:tav>
                                        <p:tav tm="100000">
                                          <p:val>
                                            <p:strVal val="#ppt_w"/>
                                          </p:val>
                                        </p:tav>
                                      </p:tavLst>
                                    </p:anim>
                                    <p:anim calcmode="lin" valueType="num">
                                      <p:cBhvr>
                                        <p:cTn id="26" dur="2000" fill="hold"/>
                                        <p:tgtEl>
                                          <p:spTgt spid="504"/>
                                        </p:tgtEl>
                                        <p:attrNameLst>
                                          <p:attrName>ppt_h</p:attrName>
                                        </p:attrNameLst>
                                      </p:cBhvr>
                                      <p:tavLst>
                                        <p:tav tm="0">
                                          <p:val>
                                            <p:fltVal val="0"/>
                                          </p:val>
                                        </p:tav>
                                        <p:tav tm="100000">
                                          <p:val>
                                            <p:strVal val="#ppt_h"/>
                                          </p:val>
                                        </p:tav>
                                      </p:tavLst>
                                    </p:anim>
                                    <p:anim calcmode="lin" valueType="num">
                                      <p:cBhvr>
                                        <p:cTn id="27" dur="2000" fill="hold"/>
                                        <p:tgtEl>
                                          <p:spTgt spid="504"/>
                                        </p:tgtEl>
                                        <p:attrNameLst>
                                          <p:attrName>style.rotation</p:attrName>
                                        </p:attrNameLst>
                                      </p:cBhvr>
                                      <p:tavLst>
                                        <p:tav tm="0">
                                          <p:val>
                                            <p:fltVal val="90"/>
                                          </p:val>
                                        </p:tav>
                                        <p:tav tm="100000">
                                          <p:val>
                                            <p:fltVal val="0"/>
                                          </p:val>
                                        </p:tav>
                                      </p:tavLst>
                                    </p:anim>
                                    <p:animEffect transition="in" filter="fade">
                                      <p:cBhvr>
                                        <p:cTn id="28" dur="2000"/>
                                        <p:tgtEl>
                                          <p:spTgt spid="504"/>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repeatCount="indefinite" fill="hold" grpId="0" nodeType="clickEffect">
                                  <p:stCondLst>
                                    <p:cond delay="0"/>
                                  </p:stCondLst>
                                  <p:childTnLst>
                                    <p:set>
                                      <p:cBhvr>
                                        <p:cTn id="32" dur="1" fill="hold">
                                          <p:stCondLst>
                                            <p:cond delay="0"/>
                                          </p:stCondLst>
                                        </p:cTn>
                                        <p:tgtEl>
                                          <p:spTgt spid="493"/>
                                        </p:tgtEl>
                                        <p:attrNameLst>
                                          <p:attrName>style.visibility</p:attrName>
                                        </p:attrNameLst>
                                      </p:cBhvr>
                                      <p:to>
                                        <p:strVal val="visible"/>
                                      </p:to>
                                    </p:set>
                                    <p:animEffect transition="in" filter="fade">
                                      <p:cBhvr>
                                        <p:cTn id="33" dur="2000"/>
                                        <p:tgtEl>
                                          <p:spTgt spid="493"/>
                                        </p:tgtEl>
                                      </p:cBhvr>
                                    </p:animEffect>
                                    <p:anim calcmode="lin" valueType="num">
                                      <p:cBhvr>
                                        <p:cTn id="34" dur="2000" fill="hold"/>
                                        <p:tgtEl>
                                          <p:spTgt spid="493"/>
                                        </p:tgtEl>
                                        <p:attrNameLst>
                                          <p:attrName>ppt_x</p:attrName>
                                        </p:attrNameLst>
                                      </p:cBhvr>
                                      <p:tavLst>
                                        <p:tav tm="0">
                                          <p:val>
                                            <p:strVal val="#ppt_x"/>
                                          </p:val>
                                        </p:tav>
                                        <p:tav tm="100000">
                                          <p:val>
                                            <p:strVal val="#ppt_x"/>
                                          </p:val>
                                        </p:tav>
                                      </p:tavLst>
                                    </p:anim>
                                    <p:anim calcmode="lin" valueType="num">
                                      <p:cBhvr>
                                        <p:cTn id="35" dur="2000" fill="hold"/>
                                        <p:tgtEl>
                                          <p:spTgt spid="493"/>
                                        </p:tgtEl>
                                        <p:attrNameLst>
                                          <p:attrName>ppt_y</p:attrName>
                                        </p:attrNameLst>
                                      </p:cBhvr>
                                      <p:tavLst>
                                        <p:tav tm="0">
                                          <p:val>
                                            <p:strVal val="#ppt_y+.1"/>
                                          </p:val>
                                        </p:tav>
                                        <p:tav tm="100000">
                                          <p:val>
                                            <p:strVal val="#ppt_y"/>
                                          </p:val>
                                        </p:tav>
                                      </p:tavLst>
                                    </p:anim>
                                  </p:childTnLst>
                                </p:cTn>
                              </p:par>
                              <p:par>
                                <p:cTn id="36" presetID="42" presetClass="entr" presetSubtype="0" repeatCount="indefinite" fill="hold" grpId="0" nodeType="withEffect">
                                  <p:stCondLst>
                                    <p:cond delay="0"/>
                                  </p:stCondLst>
                                  <p:childTnLst>
                                    <p:set>
                                      <p:cBhvr>
                                        <p:cTn id="37" dur="1" fill="hold">
                                          <p:stCondLst>
                                            <p:cond delay="0"/>
                                          </p:stCondLst>
                                        </p:cTn>
                                        <p:tgtEl>
                                          <p:spTgt spid="489"/>
                                        </p:tgtEl>
                                        <p:attrNameLst>
                                          <p:attrName>style.visibility</p:attrName>
                                        </p:attrNameLst>
                                      </p:cBhvr>
                                      <p:to>
                                        <p:strVal val="visible"/>
                                      </p:to>
                                    </p:set>
                                    <p:animEffect transition="in" filter="fade">
                                      <p:cBhvr>
                                        <p:cTn id="38" dur="2000"/>
                                        <p:tgtEl>
                                          <p:spTgt spid="489"/>
                                        </p:tgtEl>
                                      </p:cBhvr>
                                    </p:animEffect>
                                    <p:anim calcmode="lin" valueType="num">
                                      <p:cBhvr>
                                        <p:cTn id="39" dur="2000" fill="hold"/>
                                        <p:tgtEl>
                                          <p:spTgt spid="489"/>
                                        </p:tgtEl>
                                        <p:attrNameLst>
                                          <p:attrName>ppt_x</p:attrName>
                                        </p:attrNameLst>
                                      </p:cBhvr>
                                      <p:tavLst>
                                        <p:tav tm="0">
                                          <p:val>
                                            <p:strVal val="#ppt_x"/>
                                          </p:val>
                                        </p:tav>
                                        <p:tav tm="100000">
                                          <p:val>
                                            <p:strVal val="#ppt_x"/>
                                          </p:val>
                                        </p:tav>
                                      </p:tavLst>
                                    </p:anim>
                                    <p:anim calcmode="lin" valueType="num">
                                      <p:cBhvr>
                                        <p:cTn id="40" dur="2000" fill="hold"/>
                                        <p:tgtEl>
                                          <p:spTgt spid="489"/>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505"/>
                                        </p:tgtEl>
                                        <p:attrNameLst>
                                          <p:attrName>style.visibility</p:attrName>
                                        </p:attrNameLst>
                                      </p:cBhvr>
                                      <p:to>
                                        <p:strVal val="visible"/>
                                      </p:to>
                                    </p:set>
                                    <p:animEffect transition="in" filter="fade">
                                      <p:cBhvr>
                                        <p:cTn id="43" dur="1000"/>
                                        <p:tgtEl>
                                          <p:spTgt spid="505"/>
                                        </p:tgtEl>
                                      </p:cBhvr>
                                    </p:animEffect>
                                    <p:anim calcmode="lin" valueType="num">
                                      <p:cBhvr>
                                        <p:cTn id="44" dur="1000" fill="hold"/>
                                        <p:tgtEl>
                                          <p:spTgt spid="505"/>
                                        </p:tgtEl>
                                        <p:attrNameLst>
                                          <p:attrName>ppt_x</p:attrName>
                                        </p:attrNameLst>
                                      </p:cBhvr>
                                      <p:tavLst>
                                        <p:tav tm="0">
                                          <p:val>
                                            <p:strVal val="#ppt_x"/>
                                          </p:val>
                                        </p:tav>
                                        <p:tav tm="100000">
                                          <p:val>
                                            <p:strVal val="#ppt_x"/>
                                          </p:val>
                                        </p:tav>
                                      </p:tavLst>
                                    </p:anim>
                                    <p:anim calcmode="lin" valueType="num">
                                      <p:cBhvr>
                                        <p:cTn id="45" dur="1000" fill="hold"/>
                                        <p:tgtEl>
                                          <p:spTgt spid="505"/>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513"/>
                                        </p:tgtEl>
                                        <p:attrNameLst>
                                          <p:attrName>style.visibility</p:attrName>
                                        </p:attrNameLst>
                                      </p:cBhvr>
                                      <p:to>
                                        <p:strVal val="visible"/>
                                      </p:to>
                                    </p:set>
                                    <p:animEffect transition="in" filter="fade">
                                      <p:cBhvr>
                                        <p:cTn id="48" dur="1000"/>
                                        <p:tgtEl>
                                          <p:spTgt spid="513"/>
                                        </p:tgtEl>
                                      </p:cBhvr>
                                    </p:animEffect>
                                    <p:anim calcmode="lin" valueType="num">
                                      <p:cBhvr>
                                        <p:cTn id="49" dur="1000" fill="hold"/>
                                        <p:tgtEl>
                                          <p:spTgt spid="513"/>
                                        </p:tgtEl>
                                        <p:attrNameLst>
                                          <p:attrName>ppt_x</p:attrName>
                                        </p:attrNameLst>
                                      </p:cBhvr>
                                      <p:tavLst>
                                        <p:tav tm="0">
                                          <p:val>
                                            <p:strVal val="#ppt_x"/>
                                          </p:val>
                                        </p:tav>
                                        <p:tav tm="100000">
                                          <p:val>
                                            <p:strVal val="#ppt_x"/>
                                          </p:val>
                                        </p:tav>
                                      </p:tavLst>
                                    </p:anim>
                                    <p:anim calcmode="lin" valueType="num">
                                      <p:cBhvr>
                                        <p:cTn id="50" dur="1000" fill="hold"/>
                                        <p:tgtEl>
                                          <p:spTgt spid="513"/>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501"/>
                                        </p:tgtEl>
                                        <p:attrNameLst>
                                          <p:attrName>style.visibility</p:attrName>
                                        </p:attrNameLst>
                                      </p:cBhvr>
                                      <p:to>
                                        <p:strVal val="visible"/>
                                      </p:to>
                                    </p:set>
                                    <p:animEffect transition="in" filter="fade">
                                      <p:cBhvr>
                                        <p:cTn id="55" dur="1000"/>
                                        <p:tgtEl>
                                          <p:spTgt spid="501"/>
                                        </p:tgtEl>
                                      </p:cBhvr>
                                    </p:animEffect>
                                    <p:anim calcmode="lin" valueType="num">
                                      <p:cBhvr>
                                        <p:cTn id="56" dur="1000" fill="hold"/>
                                        <p:tgtEl>
                                          <p:spTgt spid="501"/>
                                        </p:tgtEl>
                                        <p:attrNameLst>
                                          <p:attrName>ppt_x</p:attrName>
                                        </p:attrNameLst>
                                      </p:cBhvr>
                                      <p:tavLst>
                                        <p:tav tm="0">
                                          <p:val>
                                            <p:strVal val="#ppt_x"/>
                                          </p:val>
                                        </p:tav>
                                        <p:tav tm="100000">
                                          <p:val>
                                            <p:strVal val="#ppt_x"/>
                                          </p:val>
                                        </p:tav>
                                      </p:tavLst>
                                    </p:anim>
                                    <p:anim calcmode="lin" valueType="num">
                                      <p:cBhvr>
                                        <p:cTn id="57" dur="1000" fill="hold"/>
                                        <p:tgtEl>
                                          <p:spTgt spid="50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514"/>
                                        </p:tgtEl>
                                        <p:attrNameLst>
                                          <p:attrName>style.visibility</p:attrName>
                                        </p:attrNameLst>
                                      </p:cBhvr>
                                      <p:to>
                                        <p:strVal val="visible"/>
                                      </p:to>
                                    </p:set>
                                    <p:animEffect transition="in" filter="fade">
                                      <p:cBhvr>
                                        <p:cTn id="60" dur="1000"/>
                                        <p:tgtEl>
                                          <p:spTgt spid="514"/>
                                        </p:tgtEl>
                                      </p:cBhvr>
                                    </p:animEffect>
                                    <p:anim calcmode="lin" valueType="num">
                                      <p:cBhvr>
                                        <p:cTn id="61" dur="1000" fill="hold"/>
                                        <p:tgtEl>
                                          <p:spTgt spid="514"/>
                                        </p:tgtEl>
                                        <p:attrNameLst>
                                          <p:attrName>ppt_x</p:attrName>
                                        </p:attrNameLst>
                                      </p:cBhvr>
                                      <p:tavLst>
                                        <p:tav tm="0">
                                          <p:val>
                                            <p:strVal val="#ppt_x"/>
                                          </p:val>
                                        </p:tav>
                                        <p:tav tm="100000">
                                          <p:val>
                                            <p:strVal val="#ppt_x"/>
                                          </p:val>
                                        </p:tav>
                                      </p:tavLst>
                                    </p:anim>
                                    <p:anim calcmode="lin" valueType="num">
                                      <p:cBhvr>
                                        <p:cTn id="62" dur="1000" fill="hold"/>
                                        <p:tgtEl>
                                          <p:spTgt spid="51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499"/>
                                        </p:tgtEl>
                                        <p:attrNameLst>
                                          <p:attrName>style.visibility</p:attrName>
                                        </p:attrNameLst>
                                      </p:cBhvr>
                                      <p:to>
                                        <p:strVal val="visible"/>
                                      </p:to>
                                    </p:set>
                                    <p:animEffect transition="in" filter="fade">
                                      <p:cBhvr>
                                        <p:cTn id="65" dur="1000"/>
                                        <p:tgtEl>
                                          <p:spTgt spid="499"/>
                                        </p:tgtEl>
                                      </p:cBhvr>
                                    </p:animEffect>
                                    <p:anim calcmode="lin" valueType="num">
                                      <p:cBhvr>
                                        <p:cTn id="66" dur="1000" fill="hold"/>
                                        <p:tgtEl>
                                          <p:spTgt spid="499"/>
                                        </p:tgtEl>
                                        <p:attrNameLst>
                                          <p:attrName>ppt_x</p:attrName>
                                        </p:attrNameLst>
                                      </p:cBhvr>
                                      <p:tavLst>
                                        <p:tav tm="0">
                                          <p:val>
                                            <p:strVal val="#ppt_x"/>
                                          </p:val>
                                        </p:tav>
                                        <p:tav tm="100000">
                                          <p:val>
                                            <p:strVal val="#ppt_x"/>
                                          </p:val>
                                        </p:tav>
                                      </p:tavLst>
                                    </p:anim>
                                    <p:anim calcmode="lin" valueType="num">
                                      <p:cBhvr>
                                        <p:cTn id="67" dur="1000" fill="hold"/>
                                        <p:tgtEl>
                                          <p:spTgt spid="499"/>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506"/>
                                        </p:tgtEl>
                                        <p:attrNameLst>
                                          <p:attrName>style.visibility</p:attrName>
                                        </p:attrNameLst>
                                      </p:cBhvr>
                                      <p:to>
                                        <p:strVal val="visible"/>
                                      </p:to>
                                    </p:set>
                                    <p:animEffect transition="in" filter="fade">
                                      <p:cBhvr>
                                        <p:cTn id="70" dur="1000"/>
                                        <p:tgtEl>
                                          <p:spTgt spid="506"/>
                                        </p:tgtEl>
                                      </p:cBhvr>
                                    </p:animEffect>
                                    <p:anim calcmode="lin" valueType="num">
                                      <p:cBhvr>
                                        <p:cTn id="71" dur="1000" fill="hold"/>
                                        <p:tgtEl>
                                          <p:spTgt spid="506"/>
                                        </p:tgtEl>
                                        <p:attrNameLst>
                                          <p:attrName>ppt_x</p:attrName>
                                        </p:attrNameLst>
                                      </p:cBhvr>
                                      <p:tavLst>
                                        <p:tav tm="0">
                                          <p:val>
                                            <p:strVal val="#ppt_x"/>
                                          </p:val>
                                        </p:tav>
                                        <p:tav tm="100000">
                                          <p:val>
                                            <p:strVal val="#ppt_x"/>
                                          </p:val>
                                        </p:tav>
                                      </p:tavLst>
                                    </p:anim>
                                    <p:anim calcmode="lin" valueType="num">
                                      <p:cBhvr>
                                        <p:cTn id="72" dur="1000" fill="hold"/>
                                        <p:tgtEl>
                                          <p:spTgt spid="50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1" presetClass="entr" presetSubtype="0" repeatCount="indefinite" fill="hold" grpId="0" nodeType="clickEffect">
                                  <p:stCondLst>
                                    <p:cond delay="0"/>
                                  </p:stCondLst>
                                  <p:childTnLst>
                                    <p:set>
                                      <p:cBhvr>
                                        <p:cTn id="76" dur="1" fill="hold">
                                          <p:stCondLst>
                                            <p:cond delay="0"/>
                                          </p:stCondLst>
                                        </p:cTn>
                                        <p:tgtEl>
                                          <p:spTgt spid="495"/>
                                        </p:tgtEl>
                                        <p:attrNameLst>
                                          <p:attrName>style.visibility</p:attrName>
                                        </p:attrNameLst>
                                      </p:cBhvr>
                                      <p:to>
                                        <p:strVal val="visible"/>
                                      </p:to>
                                    </p:set>
                                    <p:anim calcmode="lin" valueType="num">
                                      <p:cBhvr>
                                        <p:cTn id="77" dur="1000" fill="hold"/>
                                        <p:tgtEl>
                                          <p:spTgt spid="495"/>
                                        </p:tgtEl>
                                        <p:attrNameLst>
                                          <p:attrName>ppt_w</p:attrName>
                                        </p:attrNameLst>
                                      </p:cBhvr>
                                      <p:tavLst>
                                        <p:tav tm="0">
                                          <p:val>
                                            <p:fltVal val="0"/>
                                          </p:val>
                                        </p:tav>
                                        <p:tav tm="100000">
                                          <p:val>
                                            <p:strVal val="#ppt_w"/>
                                          </p:val>
                                        </p:tav>
                                      </p:tavLst>
                                    </p:anim>
                                    <p:anim calcmode="lin" valueType="num">
                                      <p:cBhvr>
                                        <p:cTn id="78" dur="1000" fill="hold"/>
                                        <p:tgtEl>
                                          <p:spTgt spid="495"/>
                                        </p:tgtEl>
                                        <p:attrNameLst>
                                          <p:attrName>ppt_h</p:attrName>
                                        </p:attrNameLst>
                                      </p:cBhvr>
                                      <p:tavLst>
                                        <p:tav tm="0">
                                          <p:val>
                                            <p:fltVal val="0"/>
                                          </p:val>
                                        </p:tav>
                                        <p:tav tm="100000">
                                          <p:val>
                                            <p:strVal val="#ppt_h"/>
                                          </p:val>
                                        </p:tav>
                                      </p:tavLst>
                                    </p:anim>
                                    <p:anim calcmode="lin" valueType="num">
                                      <p:cBhvr>
                                        <p:cTn id="79" dur="1000" fill="hold"/>
                                        <p:tgtEl>
                                          <p:spTgt spid="495"/>
                                        </p:tgtEl>
                                        <p:attrNameLst>
                                          <p:attrName>style.rotation</p:attrName>
                                        </p:attrNameLst>
                                      </p:cBhvr>
                                      <p:tavLst>
                                        <p:tav tm="0">
                                          <p:val>
                                            <p:fltVal val="90"/>
                                          </p:val>
                                        </p:tav>
                                        <p:tav tm="100000">
                                          <p:val>
                                            <p:fltVal val="0"/>
                                          </p:val>
                                        </p:tav>
                                      </p:tavLst>
                                    </p:anim>
                                    <p:animEffect transition="in" filter="fade">
                                      <p:cBhvr>
                                        <p:cTn id="80" dur="1000"/>
                                        <p:tgtEl>
                                          <p:spTgt spid="495"/>
                                        </p:tgtEl>
                                      </p:cBhvr>
                                    </p:animEffect>
                                  </p:childTnLst>
                                </p:cTn>
                              </p:par>
                              <p:par>
                                <p:cTn id="81" presetID="42" presetClass="entr" presetSubtype="0" fill="hold" grpId="0" nodeType="withEffect">
                                  <p:stCondLst>
                                    <p:cond delay="0"/>
                                  </p:stCondLst>
                                  <p:childTnLst>
                                    <p:set>
                                      <p:cBhvr>
                                        <p:cTn id="82" dur="1" fill="hold">
                                          <p:stCondLst>
                                            <p:cond delay="0"/>
                                          </p:stCondLst>
                                        </p:cTn>
                                        <p:tgtEl>
                                          <p:spTgt spid="507"/>
                                        </p:tgtEl>
                                        <p:attrNameLst>
                                          <p:attrName>style.visibility</p:attrName>
                                        </p:attrNameLst>
                                      </p:cBhvr>
                                      <p:to>
                                        <p:strVal val="visible"/>
                                      </p:to>
                                    </p:set>
                                    <p:animEffect transition="in" filter="fade">
                                      <p:cBhvr>
                                        <p:cTn id="83" dur="1000"/>
                                        <p:tgtEl>
                                          <p:spTgt spid="507"/>
                                        </p:tgtEl>
                                      </p:cBhvr>
                                    </p:animEffect>
                                    <p:anim calcmode="lin" valueType="num">
                                      <p:cBhvr>
                                        <p:cTn id="84" dur="1000" fill="hold"/>
                                        <p:tgtEl>
                                          <p:spTgt spid="507"/>
                                        </p:tgtEl>
                                        <p:attrNameLst>
                                          <p:attrName>ppt_x</p:attrName>
                                        </p:attrNameLst>
                                      </p:cBhvr>
                                      <p:tavLst>
                                        <p:tav tm="0">
                                          <p:val>
                                            <p:strVal val="#ppt_x"/>
                                          </p:val>
                                        </p:tav>
                                        <p:tav tm="100000">
                                          <p:val>
                                            <p:strVal val="#ppt_x"/>
                                          </p:val>
                                        </p:tav>
                                      </p:tavLst>
                                    </p:anim>
                                    <p:anim calcmode="lin" valueType="num">
                                      <p:cBhvr>
                                        <p:cTn id="85" dur="1000" fill="hold"/>
                                        <p:tgtEl>
                                          <p:spTgt spid="507"/>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517"/>
                                        </p:tgtEl>
                                        <p:attrNameLst>
                                          <p:attrName>style.visibility</p:attrName>
                                        </p:attrNameLst>
                                      </p:cBhvr>
                                      <p:to>
                                        <p:strVal val="visible"/>
                                      </p:to>
                                    </p:set>
                                    <p:animEffect transition="in" filter="fade">
                                      <p:cBhvr>
                                        <p:cTn id="88" dur="1000"/>
                                        <p:tgtEl>
                                          <p:spTgt spid="517"/>
                                        </p:tgtEl>
                                      </p:cBhvr>
                                    </p:animEffect>
                                    <p:anim calcmode="lin" valueType="num">
                                      <p:cBhvr>
                                        <p:cTn id="89" dur="1000" fill="hold"/>
                                        <p:tgtEl>
                                          <p:spTgt spid="517"/>
                                        </p:tgtEl>
                                        <p:attrNameLst>
                                          <p:attrName>ppt_x</p:attrName>
                                        </p:attrNameLst>
                                      </p:cBhvr>
                                      <p:tavLst>
                                        <p:tav tm="0">
                                          <p:val>
                                            <p:strVal val="#ppt_x"/>
                                          </p:val>
                                        </p:tav>
                                        <p:tav tm="100000">
                                          <p:val>
                                            <p:strVal val="#ppt_x"/>
                                          </p:val>
                                        </p:tav>
                                      </p:tavLst>
                                    </p:anim>
                                    <p:anim calcmode="lin" valueType="num">
                                      <p:cBhvr>
                                        <p:cTn id="90" dur="1000" fill="hold"/>
                                        <p:tgtEl>
                                          <p:spTgt spid="517"/>
                                        </p:tgtEl>
                                        <p:attrNameLst>
                                          <p:attrName>ppt_y</p:attrName>
                                        </p:attrNameLst>
                                      </p:cBhvr>
                                      <p:tavLst>
                                        <p:tav tm="0">
                                          <p:val>
                                            <p:strVal val="#ppt_y+.1"/>
                                          </p:val>
                                        </p:tav>
                                        <p:tav tm="100000">
                                          <p:val>
                                            <p:strVal val="#ppt_y"/>
                                          </p:val>
                                        </p:tav>
                                      </p:tavLst>
                                    </p:anim>
                                  </p:childTnLst>
                                </p:cTn>
                              </p:par>
                              <p:par>
                                <p:cTn id="91" presetID="31" presetClass="entr" presetSubtype="0" repeatCount="indefinite" fill="hold" grpId="0" nodeType="withEffect">
                                  <p:stCondLst>
                                    <p:cond delay="0"/>
                                  </p:stCondLst>
                                  <p:childTnLst>
                                    <p:set>
                                      <p:cBhvr>
                                        <p:cTn id="92" dur="1" fill="hold">
                                          <p:stCondLst>
                                            <p:cond delay="0"/>
                                          </p:stCondLst>
                                        </p:cTn>
                                        <p:tgtEl>
                                          <p:spTgt spid="503"/>
                                        </p:tgtEl>
                                        <p:attrNameLst>
                                          <p:attrName>style.visibility</p:attrName>
                                        </p:attrNameLst>
                                      </p:cBhvr>
                                      <p:to>
                                        <p:strVal val="visible"/>
                                      </p:to>
                                    </p:set>
                                    <p:anim calcmode="lin" valueType="num">
                                      <p:cBhvr>
                                        <p:cTn id="93" dur="2000" fill="hold"/>
                                        <p:tgtEl>
                                          <p:spTgt spid="503"/>
                                        </p:tgtEl>
                                        <p:attrNameLst>
                                          <p:attrName>ppt_w</p:attrName>
                                        </p:attrNameLst>
                                      </p:cBhvr>
                                      <p:tavLst>
                                        <p:tav tm="0">
                                          <p:val>
                                            <p:fltVal val="0"/>
                                          </p:val>
                                        </p:tav>
                                        <p:tav tm="100000">
                                          <p:val>
                                            <p:strVal val="#ppt_w"/>
                                          </p:val>
                                        </p:tav>
                                      </p:tavLst>
                                    </p:anim>
                                    <p:anim calcmode="lin" valueType="num">
                                      <p:cBhvr>
                                        <p:cTn id="94" dur="2000" fill="hold"/>
                                        <p:tgtEl>
                                          <p:spTgt spid="503"/>
                                        </p:tgtEl>
                                        <p:attrNameLst>
                                          <p:attrName>ppt_h</p:attrName>
                                        </p:attrNameLst>
                                      </p:cBhvr>
                                      <p:tavLst>
                                        <p:tav tm="0">
                                          <p:val>
                                            <p:fltVal val="0"/>
                                          </p:val>
                                        </p:tav>
                                        <p:tav tm="100000">
                                          <p:val>
                                            <p:strVal val="#ppt_h"/>
                                          </p:val>
                                        </p:tav>
                                      </p:tavLst>
                                    </p:anim>
                                    <p:anim calcmode="lin" valueType="num">
                                      <p:cBhvr>
                                        <p:cTn id="95" dur="2000" fill="hold"/>
                                        <p:tgtEl>
                                          <p:spTgt spid="503"/>
                                        </p:tgtEl>
                                        <p:attrNameLst>
                                          <p:attrName>style.rotation</p:attrName>
                                        </p:attrNameLst>
                                      </p:cBhvr>
                                      <p:tavLst>
                                        <p:tav tm="0">
                                          <p:val>
                                            <p:fltVal val="90"/>
                                          </p:val>
                                        </p:tav>
                                        <p:tav tm="100000">
                                          <p:val>
                                            <p:fltVal val="0"/>
                                          </p:val>
                                        </p:tav>
                                      </p:tavLst>
                                    </p:anim>
                                    <p:animEffect transition="in" filter="fade">
                                      <p:cBhvr>
                                        <p:cTn id="96" dur="2000"/>
                                        <p:tgtEl>
                                          <p:spTgt spid="503"/>
                                        </p:tgtEl>
                                      </p:cBhvr>
                                    </p:animEffect>
                                  </p:childTnLst>
                                </p:cTn>
                              </p:par>
                              <p:par>
                                <p:cTn id="97" presetID="42" presetClass="entr" presetSubtype="0" fill="hold" grpId="0" nodeType="withEffect">
                                  <p:stCondLst>
                                    <p:cond delay="0"/>
                                  </p:stCondLst>
                                  <p:childTnLst>
                                    <p:set>
                                      <p:cBhvr>
                                        <p:cTn id="98" dur="1" fill="hold">
                                          <p:stCondLst>
                                            <p:cond delay="0"/>
                                          </p:stCondLst>
                                        </p:cTn>
                                        <p:tgtEl>
                                          <p:spTgt spid="2"/>
                                        </p:tgtEl>
                                        <p:attrNameLst>
                                          <p:attrName>style.visibility</p:attrName>
                                        </p:attrNameLst>
                                      </p:cBhvr>
                                      <p:to>
                                        <p:strVal val="visible"/>
                                      </p:to>
                                    </p:set>
                                    <p:animEffect transition="in" filter="fade">
                                      <p:cBhvr>
                                        <p:cTn id="99" dur="1000"/>
                                        <p:tgtEl>
                                          <p:spTgt spid="2"/>
                                        </p:tgtEl>
                                      </p:cBhvr>
                                    </p:animEffect>
                                    <p:anim calcmode="lin" valueType="num">
                                      <p:cBhvr>
                                        <p:cTn id="100" dur="1000" fill="hold"/>
                                        <p:tgtEl>
                                          <p:spTgt spid="2"/>
                                        </p:tgtEl>
                                        <p:attrNameLst>
                                          <p:attrName>ppt_x</p:attrName>
                                        </p:attrNameLst>
                                      </p:cBhvr>
                                      <p:tavLst>
                                        <p:tav tm="0">
                                          <p:val>
                                            <p:strVal val="#ppt_x"/>
                                          </p:val>
                                        </p:tav>
                                        <p:tav tm="100000">
                                          <p:val>
                                            <p:strVal val="#ppt_x"/>
                                          </p:val>
                                        </p:tav>
                                      </p:tavLst>
                                    </p:anim>
                                    <p:anim calcmode="lin" valueType="num">
                                      <p:cBhvr>
                                        <p:cTn id="101" dur="1000" fill="hold"/>
                                        <p:tgtEl>
                                          <p:spTgt spid="2"/>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
                                        </p:tgtEl>
                                        <p:attrNameLst>
                                          <p:attrName>style.visibility</p:attrName>
                                        </p:attrNameLst>
                                      </p:cBhvr>
                                      <p:to>
                                        <p:strVal val="visible"/>
                                      </p:to>
                                    </p:set>
                                    <p:animEffect transition="in" filter="fade">
                                      <p:cBhvr>
                                        <p:cTn id="104" dur="1000"/>
                                        <p:tgtEl>
                                          <p:spTgt spid="3"/>
                                        </p:tgtEl>
                                      </p:cBhvr>
                                    </p:animEffect>
                                    <p:anim calcmode="lin" valueType="num">
                                      <p:cBhvr>
                                        <p:cTn id="105" dur="1000" fill="hold"/>
                                        <p:tgtEl>
                                          <p:spTgt spid="3"/>
                                        </p:tgtEl>
                                        <p:attrNameLst>
                                          <p:attrName>ppt_x</p:attrName>
                                        </p:attrNameLst>
                                      </p:cBhvr>
                                      <p:tavLst>
                                        <p:tav tm="0">
                                          <p:val>
                                            <p:strVal val="#ppt_x"/>
                                          </p:val>
                                        </p:tav>
                                        <p:tav tm="100000">
                                          <p:val>
                                            <p:strVal val="#ppt_x"/>
                                          </p:val>
                                        </p:tav>
                                      </p:tavLst>
                                    </p:anim>
                                    <p:anim calcmode="lin" valueType="num">
                                      <p:cBhvr>
                                        <p:cTn id="10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491"/>
                                        </p:tgtEl>
                                        <p:attrNameLst>
                                          <p:attrName>style.visibility</p:attrName>
                                        </p:attrNameLst>
                                      </p:cBhvr>
                                      <p:to>
                                        <p:strVal val="visible"/>
                                      </p:to>
                                    </p:set>
                                    <p:animEffect transition="in" filter="fade">
                                      <p:cBhvr>
                                        <p:cTn id="111" dur="1000"/>
                                        <p:tgtEl>
                                          <p:spTgt spid="491"/>
                                        </p:tgtEl>
                                      </p:cBhvr>
                                    </p:animEffect>
                                    <p:anim calcmode="lin" valueType="num">
                                      <p:cBhvr>
                                        <p:cTn id="112" dur="1000" fill="hold"/>
                                        <p:tgtEl>
                                          <p:spTgt spid="491"/>
                                        </p:tgtEl>
                                        <p:attrNameLst>
                                          <p:attrName>ppt_x</p:attrName>
                                        </p:attrNameLst>
                                      </p:cBhvr>
                                      <p:tavLst>
                                        <p:tav tm="0">
                                          <p:val>
                                            <p:strVal val="#ppt_x"/>
                                          </p:val>
                                        </p:tav>
                                        <p:tav tm="100000">
                                          <p:val>
                                            <p:strVal val="#ppt_x"/>
                                          </p:val>
                                        </p:tav>
                                      </p:tavLst>
                                    </p:anim>
                                    <p:anim calcmode="lin" valueType="num">
                                      <p:cBhvr>
                                        <p:cTn id="113" dur="1000" fill="hold"/>
                                        <p:tgtEl>
                                          <p:spTgt spid="491"/>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497"/>
                                        </p:tgtEl>
                                        <p:attrNameLst>
                                          <p:attrName>style.visibility</p:attrName>
                                        </p:attrNameLst>
                                      </p:cBhvr>
                                      <p:to>
                                        <p:strVal val="visible"/>
                                      </p:to>
                                    </p:set>
                                    <p:animEffect transition="in" filter="fade">
                                      <p:cBhvr>
                                        <p:cTn id="116" dur="1000"/>
                                        <p:tgtEl>
                                          <p:spTgt spid="497"/>
                                        </p:tgtEl>
                                      </p:cBhvr>
                                    </p:animEffect>
                                    <p:anim calcmode="lin" valueType="num">
                                      <p:cBhvr>
                                        <p:cTn id="117" dur="1000" fill="hold"/>
                                        <p:tgtEl>
                                          <p:spTgt spid="497"/>
                                        </p:tgtEl>
                                        <p:attrNameLst>
                                          <p:attrName>ppt_x</p:attrName>
                                        </p:attrNameLst>
                                      </p:cBhvr>
                                      <p:tavLst>
                                        <p:tav tm="0">
                                          <p:val>
                                            <p:strVal val="#ppt_x"/>
                                          </p:val>
                                        </p:tav>
                                        <p:tav tm="100000">
                                          <p:val>
                                            <p:strVal val="#ppt_x"/>
                                          </p:val>
                                        </p:tav>
                                      </p:tavLst>
                                    </p:anim>
                                    <p:anim calcmode="lin" valueType="num">
                                      <p:cBhvr>
                                        <p:cTn id="118" dur="1000" fill="hold"/>
                                        <p:tgtEl>
                                          <p:spTgt spid="497"/>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508"/>
                                        </p:tgtEl>
                                        <p:attrNameLst>
                                          <p:attrName>style.visibility</p:attrName>
                                        </p:attrNameLst>
                                      </p:cBhvr>
                                      <p:to>
                                        <p:strVal val="visible"/>
                                      </p:to>
                                    </p:set>
                                    <p:animEffect transition="in" filter="fade">
                                      <p:cBhvr>
                                        <p:cTn id="121" dur="1000"/>
                                        <p:tgtEl>
                                          <p:spTgt spid="508"/>
                                        </p:tgtEl>
                                      </p:cBhvr>
                                    </p:animEffect>
                                    <p:anim calcmode="lin" valueType="num">
                                      <p:cBhvr>
                                        <p:cTn id="122" dur="1000" fill="hold"/>
                                        <p:tgtEl>
                                          <p:spTgt spid="508"/>
                                        </p:tgtEl>
                                        <p:attrNameLst>
                                          <p:attrName>ppt_x</p:attrName>
                                        </p:attrNameLst>
                                      </p:cBhvr>
                                      <p:tavLst>
                                        <p:tav tm="0">
                                          <p:val>
                                            <p:strVal val="#ppt_x"/>
                                          </p:val>
                                        </p:tav>
                                        <p:tav tm="100000">
                                          <p:val>
                                            <p:strVal val="#ppt_x"/>
                                          </p:val>
                                        </p:tav>
                                      </p:tavLst>
                                    </p:anim>
                                    <p:anim calcmode="lin" valueType="num">
                                      <p:cBhvr>
                                        <p:cTn id="123" dur="1000" fill="hold"/>
                                        <p:tgtEl>
                                          <p:spTgt spid="50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516"/>
                                        </p:tgtEl>
                                        <p:attrNameLst>
                                          <p:attrName>style.visibility</p:attrName>
                                        </p:attrNameLst>
                                      </p:cBhvr>
                                      <p:to>
                                        <p:strVal val="visible"/>
                                      </p:to>
                                    </p:set>
                                    <p:animEffect transition="in" filter="fade">
                                      <p:cBhvr>
                                        <p:cTn id="126" dur="1000"/>
                                        <p:tgtEl>
                                          <p:spTgt spid="516"/>
                                        </p:tgtEl>
                                      </p:cBhvr>
                                    </p:animEffect>
                                    <p:anim calcmode="lin" valueType="num">
                                      <p:cBhvr>
                                        <p:cTn id="127" dur="1000" fill="hold"/>
                                        <p:tgtEl>
                                          <p:spTgt spid="516"/>
                                        </p:tgtEl>
                                        <p:attrNameLst>
                                          <p:attrName>ppt_x</p:attrName>
                                        </p:attrNameLst>
                                      </p:cBhvr>
                                      <p:tavLst>
                                        <p:tav tm="0">
                                          <p:val>
                                            <p:strVal val="#ppt_x"/>
                                          </p:val>
                                        </p:tav>
                                        <p:tav tm="100000">
                                          <p:val>
                                            <p:strVal val="#ppt_x"/>
                                          </p:val>
                                        </p:tav>
                                      </p:tavLst>
                                    </p:anim>
                                    <p:anim calcmode="lin" valueType="num">
                                      <p:cBhvr>
                                        <p:cTn id="128" dur="1000" fill="hold"/>
                                        <p:tgtEl>
                                          <p:spTgt spid="516"/>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4"/>
                                        </p:tgtEl>
                                        <p:attrNameLst>
                                          <p:attrName>style.visibility</p:attrName>
                                        </p:attrNameLst>
                                      </p:cBhvr>
                                      <p:to>
                                        <p:strVal val="visible"/>
                                      </p:to>
                                    </p:set>
                                    <p:animEffect transition="in" filter="fade">
                                      <p:cBhvr>
                                        <p:cTn id="131" dur="1000"/>
                                        <p:tgtEl>
                                          <p:spTgt spid="4"/>
                                        </p:tgtEl>
                                      </p:cBhvr>
                                    </p:animEffect>
                                    <p:anim calcmode="lin" valueType="num">
                                      <p:cBhvr>
                                        <p:cTn id="132" dur="1000" fill="hold"/>
                                        <p:tgtEl>
                                          <p:spTgt spid="4"/>
                                        </p:tgtEl>
                                        <p:attrNameLst>
                                          <p:attrName>ppt_x</p:attrName>
                                        </p:attrNameLst>
                                      </p:cBhvr>
                                      <p:tavLst>
                                        <p:tav tm="0">
                                          <p:val>
                                            <p:strVal val="#ppt_x"/>
                                          </p:val>
                                        </p:tav>
                                        <p:tav tm="100000">
                                          <p:val>
                                            <p:strVal val="#ppt_x"/>
                                          </p:val>
                                        </p:tav>
                                      </p:tavLst>
                                    </p:anim>
                                    <p:anim calcmode="lin" valueType="num">
                                      <p:cBhvr>
                                        <p:cTn id="133" dur="1000" fill="hold"/>
                                        <p:tgtEl>
                                          <p:spTgt spid="4"/>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5"/>
                                        </p:tgtEl>
                                        <p:attrNameLst>
                                          <p:attrName>style.visibility</p:attrName>
                                        </p:attrNameLst>
                                      </p:cBhvr>
                                      <p:to>
                                        <p:strVal val="visible"/>
                                      </p:to>
                                    </p:set>
                                    <p:animEffect transition="in" filter="fade">
                                      <p:cBhvr>
                                        <p:cTn id="136" dur="1000"/>
                                        <p:tgtEl>
                                          <p:spTgt spid="5"/>
                                        </p:tgtEl>
                                      </p:cBhvr>
                                    </p:animEffect>
                                    <p:anim calcmode="lin" valueType="num">
                                      <p:cBhvr>
                                        <p:cTn id="137" dur="1000" fill="hold"/>
                                        <p:tgtEl>
                                          <p:spTgt spid="5"/>
                                        </p:tgtEl>
                                        <p:attrNameLst>
                                          <p:attrName>ppt_x</p:attrName>
                                        </p:attrNameLst>
                                      </p:cBhvr>
                                      <p:tavLst>
                                        <p:tav tm="0">
                                          <p:val>
                                            <p:strVal val="#ppt_x"/>
                                          </p:val>
                                        </p:tav>
                                        <p:tav tm="100000">
                                          <p:val>
                                            <p:strVal val="#ppt_x"/>
                                          </p:val>
                                        </p:tav>
                                      </p:tavLst>
                                    </p:anim>
                                    <p:anim calcmode="lin" valueType="num">
                                      <p:cBhvr>
                                        <p:cTn id="138" dur="1000" fill="hold"/>
                                        <p:tgtEl>
                                          <p:spTgt spid="5"/>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6"/>
                                        </p:tgtEl>
                                        <p:attrNameLst>
                                          <p:attrName>style.visibility</p:attrName>
                                        </p:attrNameLst>
                                      </p:cBhvr>
                                      <p:to>
                                        <p:strVal val="visible"/>
                                      </p:to>
                                    </p:set>
                                    <p:animEffect transition="in" filter="fade">
                                      <p:cBhvr>
                                        <p:cTn id="141" dur="1000"/>
                                        <p:tgtEl>
                                          <p:spTgt spid="6"/>
                                        </p:tgtEl>
                                      </p:cBhvr>
                                    </p:animEffect>
                                    <p:anim calcmode="lin" valueType="num">
                                      <p:cBhvr>
                                        <p:cTn id="142" dur="1000" fill="hold"/>
                                        <p:tgtEl>
                                          <p:spTgt spid="6"/>
                                        </p:tgtEl>
                                        <p:attrNameLst>
                                          <p:attrName>ppt_x</p:attrName>
                                        </p:attrNameLst>
                                      </p:cBhvr>
                                      <p:tavLst>
                                        <p:tav tm="0">
                                          <p:val>
                                            <p:strVal val="#ppt_x"/>
                                          </p:val>
                                        </p:tav>
                                        <p:tav tm="100000">
                                          <p:val>
                                            <p:strVal val="#ppt_x"/>
                                          </p:val>
                                        </p:tav>
                                      </p:tavLst>
                                    </p:anim>
                                    <p:anim calcmode="lin" valueType="num">
                                      <p:cBhvr>
                                        <p:cTn id="143" dur="1000" fill="hold"/>
                                        <p:tgtEl>
                                          <p:spTgt spid="6"/>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7"/>
                                        </p:tgtEl>
                                        <p:attrNameLst>
                                          <p:attrName>style.visibility</p:attrName>
                                        </p:attrNameLst>
                                      </p:cBhvr>
                                      <p:to>
                                        <p:strVal val="visible"/>
                                      </p:to>
                                    </p:set>
                                    <p:animEffect transition="in" filter="fade">
                                      <p:cBhvr>
                                        <p:cTn id="146" dur="1000"/>
                                        <p:tgtEl>
                                          <p:spTgt spid="7"/>
                                        </p:tgtEl>
                                      </p:cBhvr>
                                    </p:animEffect>
                                    <p:anim calcmode="lin" valueType="num">
                                      <p:cBhvr>
                                        <p:cTn id="147" dur="1000" fill="hold"/>
                                        <p:tgtEl>
                                          <p:spTgt spid="7"/>
                                        </p:tgtEl>
                                        <p:attrNameLst>
                                          <p:attrName>ppt_x</p:attrName>
                                        </p:attrNameLst>
                                      </p:cBhvr>
                                      <p:tavLst>
                                        <p:tav tm="0">
                                          <p:val>
                                            <p:strVal val="#ppt_x"/>
                                          </p:val>
                                        </p:tav>
                                        <p:tav tm="100000">
                                          <p:val>
                                            <p:strVal val="#ppt_x"/>
                                          </p:val>
                                        </p:tav>
                                      </p:tavLst>
                                    </p:anim>
                                    <p:anim calcmode="lin" valueType="num">
                                      <p:cBhvr>
                                        <p:cTn id="14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grpId="0" nodeType="clickEffect">
                                  <p:stCondLst>
                                    <p:cond delay="0"/>
                                  </p:stCondLst>
                                  <p:childTnLst>
                                    <p:set>
                                      <p:cBhvr>
                                        <p:cTn id="152" dur="1" fill="hold">
                                          <p:stCondLst>
                                            <p:cond delay="0"/>
                                          </p:stCondLst>
                                        </p:cTn>
                                        <p:tgtEl>
                                          <p:spTgt spid="8"/>
                                        </p:tgtEl>
                                        <p:attrNameLst>
                                          <p:attrName>style.visibility</p:attrName>
                                        </p:attrNameLst>
                                      </p:cBhvr>
                                      <p:to>
                                        <p:strVal val="visible"/>
                                      </p:to>
                                    </p:set>
                                    <p:animEffect transition="in" filter="fade">
                                      <p:cBhvr>
                                        <p:cTn id="153" dur="1000"/>
                                        <p:tgtEl>
                                          <p:spTgt spid="8"/>
                                        </p:tgtEl>
                                      </p:cBhvr>
                                    </p:animEffect>
                                    <p:anim calcmode="lin" valueType="num">
                                      <p:cBhvr>
                                        <p:cTn id="154" dur="1000" fill="hold"/>
                                        <p:tgtEl>
                                          <p:spTgt spid="8"/>
                                        </p:tgtEl>
                                        <p:attrNameLst>
                                          <p:attrName>ppt_x</p:attrName>
                                        </p:attrNameLst>
                                      </p:cBhvr>
                                      <p:tavLst>
                                        <p:tav tm="0">
                                          <p:val>
                                            <p:strVal val="#ppt_x"/>
                                          </p:val>
                                        </p:tav>
                                        <p:tav tm="100000">
                                          <p:val>
                                            <p:strVal val="#ppt_x"/>
                                          </p:val>
                                        </p:tav>
                                      </p:tavLst>
                                    </p:anim>
                                    <p:anim calcmode="lin" valueType="num">
                                      <p:cBhvr>
                                        <p:cTn id="15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grpId="0" nodeType="clickEffect">
                                  <p:stCondLst>
                                    <p:cond delay="0"/>
                                  </p:stCondLst>
                                  <p:childTnLst>
                                    <p:set>
                                      <p:cBhvr>
                                        <p:cTn id="159" dur="1" fill="hold">
                                          <p:stCondLst>
                                            <p:cond delay="0"/>
                                          </p:stCondLst>
                                        </p:cTn>
                                        <p:tgtEl>
                                          <p:spTgt spid="9"/>
                                        </p:tgtEl>
                                        <p:attrNameLst>
                                          <p:attrName>style.visibility</p:attrName>
                                        </p:attrNameLst>
                                      </p:cBhvr>
                                      <p:to>
                                        <p:strVal val="visible"/>
                                      </p:to>
                                    </p:set>
                                    <p:animEffect transition="in" filter="fade">
                                      <p:cBhvr>
                                        <p:cTn id="160" dur="1000"/>
                                        <p:tgtEl>
                                          <p:spTgt spid="9"/>
                                        </p:tgtEl>
                                      </p:cBhvr>
                                    </p:animEffect>
                                    <p:anim calcmode="lin" valueType="num">
                                      <p:cBhvr>
                                        <p:cTn id="161" dur="1000" fill="hold"/>
                                        <p:tgtEl>
                                          <p:spTgt spid="9"/>
                                        </p:tgtEl>
                                        <p:attrNameLst>
                                          <p:attrName>ppt_x</p:attrName>
                                        </p:attrNameLst>
                                      </p:cBhvr>
                                      <p:tavLst>
                                        <p:tav tm="0">
                                          <p:val>
                                            <p:strVal val="#ppt_x"/>
                                          </p:val>
                                        </p:tav>
                                        <p:tav tm="100000">
                                          <p:val>
                                            <p:strVal val="#ppt_x"/>
                                          </p:val>
                                        </p:tav>
                                      </p:tavLst>
                                    </p:anim>
                                    <p:anim calcmode="lin" valueType="num">
                                      <p:cBhvr>
                                        <p:cTn id="16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 grpId="0"/>
      <p:bldP spid="487" grpId="0"/>
      <p:bldP spid="489" grpId="0"/>
      <p:bldP spid="491" grpId="0"/>
      <p:bldP spid="493" grpId="0"/>
      <p:bldP spid="495" grpId="0"/>
      <p:bldP spid="497" grpId="0"/>
      <p:bldP spid="499" grpId="0"/>
      <p:bldP spid="501" grpId="0"/>
      <p:bldP spid="503" grpId="0"/>
      <p:bldP spid="504" grpId="0"/>
      <p:bldP spid="505" grpId="0"/>
      <p:bldP spid="506" grpId="0"/>
      <p:bldP spid="507" grpId="0"/>
      <p:bldP spid="508" grpId="0"/>
      <p:bldP spid="512" grpId="0"/>
      <p:bldP spid="513" grpId="0"/>
      <p:bldP spid="514" grpId="0"/>
      <p:bldP spid="516" grpId="0"/>
      <p:bldP spid="517" grpId="0"/>
      <p:bldP spid="2" grpId="0"/>
      <p:bldP spid="3" grpId="0"/>
      <p:bldP spid="4" grpId="0"/>
      <p:bldP spid="5" grpId="0"/>
      <p:bldP spid="6" grpId="0"/>
      <p:bldP spid="7"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 Box 704">
            <a:extLst>
              <a:ext uri="{FF2B5EF4-FFF2-40B4-BE49-F238E27FC236}">
                <a16:creationId xmlns:a16="http://schemas.microsoft.com/office/drawing/2014/main" id="{944141D9-81A0-6D9E-FDB4-1DE9C155BDE1}"/>
              </a:ext>
            </a:extLst>
          </p:cNvPr>
          <p:cNvSpPr txBox="1"/>
          <p:nvPr/>
        </p:nvSpPr>
        <p:spPr>
          <a:xfrm>
            <a:off x="6023444" y="3499915"/>
            <a:ext cx="4071532" cy="219263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15000"/>
              </a:lnSpc>
              <a:buNone/>
            </a:pPr>
            <a:r>
              <a:rPr lang="en-US" sz="1600" b="1"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Plan B Unilevel System:</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indent="-228600" algn="just">
              <a:lnSpc>
                <a:spcPct val="115000"/>
              </a:lnSpc>
              <a:buFont typeface="+mj-lt"/>
              <a:buAutoNum type="arabicPeriod"/>
            </a:pPr>
            <a:r>
              <a:rPr lang="en-US" sz="12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In the unilevel system, the immediate direct downline is </a:t>
            </a:r>
            <a:r>
              <a:rPr lang="en-US" sz="1200" dirty="0">
                <a:solidFill>
                  <a:srgbClr val="000000"/>
                </a:solidFill>
                <a:latin typeface="Garamond" panose="02020404030301010803" pitchFamily="18" charset="0"/>
                <a:ea typeface="Aptos" panose="020B0004020202020204" pitchFamily="34" charset="0"/>
                <a:cs typeface="Times New Roman" panose="02020603050405020304" pitchFamily="18" charset="0"/>
              </a:rPr>
              <a:t>always placed at level 1 (L1) directly under </a:t>
            </a:r>
            <a:r>
              <a:rPr lang="en-US" sz="12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his Direct upline.</a:t>
            </a:r>
            <a:endParaRPr lang="en-US" sz="1200" dirty="0">
              <a:solidFill>
                <a:srgbClr val="000000"/>
              </a:solidFill>
              <a:latin typeface="Garamond" panose="02020404030301010803" pitchFamily="18" charset="0"/>
              <a:ea typeface="Aptos" panose="020B0004020202020204" pitchFamily="34" charset="0"/>
              <a:cs typeface="Times New Roman" panose="02020603050405020304" pitchFamily="18" charset="0"/>
            </a:endParaRPr>
          </a:p>
          <a:p>
            <a:pPr marL="457200" marR="0" indent="-228600" algn="just">
              <a:lnSpc>
                <a:spcPct val="115000"/>
              </a:lnSpc>
              <a:buFont typeface="+mj-lt"/>
              <a:buAutoNum type="arabicPeriod"/>
            </a:pPr>
            <a:r>
              <a:rPr lang="en-US" sz="12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Every member has One (1) Main Identity Account (V) and Four (4) Internal Virtual Accounts (V1, V2, V3, V4).</a:t>
            </a:r>
          </a:p>
          <a:p>
            <a:pPr marL="457200" marR="0" indent="-228600" algn="just">
              <a:lnSpc>
                <a:spcPct val="115000"/>
              </a:lnSpc>
              <a:buFont typeface="+mj-lt"/>
              <a:buAutoNum type="arabicPeriod"/>
            </a:pPr>
            <a:r>
              <a:rPr lang="en-US" sz="12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The FOUR virtual accounts are to encourage personal bulk purchase “Buy More, Pay Less” philosophy.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p>
        </p:txBody>
      </p:sp>
      <p:cxnSp>
        <p:nvCxnSpPr>
          <p:cNvPr id="243" name="Straight Arrow Connector 242">
            <a:extLst>
              <a:ext uri="{FF2B5EF4-FFF2-40B4-BE49-F238E27FC236}">
                <a16:creationId xmlns:a16="http://schemas.microsoft.com/office/drawing/2014/main" id="{1EC31B80-BD16-B9A5-27C7-36D8C9F82B15}"/>
              </a:ext>
            </a:extLst>
          </p:cNvPr>
          <p:cNvCxnSpPr/>
          <p:nvPr/>
        </p:nvCxnSpPr>
        <p:spPr>
          <a:xfrm>
            <a:off x="7831645" y="1344917"/>
            <a:ext cx="33337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72" name="Group 271">
            <a:extLst>
              <a:ext uri="{FF2B5EF4-FFF2-40B4-BE49-F238E27FC236}">
                <a16:creationId xmlns:a16="http://schemas.microsoft.com/office/drawing/2014/main" id="{11C423DE-CFA5-ED96-1080-09D7AAF28D78}"/>
              </a:ext>
            </a:extLst>
          </p:cNvPr>
          <p:cNvGrpSpPr/>
          <p:nvPr/>
        </p:nvGrpSpPr>
        <p:grpSpPr>
          <a:xfrm>
            <a:off x="2986437" y="758702"/>
            <a:ext cx="7485033" cy="5056881"/>
            <a:chOff x="2986437" y="758702"/>
            <a:chExt cx="7485033" cy="5056881"/>
          </a:xfrm>
        </p:grpSpPr>
        <p:sp>
          <p:nvSpPr>
            <p:cNvPr id="246" name="TextBox 245">
              <a:extLst>
                <a:ext uri="{FF2B5EF4-FFF2-40B4-BE49-F238E27FC236}">
                  <a16:creationId xmlns:a16="http://schemas.microsoft.com/office/drawing/2014/main" id="{0DA237E8-0BD8-3414-4E8B-B54784876D27}"/>
                </a:ext>
              </a:extLst>
            </p:cNvPr>
            <p:cNvSpPr txBox="1"/>
            <p:nvPr/>
          </p:nvSpPr>
          <p:spPr>
            <a:xfrm>
              <a:off x="8187372" y="1135232"/>
              <a:ext cx="288862" cy="369332"/>
            </a:xfrm>
            <a:prstGeom prst="rect">
              <a:avLst/>
            </a:prstGeom>
            <a:noFill/>
          </p:spPr>
          <p:txBody>
            <a:bodyPr wrap="none" rtlCol="0">
              <a:spAutoFit/>
            </a:bodyPr>
            <a:lstStyle/>
            <a:p>
              <a:r>
                <a:rPr lang="en-US" dirty="0"/>
                <a:t>v</a:t>
              </a:r>
            </a:p>
          </p:txBody>
        </p:sp>
        <p:grpSp>
          <p:nvGrpSpPr>
            <p:cNvPr id="260" name="Group 259">
              <a:extLst>
                <a:ext uri="{FF2B5EF4-FFF2-40B4-BE49-F238E27FC236}">
                  <a16:creationId xmlns:a16="http://schemas.microsoft.com/office/drawing/2014/main" id="{99DF8241-EFDD-874E-C8A8-F9ED20733852}"/>
                </a:ext>
              </a:extLst>
            </p:cNvPr>
            <p:cNvGrpSpPr/>
            <p:nvPr/>
          </p:nvGrpSpPr>
          <p:grpSpPr>
            <a:xfrm>
              <a:off x="2986437" y="758702"/>
              <a:ext cx="7485033" cy="5056881"/>
              <a:chOff x="2986437" y="758702"/>
              <a:chExt cx="7485033" cy="5056881"/>
            </a:xfrm>
          </p:grpSpPr>
          <p:grpSp>
            <p:nvGrpSpPr>
              <p:cNvPr id="2" name="Group 1">
                <a:extLst>
                  <a:ext uri="{FF2B5EF4-FFF2-40B4-BE49-F238E27FC236}">
                    <a16:creationId xmlns:a16="http://schemas.microsoft.com/office/drawing/2014/main" id="{ECD556B4-2317-1103-54A0-70E069FCFC9B}"/>
                  </a:ext>
                </a:extLst>
              </p:cNvPr>
              <p:cNvGrpSpPr/>
              <p:nvPr/>
            </p:nvGrpSpPr>
            <p:grpSpPr>
              <a:xfrm>
                <a:off x="2986437" y="758702"/>
                <a:ext cx="5925755" cy="5056881"/>
                <a:chOff x="-96996" y="-202434"/>
                <a:chExt cx="5925755" cy="5056881"/>
              </a:xfrm>
            </p:grpSpPr>
            <p:grpSp>
              <p:nvGrpSpPr>
                <p:cNvPr id="3" name="Group 2">
                  <a:extLst>
                    <a:ext uri="{FF2B5EF4-FFF2-40B4-BE49-F238E27FC236}">
                      <a16:creationId xmlns:a16="http://schemas.microsoft.com/office/drawing/2014/main" id="{694CDA1C-32AE-67CB-C1D8-278228C07EA2}"/>
                    </a:ext>
                  </a:extLst>
                </p:cNvPr>
                <p:cNvGrpSpPr/>
                <p:nvPr/>
              </p:nvGrpSpPr>
              <p:grpSpPr>
                <a:xfrm>
                  <a:off x="-96996" y="-202434"/>
                  <a:ext cx="5925755" cy="5056881"/>
                  <a:chOff x="-96996" y="-62509"/>
                  <a:chExt cx="5925755" cy="5073472"/>
                </a:xfrm>
              </p:grpSpPr>
              <p:grpSp>
                <p:nvGrpSpPr>
                  <p:cNvPr id="26" name="Group 25">
                    <a:extLst>
                      <a:ext uri="{FF2B5EF4-FFF2-40B4-BE49-F238E27FC236}">
                        <a16:creationId xmlns:a16="http://schemas.microsoft.com/office/drawing/2014/main" id="{48CF818A-862A-1055-A6C4-77C933AA1E68}"/>
                      </a:ext>
                    </a:extLst>
                  </p:cNvPr>
                  <p:cNvGrpSpPr/>
                  <p:nvPr/>
                </p:nvGrpSpPr>
                <p:grpSpPr>
                  <a:xfrm>
                    <a:off x="-96996" y="-62509"/>
                    <a:ext cx="5925755" cy="5073472"/>
                    <a:chOff x="-96861" y="-61626"/>
                    <a:chExt cx="5917638" cy="5001716"/>
                  </a:xfrm>
                </p:grpSpPr>
                <p:grpSp>
                  <p:nvGrpSpPr>
                    <p:cNvPr id="41" name="Group 40">
                      <a:extLst>
                        <a:ext uri="{FF2B5EF4-FFF2-40B4-BE49-F238E27FC236}">
                          <a16:creationId xmlns:a16="http://schemas.microsoft.com/office/drawing/2014/main" id="{94B1BA74-9092-4C4C-AE71-4F511CE5E903}"/>
                        </a:ext>
                      </a:extLst>
                    </p:cNvPr>
                    <p:cNvGrpSpPr/>
                    <p:nvPr/>
                  </p:nvGrpSpPr>
                  <p:grpSpPr>
                    <a:xfrm>
                      <a:off x="-96861" y="-61626"/>
                      <a:ext cx="5917638" cy="5001716"/>
                      <a:chOff x="-96874" y="57716"/>
                      <a:chExt cx="5918332" cy="5002212"/>
                    </a:xfrm>
                  </p:grpSpPr>
                  <p:grpSp>
                    <p:nvGrpSpPr>
                      <p:cNvPr id="48" name="Group 47">
                        <a:extLst>
                          <a:ext uri="{FF2B5EF4-FFF2-40B4-BE49-F238E27FC236}">
                            <a16:creationId xmlns:a16="http://schemas.microsoft.com/office/drawing/2014/main" id="{DFD8B836-C0FE-F52A-CBDE-074B2F832779}"/>
                          </a:ext>
                        </a:extLst>
                      </p:cNvPr>
                      <p:cNvGrpSpPr/>
                      <p:nvPr/>
                    </p:nvGrpSpPr>
                    <p:grpSpPr>
                      <a:xfrm>
                        <a:off x="2847975" y="67239"/>
                        <a:ext cx="2973483" cy="1798310"/>
                        <a:chOff x="0" y="38664"/>
                        <a:chExt cx="2973483" cy="1798310"/>
                      </a:xfrm>
                    </p:grpSpPr>
                    <p:sp>
                      <p:nvSpPr>
                        <p:cNvPr id="216" name="Oval 215">
                          <a:extLst>
                            <a:ext uri="{FF2B5EF4-FFF2-40B4-BE49-F238E27FC236}">
                              <a16:creationId xmlns:a16="http://schemas.microsoft.com/office/drawing/2014/main" id="{69DDC250-28CD-BF30-1586-77B09C7AC205}"/>
                            </a:ext>
                          </a:extLst>
                        </p:cNvPr>
                        <p:cNvSpPr/>
                        <p:nvPr/>
                      </p:nvSpPr>
                      <p:spPr>
                        <a:xfrm>
                          <a:off x="0" y="1580748"/>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7" name="Oval 216">
                          <a:extLst>
                            <a:ext uri="{FF2B5EF4-FFF2-40B4-BE49-F238E27FC236}">
                              <a16:creationId xmlns:a16="http://schemas.microsoft.com/office/drawing/2014/main" id="{2E0E5D32-AF90-B196-2801-2B95F0D654AF}"/>
                            </a:ext>
                          </a:extLst>
                        </p:cNvPr>
                        <p:cNvSpPr/>
                        <p:nvPr/>
                      </p:nvSpPr>
                      <p:spPr>
                        <a:xfrm>
                          <a:off x="377048" y="1591775"/>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8" name="Oval 217">
                          <a:extLst>
                            <a:ext uri="{FF2B5EF4-FFF2-40B4-BE49-F238E27FC236}">
                              <a16:creationId xmlns:a16="http://schemas.microsoft.com/office/drawing/2014/main" id="{6354CD03-C71C-4A77-0A5C-13D8AFF3FCED}"/>
                            </a:ext>
                          </a:extLst>
                        </p:cNvPr>
                        <p:cNvSpPr/>
                        <p:nvPr/>
                      </p:nvSpPr>
                      <p:spPr>
                        <a:xfrm>
                          <a:off x="188524" y="1586261"/>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9" name="Oval 218">
                          <a:extLst>
                            <a:ext uri="{FF2B5EF4-FFF2-40B4-BE49-F238E27FC236}">
                              <a16:creationId xmlns:a16="http://schemas.microsoft.com/office/drawing/2014/main" id="{906E2091-1073-C513-E78C-E0BDC9303CC7}"/>
                            </a:ext>
                          </a:extLst>
                        </p:cNvPr>
                        <p:cNvSpPr/>
                        <p:nvPr/>
                      </p:nvSpPr>
                      <p:spPr>
                        <a:xfrm>
                          <a:off x="564551" y="1586262"/>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20" name="Straight Connector 219">
                          <a:extLst>
                            <a:ext uri="{FF2B5EF4-FFF2-40B4-BE49-F238E27FC236}">
                              <a16:creationId xmlns:a16="http://schemas.microsoft.com/office/drawing/2014/main" id="{56D66F3A-85F0-E05D-512A-5C362FF282B0}"/>
                            </a:ext>
                          </a:extLst>
                        </p:cNvPr>
                        <p:cNvCxnSpPr>
                          <a:cxnSpLocks/>
                        </p:cNvCxnSpPr>
                        <p:nvPr/>
                      </p:nvCxnSpPr>
                      <p:spPr>
                        <a:xfrm>
                          <a:off x="1746185" y="711472"/>
                          <a:ext cx="0" cy="12822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1" name="Straight Connector 220">
                          <a:extLst>
                            <a:ext uri="{FF2B5EF4-FFF2-40B4-BE49-F238E27FC236}">
                              <a16:creationId xmlns:a16="http://schemas.microsoft.com/office/drawing/2014/main" id="{4055D56F-AC00-AA89-AD96-F11CB55AAC62}"/>
                            </a:ext>
                          </a:extLst>
                        </p:cNvPr>
                        <p:cNvCxnSpPr>
                          <a:cxnSpLocks/>
                        </p:cNvCxnSpPr>
                        <p:nvPr/>
                      </p:nvCxnSpPr>
                      <p:spPr>
                        <a:xfrm>
                          <a:off x="1205650" y="1068428"/>
                          <a:ext cx="258675" cy="11708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F80DC572-34B2-D448-36B7-BB043ADBECCF}"/>
                            </a:ext>
                          </a:extLst>
                        </p:cNvPr>
                        <p:cNvCxnSpPr>
                          <a:cxnSpLocks/>
                        </p:cNvCxnSpPr>
                        <p:nvPr/>
                      </p:nvCxnSpPr>
                      <p:spPr>
                        <a:xfrm flipV="1">
                          <a:off x="935984" y="1068428"/>
                          <a:ext cx="269666" cy="1170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3" name="Straight Connector 222">
                          <a:extLst>
                            <a:ext uri="{FF2B5EF4-FFF2-40B4-BE49-F238E27FC236}">
                              <a16:creationId xmlns:a16="http://schemas.microsoft.com/office/drawing/2014/main" id="{96FAAB82-E153-6961-C739-9A34C70AA659}"/>
                            </a:ext>
                          </a:extLst>
                        </p:cNvPr>
                        <p:cNvCxnSpPr>
                          <a:cxnSpLocks/>
                        </p:cNvCxnSpPr>
                        <p:nvPr/>
                      </p:nvCxnSpPr>
                      <p:spPr>
                        <a:xfrm flipV="1">
                          <a:off x="62501" y="1446540"/>
                          <a:ext cx="311900" cy="13420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4" name="Straight Connector 223">
                          <a:extLst>
                            <a:ext uri="{FF2B5EF4-FFF2-40B4-BE49-F238E27FC236}">
                              <a16:creationId xmlns:a16="http://schemas.microsoft.com/office/drawing/2014/main" id="{67477D0D-D935-E8E8-EAE3-D4C3D56C75A7}"/>
                            </a:ext>
                          </a:extLst>
                        </p:cNvPr>
                        <p:cNvCxnSpPr/>
                        <p:nvPr/>
                      </p:nvCxnSpPr>
                      <p:spPr>
                        <a:xfrm flipH="1">
                          <a:off x="1476092" y="745714"/>
                          <a:ext cx="271228" cy="7751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5" name="Straight Connector 224">
                          <a:extLst>
                            <a:ext uri="{FF2B5EF4-FFF2-40B4-BE49-F238E27FC236}">
                              <a16:creationId xmlns:a16="http://schemas.microsoft.com/office/drawing/2014/main" id="{EA1420E9-4C13-DB9F-B84C-10F09BA77F06}"/>
                            </a:ext>
                          </a:extLst>
                        </p:cNvPr>
                        <p:cNvCxnSpPr/>
                        <p:nvPr/>
                      </p:nvCxnSpPr>
                      <p:spPr>
                        <a:xfrm flipH="1">
                          <a:off x="1208816" y="745714"/>
                          <a:ext cx="538504" cy="616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6" name="Straight Connector 225">
                          <a:extLst>
                            <a:ext uri="{FF2B5EF4-FFF2-40B4-BE49-F238E27FC236}">
                              <a16:creationId xmlns:a16="http://schemas.microsoft.com/office/drawing/2014/main" id="{8981B827-49E8-ED19-1D34-8473FAB168E4}"/>
                            </a:ext>
                          </a:extLst>
                        </p:cNvPr>
                        <p:cNvCxnSpPr/>
                        <p:nvPr/>
                      </p:nvCxnSpPr>
                      <p:spPr>
                        <a:xfrm>
                          <a:off x="1747320" y="745714"/>
                          <a:ext cx="266521" cy="7489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7" name="Straight Connector 226">
                          <a:extLst>
                            <a:ext uri="{FF2B5EF4-FFF2-40B4-BE49-F238E27FC236}">
                              <a16:creationId xmlns:a16="http://schemas.microsoft.com/office/drawing/2014/main" id="{729FE732-351F-79BE-ADFB-A7ACEE381B56}"/>
                            </a:ext>
                          </a:extLst>
                        </p:cNvPr>
                        <p:cNvCxnSpPr/>
                        <p:nvPr/>
                      </p:nvCxnSpPr>
                      <p:spPr>
                        <a:xfrm>
                          <a:off x="1747320" y="745714"/>
                          <a:ext cx="427026" cy="6818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8" name="Straight Connector 227">
                          <a:extLst>
                            <a:ext uri="{FF2B5EF4-FFF2-40B4-BE49-F238E27FC236}">
                              <a16:creationId xmlns:a16="http://schemas.microsoft.com/office/drawing/2014/main" id="{9D492289-47EC-F943-A142-2E208EF07520}"/>
                            </a:ext>
                          </a:extLst>
                        </p:cNvPr>
                        <p:cNvCxnSpPr>
                          <a:cxnSpLocks/>
                        </p:cNvCxnSpPr>
                        <p:nvPr/>
                      </p:nvCxnSpPr>
                      <p:spPr>
                        <a:xfrm flipH="1">
                          <a:off x="362090" y="1084327"/>
                          <a:ext cx="846726" cy="10671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9" name="Straight Connector 228">
                          <a:extLst>
                            <a:ext uri="{FF2B5EF4-FFF2-40B4-BE49-F238E27FC236}">
                              <a16:creationId xmlns:a16="http://schemas.microsoft.com/office/drawing/2014/main" id="{26D90F29-B547-31AB-F4C2-3D52EA0A2870}"/>
                            </a:ext>
                          </a:extLst>
                        </p:cNvPr>
                        <p:cNvCxnSpPr>
                          <a:cxnSpLocks/>
                        </p:cNvCxnSpPr>
                        <p:nvPr/>
                      </p:nvCxnSpPr>
                      <p:spPr>
                        <a:xfrm flipH="1">
                          <a:off x="572184" y="1084327"/>
                          <a:ext cx="636632" cy="14257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0" name="Straight Connector 229">
                          <a:extLst>
                            <a:ext uri="{FF2B5EF4-FFF2-40B4-BE49-F238E27FC236}">
                              <a16:creationId xmlns:a16="http://schemas.microsoft.com/office/drawing/2014/main" id="{AE8653E8-A72A-F791-DC0E-E1FDD9493A31}"/>
                            </a:ext>
                          </a:extLst>
                        </p:cNvPr>
                        <p:cNvCxnSpPr/>
                        <p:nvPr/>
                      </p:nvCxnSpPr>
                      <p:spPr>
                        <a:xfrm flipH="1">
                          <a:off x="1115098" y="1084327"/>
                          <a:ext cx="93718" cy="1011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1" name="Straight Connector 230">
                          <a:extLst>
                            <a:ext uri="{FF2B5EF4-FFF2-40B4-BE49-F238E27FC236}">
                              <a16:creationId xmlns:a16="http://schemas.microsoft.com/office/drawing/2014/main" id="{75438B36-53DC-D4A5-3821-950E295D1CEB}"/>
                            </a:ext>
                          </a:extLst>
                        </p:cNvPr>
                        <p:cNvCxnSpPr/>
                        <p:nvPr/>
                      </p:nvCxnSpPr>
                      <p:spPr>
                        <a:xfrm>
                          <a:off x="1208816" y="1084327"/>
                          <a:ext cx="85396" cy="10118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2" name="Straight Connector 231">
                          <a:extLst>
                            <a:ext uri="{FF2B5EF4-FFF2-40B4-BE49-F238E27FC236}">
                              <a16:creationId xmlns:a16="http://schemas.microsoft.com/office/drawing/2014/main" id="{490BEE15-A32D-E952-9A76-5480FB111B9B}"/>
                            </a:ext>
                          </a:extLst>
                        </p:cNvPr>
                        <p:cNvCxnSpPr/>
                        <p:nvPr/>
                      </p:nvCxnSpPr>
                      <p:spPr>
                        <a:xfrm flipH="1">
                          <a:off x="251025" y="1461622"/>
                          <a:ext cx="121314" cy="124639"/>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3" name="Straight Connector 232">
                          <a:extLst>
                            <a:ext uri="{FF2B5EF4-FFF2-40B4-BE49-F238E27FC236}">
                              <a16:creationId xmlns:a16="http://schemas.microsoft.com/office/drawing/2014/main" id="{DBFD192F-4A06-ED98-0FFA-BFA055B79DCD}"/>
                            </a:ext>
                          </a:extLst>
                        </p:cNvPr>
                        <p:cNvCxnSpPr/>
                        <p:nvPr/>
                      </p:nvCxnSpPr>
                      <p:spPr>
                        <a:xfrm>
                          <a:off x="372339" y="1461622"/>
                          <a:ext cx="67210" cy="13015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4" name="Straight Connector 233">
                          <a:extLst>
                            <a:ext uri="{FF2B5EF4-FFF2-40B4-BE49-F238E27FC236}">
                              <a16:creationId xmlns:a16="http://schemas.microsoft.com/office/drawing/2014/main" id="{8224B7AB-E24D-9F26-B450-0086090E296A}"/>
                            </a:ext>
                          </a:extLst>
                        </p:cNvPr>
                        <p:cNvCxnSpPr/>
                        <p:nvPr/>
                      </p:nvCxnSpPr>
                      <p:spPr>
                        <a:xfrm>
                          <a:off x="372339" y="1461622"/>
                          <a:ext cx="254713" cy="12464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235" name="TextBox 426">
                          <a:extLst>
                            <a:ext uri="{FF2B5EF4-FFF2-40B4-BE49-F238E27FC236}">
                              <a16:creationId xmlns:a16="http://schemas.microsoft.com/office/drawing/2014/main" id="{617F1F89-D5C6-EE26-D239-9AB277C07CAF}"/>
                            </a:ext>
                          </a:extLst>
                        </p:cNvPr>
                        <p:cNvSpPr txBox="1"/>
                        <p:nvPr/>
                      </p:nvSpPr>
                      <p:spPr>
                        <a:xfrm>
                          <a:off x="188524" y="38664"/>
                          <a:ext cx="2784959" cy="424857"/>
                        </a:xfrm>
                        <a:prstGeom prst="rect">
                          <a:avLst/>
                        </a:prstGeom>
                        <a:noFill/>
                      </p:spPr>
                      <p:txBody>
                        <a:bodyPr wrap="square" rtlCol="0">
                          <a:noAutofit/>
                        </a:bodyPr>
                        <a:lstStyle/>
                        <a:p>
                          <a:pPr marL="0" marR="0" algn="ctr">
                            <a:lnSpc>
                              <a:spcPct val="115000"/>
                            </a:lnSpc>
                            <a:spcAft>
                              <a:spcPts val="800"/>
                            </a:spcAft>
                            <a:buNone/>
                          </a:pPr>
                          <a:r>
                            <a:rPr lang="en-US" b="1"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Plan B: Unilevel System</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49" name="Group 48">
                        <a:extLst>
                          <a:ext uri="{FF2B5EF4-FFF2-40B4-BE49-F238E27FC236}">
                            <a16:creationId xmlns:a16="http://schemas.microsoft.com/office/drawing/2014/main" id="{F83D4203-4AEB-7E05-D488-DF9FE8AF1C4E}"/>
                          </a:ext>
                        </a:extLst>
                      </p:cNvPr>
                      <p:cNvGrpSpPr/>
                      <p:nvPr/>
                    </p:nvGrpSpPr>
                    <p:grpSpPr>
                      <a:xfrm>
                        <a:off x="-96874" y="57716"/>
                        <a:ext cx="2928020" cy="5002212"/>
                        <a:chOff x="-96874" y="57716"/>
                        <a:chExt cx="2928020" cy="5002212"/>
                      </a:xfrm>
                    </p:grpSpPr>
                    <p:grpSp>
                      <p:nvGrpSpPr>
                        <p:cNvPr id="50" name="Group 49">
                          <a:extLst>
                            <a:ext uri="{FF2B5EF4-FFF2-40B4-BE49-F238E27FC236}">
                              <a16:creationId xmlns:a16="http://schemas.microsoft.com/office/drawing/2014/main" id="{E33B50D8-34B7-1634-FADD-1DE77F3DCD86}"/>
                            </a:ext>
                          </a:extLst>
                        </p:cNvPr>
                        <p:cNvGrpSpPr/>
                        <p:nvPr/>
                      </p:nvGrpSpPr>
                      <p:grpSpPr>
                        <a:xfrm>
                          <a:off x="-96874" y="57716"/>
                          <a:ext cx="2928020" cy="5002212"/>
                          <a:chOff x="-96875" y="57716"/>
                          <a:chExt cx="2928026" cy="5002212"/>
                        </a:xfrm>
                      </p:grpSpPr>
                      <p:cxnSp>
                        <p:nvCxnSpPr>
                          <p:cNvPr id="58" name="Straight Connector 57">
                            <a:extLst>
                              <a:ext uri="{FF2B5EF4-FFF2-40B4-BE49-F238E27FC236}">
                                <a16:creationId xmlns:a16="http://schemas.microsoft.com/office/drawing/2014/main" id="{D7BDBC9D-18F4-E2D5-416C-588E577C6517}"/>
                              </a:ext>
                            </a:extLst>
                          </p:cNvPr>
                          <p:cNvCxnSpPr/>
                          <p:nvPr/>
                        </p:nvCxnSpPr>
                        <p:spPr>
                          <a:xfrm flipH="1">
                            <a:off x="483164" y="1417632"/>
                            <a:ext cx="824145" cy="16975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59" name="Oval 58">
                            <a:extLst>
                              <a:ext uri="{FF2B5EF4-FFF2-40B4-BE49-F238E27FC236}">
                                <a16:creationId xmlns:a16="http://schemas.microsoft.com/office/drawing/2014/main" id="{CDBF6827-EAEA-C4E0-73D5-1595620932EA}"/>
                              </a:ext>
                            </a:extLst>
                          </p:cNvPr>
                          <p:cNvSpPr/>
                          <p:nvPr/>
                        </p:nvSpPr>
                        <p:spPr>
                          <a:xfrm>
                            <a:off x="1244808" y="1549663"/>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60" name="Group 59">
                            <a:extLst>
                              <a:ext uri="{FF2B5EF4-FFF2-40B4-BE49-F238E27FC236}">
                                <a16:creationId xmlns:a16="http://schemas.microsoft.com/office/drawing/2014/main" id="{D8A051E4-9AEF-DDC1-1A67-BBD212C099EC}"/>
                              </a:ext>
                            </a:extLst>
                          </p:cNvPr>
                          <p:cNvGrpSpPr/>
                          <p:nvPr/>
                        </p:nvGrpSpPr>
                        <p:grpSpPr>
                          <a:xfrm>
                            <a:off x="869804" y="1926891"/>
                            <a:ext cx="859388" cy="1037382"/>
                            <a:chOff x="869803" y="1926893"/>
                            <a:chExt cx="1571625" cy="1047751"/>
                          </a:xfrm>
                        </p:grpSpPr>
                        <p:sp>
                          <p:nvSpPr>
                            <p:cNvPr id="169" name="Oval 168">
                              <a:extLst>
                                <a:ext uri="{FF2B5EF4-FFF2-40B4-BE49-F238E27FC236}">
                                  <a16:creationId xmlns:a16="http://schemas.microsoft.com/office/drawing/2014/main" id="{00A5A6C8-6554-A58E-8132-EEE76D09F4B7}"/>
                                </a:ext>
                              </a:extLst>
                            </p:cNvPr>
                            <p:cNvSpPr/>
                            <p:nvPr/>
                          </p:nvSpPr>
                          <p:spPr>
                            <a:xfrm>
                              <a:off x="1012678" y="1936418"/>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0" name="Oval 169">
                              <a:extLst>
                                <a:ext uri="{FF2B5EF4-FFF2-40B4-BE49-F238E27FC236}">
                                  <a16:creationId xmlns:a16="http://schemas.microsoft.com/office/drawing/2014/main" id="{04767C02-7900-B68F-5465-3A2FB517F954}"/>
                                </a:ext>
                              </a:extLst>
                            </p:cNvPr>
                            <p:cNvSpPr/>
                            <p:nvPr/>
                          </p:nvSpPr>
                          <p:spPr>
                            <a:xfrm>
                              <a:off x="2069953" y="1926893"/>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71" name="Group 170">
                              <a:extLst>
                                <a:ext uri="{FF2B5EF4-FFF2-40B4-BE49-F238E27FC236}">
                                  <a16:creationId xmlns:a16="http://schemas.microsoft.com/office/drawing/2014/main" id="{6AAC6D33-3B67-2806-0E5C-6B91BAD890F8}"/>
                                </a:ext>
                              </a:extLst>
                            </p:cNvPr>
                            <p:cNvGrpSpPr/>
                            <p:nvPr/>
                          </p:nvGrpSpPr>
                          <p:grpSpPr>
                            <a:xfrm>
                              <a:off x="1403203" y="2203118"/>
                              <a:ext cx="514350" cy="771526"/>
                              <a:chOff x="1403203" y="2203118"/>
                              <a:chExt cx="895350" cy="876300"/>
                            </a:xfrm>
                          </p:grpSpPr>
                          <p:grpSp>
                            <p:nvGrpSpPr>
                              <p:cNvPr id="202" name="Group 201">
                                <a:extLst>
                                  <a:ext uri="{FF2B5EF4-FFF2-40B4-BE49-F238E27FC236}">
                                    <a16:creationId xmlns:a16="http://schemas.microsoft.com/office/drawing/2014/main" id="{8EE28695-898F-60ED-6414-92221DB77979}"/>
                                  </a:ext>
                                </a:extLst>
                              </p:cNvPr>
                              <p:cNvGrpSpPr/>
                              <p:nvPr/>
                            </p:nvGrpSpPr>
                            <p:grpSpPr>
                              <a:xfrm>
                                <a:off x="1403203" y="2488868"/>
                                <a:ext cx="895350" cy="590550"/>
                                <a:chOff x="1403203" y="2488868"/>
                                <a:chExt cx="895350" cy="590550"/>
                              </a:xfrm>
                            </p:grpSpPr>
                            <p:sp>
                              <p:nvSpPr>
                                <p:cNvPr id="204" name="Isosceles Triangle 203">
                                  <a:extLst>
                                    <a:ext uri="{FF2B5EF4-FFF2-40B4-BE49-F238E27FC236}">
                                      <a16:creationId xmlns:a16="http://schemas.microsoft.com/office/drawing/2014/main" id="{15BD8173-6D4A-D98D-E215-DC0B2DACC6F4}"/>
                                    </a:ext>
                                  </a:extLst>
                                </p:cNvPr>
                                <p:cNvSpPr/>
                                <p:nvPr/>
                              </p:nvSpPr>
                              <p:spPr>
                                <a:xfrm>
                                  <a:off x="1450828"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5" name="Isosceles Triangle 204">
                                  <a:extLst>
                                    <a:ext uri="{FF2B5EF4-FFF2-40B4-BE49-F238E27FC236}">
                                      <a16:creationId xmlns:a16="http://schemas.microsoft.com/office/drawing/2014/main" id="{B8704BA6-E583-1F38-815D-343FD6D2CA7C}"/>
                                    </a:ext>
                                  </a:extLst>
                                </p:cNvPr>
                                <p:cNvSpPr/>
                                <p:nvPr/>
                              </p:nvSpPr>
                              <p:spPr>
                                <a:xfrm>
                                  <a:off x="176515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6" name="Isosceles Triangle 205">
                                  <a:extLst>
                                    <a:ext uri="{FF2B5EF4-FFF2-40B4-BE49-F238E27FC236}">
                                      <a16:creationId xmlns:a16="http://schemas.microsoft.com/office/drawing/2014/main" id="{4EAD23A9-978B-A0CC-9702-2321BDEFBA6B}"/>
                                    </a:ext>
                                  </a:extLst>
                                </p:cNvPr>
                                <p:cNvSpPr/>
                                <p:nvPr/>
                              </p:nvSpPr>
                              <p:spPr>
                                <a:xfrm>
                                  <a:off x="205090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7" name="Isosceles Triangle 206">
                                  <a:extLst>
                                    <a:ext uri="{FF2B5EF4-FFF2-40B4-BE49-F238E27FC236}">
                                      <a16:creationId xmlns:a16="http://schemas.microsoft.com/office/drawing/2014/main" id="{A1DE5E39-84E0-C300-F80A-20231DEC2CB5}"/>
                                    </a:ext>
                                  </a:extLst>
                                </p:cNvPr>
                                <p:cNvSpPr/>
                                <p:nvPr/>
                              </p:nvSpPr>
                              <p:spPr>
                                <a:xfrm>
                                  <a:off x="14032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8" name="Isosceles Triangle 207">
                                  <a:extLst>
                                    <a:ext uri="{FF2B5EF4-FFF2-40B4-BE49-F238E27FC236}">
                                      <a16:creationId xmlns:a16="http://schemas.microsoft.com/office/drawing/2014/main" id="{F163BCE7-2802-C837-6FEB-3A04A7F568FE}"/>
                                    </a:ext>
                                  </a:extLst>
                                </p:cNvPr>
                                <p:cNvSpPr/>
                                <p:nvPr/>
                              </p:nvSpPr>
                              <p:spPr>
                                <a:xfrm>
                                  <a:off x="14984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9" name="Isosceles Triangle 208">
                                  <a:extLst>
                                    <a:ext uri="{FF2B5EF4-FFF2-40B4-BE49-F238E27FC236}">
                                      <a16:creationId xmlns:a16="http://schemas.microsoft.com/office/drawing/2014/main" id="{637C68A9-B971-1879-9D17-DACFC808B347}"/>
                                    </a:ext>
                                  </a:extLst>
                                </p:cNvPr>
                                <p:cNvSpPr/>
                                <p:nvPr/>
                              </p:nvSpPr>
                              <p:spPr>
                                <a:xfrm>
                                  <a:off x="16032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0" name="Isosceles Triangle 209">
                                  <a:extLst>
                                    <a:ext uri="{FF2B5EF4-FFF2-40B4-BE49-F238E27FC236}">
                                      <a16:creationId xmlns:a16="http://schemas.microsoft.com/office/drawing/2014/main" id="{B7A80C38-A565-7BA1-02DE-370CC459E6C5}"/>
                                    </a:ext>
                                  </a:extLst>
                                </p:cNvPr>
                                <p:cNvSpPr/>
                                <p:nvPr/>
                              </p:nvSpPr>
                              <p:spPr>
                                <a:xfrm>
                                  <a:off x="17175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1" name="Isosceles Triangle 210">
                                  <a:extLst>
                                    <a:ext uri="{FF2B5EF4-FFF2-40B4-BE49-F238E27FC236}">
                                      <a16:creationId xmlns:a16="http://schemas.microsoft.com/office/drawing/2014/main" id="{FC734843-2C66-96B4-43D9-E4EAEF8A8A5F}"/>
                                    </a:ext>
                                  </a:extLst>
                                </p:cNvPr>
                                <p:cNvSpPr/>
                                <p:nvPr/>
                              </p:nvSpPr>
                              <p:spPr>
                                <a:xfrm>
                                  <a:off x="18127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2" name="Isosceles Triangle 211">
                                  <a:extLst>
                                    <a:ext uri="{FF2B5EF4-FFF2-40B4-BE49-F238E27FC236}">
                                      <a16:creationId xmlns:a16="http://schemas.microsoft.com/office/drawing/2014/main" id="{0D8C7E05-6F4B-29B8-5A60-E3217C6B882B}"/>
                                    </a:ext>
                                  </a:extLst>
                                </p:cNvPr>
                                <p:cNvSpPr/>
                                <p:nvPr/>
                              </p:nvSpPr>
                              <p:spPr>
                                <a:xfrm>
                                  <a:off x="19175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3" name="Isosceles Triangle 212">
                                  <a:extLst>
                                    <a:ext uri="{FF2B5EF4-FFF2-40B4-BE49-F238E27FC236}">
                                      <a16:creationId xmlns:a16="http://schemas.microsoft.com/office/drawing/2014/main" id="{6E5D2624-5642-BEF3-2F1C-BE10A242DADD}"/>
                                    </a:ext>
                                  </a:extLst>
                                </p:cNvPr>
                                <p:cNvSpPr/>
                                <p:nvPr/>
                              </p:nvSpPr>
                              <p:spPr>
                                <a:xfrm>
                                  <a:off x="20032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 name="Isosceles Triangle 213">
                                  <a:extLst>
                                    <a:ext uri="{FF2B5EF4-FFF2-40B4-BE49-F238E27FC236}">
                                      <a16:creationId xmlns:a16="http://schemas.microsoft.com/office/drawing/2014/main" id="{9B83A898-CD3A-10DD-D788-8DCA6C0D8018}"/>
                                    </a:ext>
                                  </a:extLst>
                                </p:cNvPr>
                                <p:cNvSpPr/>
                                <p:nvPr/>
                              </p:nvSpPr>
                              <p:spPr>
                                <a:xfrm>
                                  <a:off x="20985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5" name="Isosceles Triangle 214">
                                  <a:extLst>
                                    <a:ext uri="{FF2B5EF4-FFF2-40B4-BE49-F238E27FC236}">
                                      <a16:creationId xmlns:a16="http://schemas.microsoft.com/office/drawing/2014/main" id="{397BF04C-D4F2-D332-516C-44DABEB92347}"/>
                                    </a:ext>
                                  </a:extLst>
                                </p:cNvPr>
                                <p:cNvSpPr/>
                                <p:nvPr/>
                              </p:nvSpPr>
                              <p:spPr>
                                <a:xfrm>
                                  <a:off x="22033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03" name="Isosceles Triangle 202">
                                <a:extLst>
                                  <a:ext uri="{FF2B5EF4-FFF2-40B4-BE49-F238E27FC236}">
                                    <a16:creationId xmlns:a16="http://schemas.microsoft.com/office/drawing/2014/main" id="{990095F3-AC86-AE7A-47E8-DB771A5CD0D2}"/>
                                  </a:ext>
                                </a:extLst>
                              </p:cNvPr>
                              <p:cNvSpPr/>
                              <p:nvPr/>
                            </p:nvSpPr>
                            <p:spPr>
                              <a:xfrm>
                                <a:off x="1584178"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2" name="Group 171">
                              <a:extLst>
                                <a:ext uri="{FF2B5EF4-FFF2-40B4-BE49-F238E27FC236}">
                                  <a16:creationId xmlns:a16="http://schemas.microsoft.com/office/drawing/2014/main" id="{1277D2BF-CA33-18AA-8169-8A569296781C}"/>
                                </a:ext>
                              </a:extLst>
                            </p:cNvPr>
                            <p:cNvGrpSpPr/>
                            <p:nvPr/>
                          </p:nvGrpSpPr>
                          <p:grpSpPr>
                            <a:xfrm>
                              <a:off x="869803" y="2203118"/>
                              <a:ext cx="514350" cy="771526"/>
                              <a:chOff x="869803" y="2203118"/>
                              <a:chExt cx="895350" cy="876300"/>
                            </a:xfrm>
                          </p:grpSpPr>
                          <p:grpSp>
                            <p:nvGrpSpPr>
                              <p:cNvPr id="188" name="Group 187">
                                <a:extLst>
                                  <a:ext uri="{FF2B5EF4-FFF2-40B4-BE49-F238E27FC236}">
                                    <a16:creationId xmlns:a16="http://schemas.microsoft.com/office/drawing/2014/main" id="{318D9813-5CB9-604E-1C0C-1175447BF95C}"/>
                                  </a:ext>
                                </a:extLst>
                              </p:cNvPr>
                              <p:cNvGrpSpPr/>
                              <p:nvPr/>
                            </p:nvGrpSpPr>
                            <p:grpSpPr>
                              <a:xfrm>
                                <a:off x="869803" y="2488868"/>
                                <a:ext cx="895350" cy="590550"/>
                                <a:chOff x="869803" y="2488868"/>
                                <a:chExt cx="895350" cy="590550"/>
                              </a:xfrm>
                            </p:grpSpPr>
                            <p:sp>
                              <p:nvSpPr>
                                <p:cNvPr id="190" name="Isosceles Triangle 189">
                                  <a:extLst>
                                    <a:ext uri="{FF2B5EF4-FFF2-40B4-BE49-F238E27FC236}">
                                      <a16:creationId xmlns:a16="http://schemas.microsoft.com/office/drawing/2014/main" id="{B28EA2DF-C1C2-BFB2-1604-AE39BC8AF46A}"/>
                                    </a:ext>
                                  </a:extLst>
                                </p:cNvPr>
                                <p:cNvSpPr/>
                                <p:nvPr/>
                              </p:nvSpPr>
                              <p:spPr>
                                <a:xfrm>
                                  <a:off x="917428"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1" name="Isosceles Triangle 190">
                                  <a:extLst>
                                    <a:ext uri="{FF2B5EF4-FFF2-40B4-BE49-F238E27FC236}">
                                      <a16:creationId xmlns:a16="http://schemas.microsoft.com/office/drawing/2014/main" id="{4D262F07-1AF2-4D20-E7D3-BE295B61EFE5}"/>
                                    </a:ext>
                                  </a:extLst>
                                </p:cNvPr>
                                <p:cNvSpPr/>
                                <p:nvPr/>
                              </p:nvSpPr>
                              <p:spPr>
                                <a:xfrm>
                                  <a:off x="123175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2" name="Isosceles Triangle 191">
                                  <a:extLst>
                                    <a:ext uri="{FF2B5EF4-FFF2-40B4-BE49-F238E27FC236}">
                                      <a16:creationId xmlns:a16="http://schemas.microsoft.com/office/drawing/2014/main" id="{FC0B7CAB-1E7B-E618-6A2D-A64FBA7D1480}"/>
                                    </a:ext>
                                  </a:extLst>
                                </p:cNvPr>
                                <p:cNvSpPr/>
                                <p:nvPr/>
                              </p:nvSpPr>
                              <p:spPr>
                                <a:xfrm>
                                  <a:off x="151750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3" name="Isosceles Triangle 192">
                                  <a:extLst>
                                    <a:ext uri="{FF2B5EF4-FFF2-40B4-BE49-F238E27FC236}">
                                      <a16:creationId xmlns:a16="http://schemas.microsoft.com/office/drawing/2014/main" id="{A94B13E9-8F87-93C2-2CB6-13AA00E4948D}"/>
                                    </a:ext>
                                  </a:extLst>
                                </p:cNvPr>
                                <p:cNvSpPr/>
                                <p:nvPr/>
                              </p:nvSpPr>
                              <p:spPr>
                                <a:xfrm>
                                  <a:off x="8698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4" name="Isosceles Triangle 193">
                                  <a:extLst>
                                    <a:ext uri="{FF2B5EF4-FFF2-40B4-BE49-F238E27FC236}">
                                      <a16:creationId xmlns:a16="http://schemas.microsoft.com/office/drawing/2014/main" id="{9C6F7516-ED75-C2F0-AED9-A58A6B8CBE44}"/>
                                    </a:ext>
                                  </a:extLst>
                                </p:cNvPr>
                                <p:cNvSpPr/>
                                <p:nvPr/>
                              </p:nvSpPr>
                              <p:spPr>
                                <a:xfrm>
                                  <a:off x="9650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5" name="Isosceles Triangle 194">
                                  <a:extLst>
                                    <a:ext uri="{FF2B5EF4-FFF2-40B4-BE49-F238E27FC236}">
                                      <a16:creationId xmlns:a16="http://schemas.microsoft.com/office/drawing/2014/main" id="{881D9092-329C-1163-E494-2D967F1C9437}"/>
                                    </a:ext>
                                  </a:extLst>
                                </p:cNvPr>
                                <p:cNvSpPr/>
                                <p:nvPr/>
                              </p:nvSpPr>
                              <p:spPr>
                                <a:xfrm>
                                  <a:off x="10698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6" name="Isosceles Triangle 195">
                                  <a:extLst>
                                    <a:ext uri="{FF2B5EF4-FFF2-40B4-BE49-F238E27FC236}">
                                      <a16:creationId xmlns:a16="http://schemas.microsoft.com/office/drawing/2014/main" id="{A27A132A-8804-9469-07C6-4A3EA9EAC1C1}"/>
                                    </a:ext>
                                  </a:extLst>
                                </p:cNvPr>
                                <p:cNvSpPr/>
                                <p:nvPr/>
                              </p:nvSpPr>
                              <p:spPr>
                                <a:xfrm>
                                  <a:off x="11841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7" name="Isosceles Triangle 196">
                                  <a:extLst>
                                    <a:ext uri="{FF2B5EF4-FFF2-40B4-BE49-F238E27FC236}">
                                      <a16:creationId xmlns:a16="http://schemas.microsoft.com/office/drawing/2014/main" id="{BED1E405-A5E5-5FA7-C024-F3CF5C3A6A2F}"/>
                                    </a:ext>
                                  </a:extLst>
                                </p:cNvPr>
                                <p:cNvSpPr/>
                                <p:nvPr/>
                              </p:nvSpPr>
                              <p:spPr>
                                <a:xfrm>
                                  <a:off x="12793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8" name="Isosceles Triangle 197">
                                  <a:extLst>
                                    <a:ext uri="{FF2B5EF4-FFF2-40B4-BE49-F238E27FC236}">
                                      <a16:creationId xmlns:a16="http://schemas.microsoft.com/office/drawing/2014/main" id="{B0F5653D-1C72-C52B-2A88-C7D03932C222}"/>
                                    </a:ext>
                                  </a:extLst>
                                </p:cNvPr>
                                <p:cNvSpPr/>
                                <p:nvPr/>
                              </p:nvSpPr>
                              <p:spPr>
                                <a:xfrm>
                                  <a:off x="13841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9" name="Isosceles Triangle 198">
                                  <a:extLst>
                                    <a:ext uri="{FF2B5EF4-FFF2-40B4-BE49-F238E27FC236}">
                                      <a16:creationId xmlns:a16="http://schemas.microsoft.com/office/drawing/2014/main" id="{8D3B9C62-0ECF-BB49-300A-9C9950CB8701}"/>
                                    </a:ext>
                                  </a:extLst>
                                </p:cNvPr>
                                <p:cNvSpPr/>
                                <p:nvPr/>
                              </p:nvSpPr>
                              <p:spPr>
                                <a:xfrm>
                                  <a:off x="14698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0" name="Isosceles Triangle 199">
                                  <a:extLst>
                                    <a:ext uri="{FF2B5EF4-FFF2-40B4-BE49-F238E27FC236}">
                                      <a16:creationId xmlns:a16="http://schemas.microsoft.com/office/drawing/2014/main" id="{4024495C-5ADE-FE72-CC01-2AC5AAFC8B81}"/>
                                    </a:ext>
                                  </a:extLst>
                                </p:cNvPr>
                                <p:cNvSpPr/>
                                <p:nvPr/>
                              </p:nvSpPr>
                              <p:spPr>
                                <a:xfrm>
                                  <a:off x="15651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1" name="Isosceles Triangle 200">
                                  <a:extLst>
                                    <a:ext uri="{FF2B5EF4-FFF2-40B4-BE49-F238E27FC236}">
                                      <a16:creationId xmlns:a16="http://schemas.microsoft.com/office/drawing/2014/main" id="{5F9F4AC4-27F5-C02D-5191-969AEE76DDAD}"/>
                                    </a:ext>
                                  </a:extLst>
                                </p:cNvPr>
                                <p:cNvSpPr/>
                                <p:nvPr/>
                              </p:nvSpPr>
                              <p:spPr>
                                <a:xfrm>
                                  <a:off x="16699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89" name="Isosceles Triangle 188">
                                <a:extLst>
                                  <a:ext uri="{FF2B5EF4-FFF2-40B4-BE49-F238E27FC236}">
                                    <a16:creationId xmlns:a16="http://schemas.microsoft.com/office/drawing/2014/main" id="{BF32E6A1-0D6F-FB1C-7CEF-30C056AEC36E}"/>
                                  </a:ext>
                                </a:extLst>
                              </p:cNvPr>
                              <p:cNvSpPr/>
                              <p:nvPr/>
                            </p:nvSpPr>
                            <p:spPr>
                              <a:xfrm>
                                <a:off x="1050778"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73" name="Group 172">
                              <a:extLst>
                                <a:ext uri="{FF2B5EF4-FFF2-40B4-BE49-F238E27FC236}">
                                  <a16:creationId xmlns:a16="http://schemas.microsoft.com/office/drawing/2014/main" id="{C4D2E764-01EE-72AA-E456-95926D746A8C}"/>
                                </a:ext>
                              </a:extLst>
                            </p:cNvPr>
                            <p:cNvGrpSpPr/>
                            <p:nvPr/>
                          </p:nvGrpSpPr>
                          <p:grpSpPr>
                            <a:xfrm>
                              <a:off x="1927078" y="2203118"/>
                              <a:ext cx="514350" cy="771526"/>
                              <a:chOff x="1927078" y="2203118"/>
                              <a:chExt cx="895350" cy="876300"/>
                            </a:xfrm>
                          </p:grpSpPr>
                          <p:grpSp>
                            <p:nvGrpSpPr>
                              <p:cNvPr id="174" name="Group 173">
                                <a:extLst>
                                  <a:ext uri="{FF2B5EF4-FFF2-40B4-BE49-F238E27FC236}">
                                    <a16:creationId xmlns:a16="http://schemas.microsoft.com/office/drawing/2014/main" id="{450D70B9-620B-BEAC-3F13-8AE397ACC735}"/>
                                  </a:ext>
                                </a:extLst>
                              </p:cNvPr>
                              <p:cNvGrpSpPr/>
                              <p:nvPr/>
                            </p:nvGrpSpPr>
                            <p:grpSpPr>
                              <a:xfrm>
                                <a:off x="1927078" y="2488868"/>
                                <a:ext cx="895350" cy="590550"/>
                                <a:chOff x="1927078" y="2488868"/>
                                <a:chExt cx="895350" cy="590550"/>
                              </a:xfrm>
                            </p:grpSpPr>
                            <p:sp>
                              <p:nvSpPr>
                                <p:cNvPr id="176" name="Isosceles Triangle 175">
                                  <a:extLst>
                                    <a:ext uri="{FF2B5EF4-FFF2-40B4-BE49-F238E27FC236}">
                                      <a16:creationId xmlns:a16="http://schemas.microsoft.com/office/drawing/2014/main" id="{B52A0E1A-2E85-CBFC-06FB-95B10C50AAAD}"/>
                                    </a:ext>
                                  </a:extLst>
                                </p:cNvPr>
                                <p:cNvSpPr/>
                                <p:nvPr/>
                              </p:nvSpPr>
                              <p:spPr>
                                <a:xfrm>
                                  <a:off x="197470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7" name="Isosceles Triangle 176">
                                  <a:extLst>
                                    <a:ext uri="{FF2B5EF4-FFF2-40B4-BE49-F238E27FC236}">
                                      <a16:creationId xmlns:a16="http://schemas.microsoft.com/office/drawing/2014/main" id="{06427B56-0A78-01E5-4CC6-4BB7785D95B9}"/>
                                    </a:ext>
                                  </a:extLst>
                                </p:cNvPr>
                                <p:cNvSpPr/>
                                <p:nvPr/>
                              </p:nvSpPr>
                              <p:spPr>
                                <a:xfrm>
                                  <a:off x="2289028"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8" name="Isosceles Triangle 177">
                                  <a:extLst>
                                    <a:ext uri="{FF2B5EF4-FFF2-40B4-BE49-F238E27FC236}">
                                      <a16:creationId xmlns:a16="http://schemas.microsoft.com/office/drawing/2014/main" id="{5D195BDE-CDD4-3D9C-182F-BCCFE7E375AE}"/>
                                    </a:ext>
                                  </a:extLst>
                                </p:cNvPr>
                                <p:cNvSpPr/>
                                <p:nvPr/>
                              </p:nvSpPr>
                              <p:spPr>
                                <a:xfrm>
                                  <a:off x="2574778"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9" name="Isosceles Triangle 178">
                                  <a:extLst>
                                    <a:ext uri="{FF2B5EF4-FFF2-40B4-BE49-F238E27FC236}">
                                      <a16:creationId xmlns:a16="http://schemas.microsoft.com/office/drawing/2014/main" id="{FABD312B-2DB8-6B0C-C65F-9BEB22D63003}"/>
                                    </a:ext>
                                  </a:extLst>
                                </p:cNvPr>
                                <p:cNvSpPr/>
                                <p:nvPr/>
                              </p:nvSpPr>
                              <p:spPr>
                                <a:xfrm>
                                  <a:off x="19270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0" name="Isosceles Triangle 179">
                                  <a:extLst>
                                    <a:ext uri="{FF2B5EF4-FFF2-40B4-BE49-F238E27FC236}">
                                      <a16:creationId xmlns:a16="http://schemas.microsoft.com/office/drawing/2014/main" id="{040E46A3-6E19-E551-A11C-5255DBB5ECCD}"/>
                                    </a:ext>
                                  </a:extLst>
                                </p:cNvPr>
                                <p:cNvSpPr/>
                                <p:nvPr/>
                              </p:nvSpPr>
                              <p:spPr>
                                <a:xfrm>
                                  <a:off x="20223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1" name="Isosceles Triangle 180">
                                  <a:extLst>
                                    <a:ext uri="{FF2B5EF4-FFF2-40B4-BE49-F238E27FC236}">
                                      <a16:creationId xmlns:a16="http://schemas.microsoft.com/office/drawing/2014/main" id="{F32F2816-7C5E-DF8D-8B88-410CFD96647D}"/>
                                    </a:ext>
                                  </a:extLst>
                                </p:cNvPr>
                                <p:cNvSpPr/>
                                <p:nvPr/>
                              </p:nvSpPr>
                              <p:spPr>
                                <a:xfrm>
                                  <a:off x="21271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2" name="Isosceles Triangle 181">
                                  <a:extLst>
                                    <a:ext uri="{FF2B5EF4-FFF2-40B4-BE49-F238E27FC236}">
                                      <a16:creationId xmlns:a16="http://schemas.microsoft.com/office/drawing/2014/main" id="{24C1BB2A-6E6D-1404-5E06-EB2799694823}"/>
                                    </a:ext>
                                  </a:extLst>
                                </p:cNvPr>
                                <p:cNvSpPr/>
                                <p:nvPr/>
                              </p:nvSpPr>
                              <p:spPr>
                                <a:xfrm>
                                  <a:off x="22414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3" name="Isosceles Triangle 182">
                                  <a:extLst>
                                    <a:ext uri="{FF2B5EF4-FFF2-40B4-BE49-F238E27FC236}">
                                      <a16:creationId xmlns:a16="http://schemas.microsoft.com/office/drawing/2014/main" id="{8C823568-DFD7-5AC6-21C1-E4AA1A57C18C}"/>
                                    </a:ext>
                                  </a:extLst>
                                </p:cNvPr>
                                <p:cNvSpPr/>
                                <p:nvPr/>
                              </p:nvSpPr>
                              <p:spPr>
                                <a:xfrm>
                                  <a:off x="23366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4" name="Isosceles Triangle 183">
                                  <a:extLst>
                                    <a:ext uri="{FF2B5EF4-FFF2-40B4-BE49-F238E27FC236}">
                                      <a16:creationId xmlns:a16="http://schemas.microsoft.com/office/drawing/2014/main" id="{DB15426D-0796-E9D8-26C0-29A313F0E283}"/>
                                    </a:ext>
                                  </a:extLst>
                                </p:cNvPr>
                                <p:cNvSpPr/>
                                <p:nvPr/>
                              </p:nvSpPr>
                              <p:spPr>
                                <a:xfrm>
                                  <a:off x="24414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5" name="Isosceles Triangle 184">
                                  <a:extLst>
                                    <a:ext uri="{FF2B5EF4-FFF2-40B4-BE49-F238E27FC236}">
                                      <a16:creationId xmlns:a16="http://schemas.microsoft.com/office/drawing/2014/main" id="{7D104A25-DA97-6049-0FCB-5BFA7823B2CE}"/>
                                    </a:ext>
                                  </a:extLst>
                                </p:cNvPr>
                                <p:cNvSpPr/>
                                <p:nvPr/>
                              </p:nvSpPr>
                              <p:spPr>
                                <a:xfrm>
                                  <a:off x="25271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6" name="Isosceles Triangle 185">
                                  <a:extLst>
                                    <a:ext uri="{FF2B5EF4-FFF2-40B4-BE49-F238E27FC236}">
                                      <a16:creationId xmlns:a16="http://schemas.microsoft.com/office/drawing/2014/main" id="{28FF7055-2DD5-318A-15ED-213790C43656}"/>
                                    </a:ext>
                                  </a:extLst>
                                </p:cNvPr>
                                <p:cNvSpPr/>
                                <p:nvPr/>
                              </p:nvSpPr>
                              <p:spPr>
                                <a:xfrm>
                                  <a:off x="26224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7" name="Isosceles Triangle 186">
                                  <a:extLst>
                                    <a:ext uri="{FF2B5EF4-FFF2-40B4-BE49-F238E27FC236}">
                                      <a16:creationId xmlns:a16="http://schemas.microsoft.com/office/drawing/2014/main" id="{812D9A6C-37E1-92DE-A4EE-09A06AB99A39}"/>
                                    </a:ext>
                                  </a:extLst>
                                </p:cNvPr>
                                <p:cNvSpPr/>
                                <p:nvPr/>
                              </p:nvSpPr>
                              <p:spPr>
                                <a:xfrm>
                                  <a:off x="27271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75" name="Isosceles Triangle 174">
                                <a:extLst>
                                  <a:ext uri="{FF2B5EF4-FFF2-40B4-BE49-F238E27FC236}">
                                    <a16:creationId xmlns:a16="http://schemas.microsoft.com/office/drawing/2014/main" id="{2E349566-DCDD-AA0D-14C3-7A422940054C}"/>
                                  </a:ext>
                                </a:extLst>
                              </p:cNvPr>
                              <p:cNvSpPr/>
                              <p:nvPr/>
                            </p:nvSpPr>
                            <p:spPr>
                              <a:xfrm>
                                <a:off x="2108053"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61" name="Group 60">
                            <a:extLst>
                              <a:ext uri="{FF2B5EF4-FFF2-40B4-BE49-F238E27FC236}">
                                <a16:creationId xmlns:a16="http://schemas.microsoft.com/office/drawing/2014/main" id="{AEB149BE-3DDB-2022-DFF7-4DB1F96C3639}"/>
                              </a:ext>
                            </a:extLst>
                          </p:cNvPr>
                          <p:cNvGrpSpPr/>
                          <p:nvPr/>
                        </p:nvGrpSpPr>
                        <p:grpSpPr>
                          <a:xfrm>
                            <a:off x="0" y="1936321"/>
                            <a:ext cx="859390" cy="1027951"/>
                            <a:chOff x="0" y="1936418"/>
                            <a:chExt cx="1571625" cy="1038226"/>
                          </a:xfrm>
                        </p:grpSpPr>
                        <p:sp>
                          <p:nvSpPr>
                            <p:cNvPr id="123" name="Oval 122">
                              <a:extLst>
                                <a:ext uri="{FF2B5EF4-FFF2-40B4-BE49-F238E27FC236}">
                                  <a16:creationId xmlns:a16="http://schemas.microsoft.com/office/drawing/2014/main" id="{D2965DCD-62B2-5C7A-155F-54FE05BB27DB}"/>
                                </a:ext>
                              </a:extLst>
                            </p:cNvPr>
                            <p:cNvSpPr/>
                            <p:nvPr/>
                          </p:nvSpPr>
                          <p:spPr>
                            <a:xfrm>
                              <a:off x="142875" y="1936418"/>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24" name="Group 123">
                              <a:extLst>
                                <a:ext uri="{FF2B5EF4-FFF2-40B4-BE49-F238E27FC236}">
                                  <a16:creationId xmlns:a16="http://schemas.microsoft.com/office/drawing/2014/main" id="{66874F28-8466-48D2-AF46-EBFADF4873A7}"/>
                                </a:ext>
                              </a:extLst>
                            </p:cNvPr>
                            <p:cNvGrpSpPr/>
                            <p:nvPr/>
                          </p:nvGrpSpPr>
                          <p:grpSpPr>
                            <a:xfrm>
                              <a:off x="533400" y="2203118"/>
                              <a:ext cx="514350" cy="771526"/>
                              <a:chOff x="533400" y="2203118"/>
                              <a:chExt cx="895350" cy="876300"/>
                            </a:xfrm>
                          </p:grpSpPr>
                          <p:grpSp>
                            <p:nvGrpSpPr>
                              <p:cNvPr id="155" name="Group 154">
                                <a:extLst>
                                  <a:ext uri="{FF2B5EF4-FFF2-40B4-BE49-F238E27FC236}">
                                    <a16:creationId xmlns:a16="http://schemas.microsoft.com/office/drawing/2014/main" id="{BD32377A-9E7F-8793-1DA6-49BABE1C338A}"/>
                                  </a:ext>
                                </a:extLst>
                              </p:cNvPr>
                              <p:cNvGrpSpPr/>
                              <p:nvPr/>
                            </p:nvGrpSpPr>
                            <p:grpSpPr>
                              <a:xfrm>
                                <a:off x="533400" y="2488868"/>
                                <a:ext cx="895350" cy="590550"/>
                                <a:chOff x="533400" y="2488868"/>
                                <a:chExt cx="895350" cy="590550"/>
                              </a:xfrm>
                            </p:grpSpPr>
                            <p:sp>
                              <p:nvSpPr>
                                <p:cNvPr id="157" name="Isosceles Triangle 156">
                                  <a:extLst>
                                    <a:ext uri="{FF2B5EF4-FFF2-40B4-BE49-F238E27FC236}">
                                      <a16:creationId xmlns:a16="http://schemas.microsoft.com/office/drawing/2014/main" id="{D749AC40-3500-48B4-6AF2-35E3CDE640F4}"/>
                                    </a:ext>
                                  </a:extLst>
                                </p:cNvPr>
                                <p:cNvSpPr/>
                                <p:nvPr/>
                              </p:nvSpPr>
                              <p:spPr>
                                <a:xfrm>
                                  <a:off x="581025"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8" name="Isosceles Triangle 157">
                                  <a:extLst>
                                    <a:ext uri="{FF2B5EF4-FFF2-40B4-BE49-F238E27FC236}">
                                      <a16:creationId xmlns:a16="http://schemas.microsoft.com/office/drawing/2014/main" id="{73880F2A-8D7C-1F6A-3D5D-3960B063B4FA}"/>
                                    </a:ext>
                                  </a:extLst>
                                </p:cNvPr>
                                <p:cNvSpPr/>
                                <p:nvPr/>
                              </p:nvSpPr>
                              <p:spPr>
                                <a:xfrm>
                                  <a:off x="89535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9" name="Isosceles Triangle 158">
                                  <a:extLst>
                                    <a:ext uri="{FF2B5EF4-FFF2-40B4-BE49-F238E27FC236}">
                                      <a16:creationId xmlns:a16="http://schemas.microsoft.com/office/drawing/2014/main" id="{786B6503-B676-7B59-E364-89A4E100A522}"/>
                                    </a:ext>
                                  </a:extLst>
                                </p:cNvPr>
                                <p:cNvSpPr/>
                                <p:nvPr/>
                              </p:nvSpPr>
                              <p:spPr>
                                <a:xfrm>
                                  <a:off x="118110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0" name="Isosceles Triangle 159">
                                  <a:extLst>
                                    <a:ext uri="{FF2B5EF4-FFF2-40B4-BE49-F238E27FC236}">
                                      <a16:creationId xmlns:a16="http://schemas.microsoft.com/office/drawing/2014/main" id="{CCB9DA00-C335-7FD9-C775-5AE870CA58DE}"/>
                                    </a:ext>
                                  </a:extLst>
                                </p:cNvPr>
                                <p:cNvSpPr/>
                                <p:nvPr/>
                              </p:nvSpPr>
                              <p:spPr>
                                <a:xfrm>
                                  <a:off x="5334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1" name="Isosceles Triangle 160">
                                  <a:extLst>
                                    <a:ext uri="{FF2B5EF4-FFF2-40B4-BE49-F238E27FC236}">
                                      <a16:creationId xmlns:a16="http://schemas.microsoft.com/office/drawing/2014/main" id="{3559C24B-D643-4316-23DE-30856EED80FB}"/>
                                    </a:ext>
                                  </a:extLst>
                                </p:cNvPr>
                                <p:cNvSpPr/>
                                <p:nvPr/>
                              </p:nvSpPr>
                              <p:spPr>
                                <a:xfrm>
                                  <a:off x="6286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2" name="Isosceles Triangle 161">
                                  <a:extLst>
                                    <a:ext uri="{FF2B5EF4-FFF2-40B4-BE49-F238E27FC236}">
                                      <a16:creationId xmlns:a16="http://schemas.microsoft.com/office/drawing/2014/main" id="{DE253163-7076-EBD1-27ED-44D9EB0C65E5}"/>
                                    </a:ext>
                                  </a:extLst>
                                </p:cNvPr>
                                <p:cNvSpPr/>
                                <p:nvPr/>
                              </p:nvSpPr>
                              <p:spPr>
                                <a:xfrm>
                                  <a:off x="7334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3" name="Isosceles Triangle 162">
                                  <a:extLst>
                                    <a:ext uri="{FF2B5EF4-FFF2-40B4-BE49-F238E27FC236}">
                                      <a16:creationId xmlns:a16="http://schemas.microsoft.com/office/drawing/2014/main" id="{32BC20DA-F655-AC5A-169E-24458CD37A95}"/>
                                    </a:ext>
                                  </a:extLst>
                                </p:cNvPr>
                                <p:cNvSpPr/>
                                <p:nvPr/>
                              </p:nvSpPr>
                              <p:spPr>
                                <a:xfrm>
                                  <a:off x="8477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4" name="Isosceles Triangle 163">
                                  <a:extLst>
                                    <a:ext uri="{FF2B5EF4-FFF2-40B4-BE49-F238E27FC236}">
                                      <a16:creationId xmlns:a16="http://schemas.microsoft.com/office/drawing/2014/main" id="{130F75A8-AB67-3F5F-D2C3-31DC4A51E5A0}"/>
                                    </a:ext>
                                  </a:extLst>
                                </p:cNvPr>
                                <p:cNvSpPr/>
                                <p:nvPr/>
                              </p:nvSpPr>
                              <p:spPr>
                                <a:xfrm>
                                  <a:off x="9429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5" name="Isosceles Triangle 164">
                                  <a:extLst>
                                    <a:ext uri="{FF2B5EF4-FFF2-40B4-BE49-F238E27FC236}">
                                      <a16:creationId xmlns:a16="http://schemas.microsoft.com/office/drawing/2014/main" id="{7F573FDC-ABFD-EE80-72B8-4E6EBDE89304}"/>
                                    </a:ext>
                                  </a:extLst>
                                </p:cNvPr>
                                <p:cNvSpPr/>
                                <p:nvPr/>
                              </p:nvSpPr>
                              <p:spPr>
                                <a:xfrm>
                                  <a:off x="10477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6" name="Isosceles Triangle 165">
                                  <a:extLst>
                                    <a:ext uri="{FF2B5EF4-FFF2-40B4-BE49-F238E27FC236}">
                                      <a16:creationId xmlns:a16="http://schemas.microsoft.com/office/drawing/2014/main" id="{669FB41F-F390-6CF1-9FC5-1775017DAF92}"/>
                                    </a:ext>
                                  </a:extLst>
                                </p:cNvPr>
                                <p:cNvSpPr/>
                                <p:nvPr/>
                              </p:nvSpPr>
                              <p:spPr>
                                <a:xfrm>
                                  <a:off x="11334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7" name="Isosceles Triangle 166">
                                  <a:extLst>
                                    <a:ext uri="{FF2B5EF4-FFF2-40B4-BE49-F238E27FC236}">
                                      <a16:creationId xmlns:a16="http://schemas.microsoft.com/office/drawing/2014/main" id="{F9751656-94AE-24C4-B610-79BE726A5950}"/>
                                    </a:ext>
                                  </a:extLst>
                                </p:cNvPr>
                                <p:cNvSpPr/>
                                <p:nvPr/>
                              </p:nvSpPr>
                              <p:spPr>
                                <a:xfrm>
                                  <a:off x="12287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8" name="Isosceles Triangle 167">
                                  <a:extLst>
                                    <a:ext uri="{FF2B5EF4-FFF2-40B4-BE49-F238E27FC236}">
                                      <a16:creationId xmlns:a16="http://schemas.microsoft.com/office/drawing/2014/main" id="{10419EDD-2CD7-62F1-ADCE-314EC6ABE585}"/>
                                    </a:ext>
                                  </a:extLst>
                                </p:cNvPr>
                                <p:cNvSpPr/>
                                <p:nvPr/>
                              </p:nvSpPr>
                              <p:spPr>
                                <a:xfrm>
                                  <a:off x="13335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56" name="Isosceles Triangle 155">
                                <a:extLst>
                                  <a:ext uri="{FF2B5EF4-FFF2-40B4-BE49-F238E27FC236}">
                                    <a16:creationId xmlns:a16="http://schemas.microsoft.com/office/drawing/2014/main" id="{D6DD0F8F-AD30-7D0F-CD7E-40F9147C1DC0}"/>
                                  </a:ext>
                                </a:extLst>
                              </p:cNvPr>
                              <p:cNvSpPr/>
                              <p:nvPr/>
                            </p:nvSpPr>
                            <p:spPr>
                              <a:xfrm>
                                <a:off x="714375"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25" name="Group 124">
                              <a:extLst>
                                <a:ext uri="{FF2B5EF4-FFF2-40B4-BE49-F238E27FC236}">
                                  <a16:creationId xmlns:a16="http://schemas.microsoft.com/office/drawing/2014/main" id="{C0C5A6A4-33C7-D682-F88E-C2A77DA7DE21}"/>
                                </a:ext>
                              </a:extLst>
                            </p:cNvPr>
                            <p:cNvGrpSpPr/>
                            <p:nvPr/>
                          </p:nvGrpSpPr>
                          <p:grpSpPr>
                            <a:xfrm>
                              <a:off x="0" y="2203118"/>
                              <a:ext cx="514350" cy="771526"/>
                              <a:chOff x="0" y="2203118"/>
                              <a:chExt cx="895350" cy="876300"/>
                            </a:xfrm>
                          </p:grpSpPr>
                          <p:grpSp>
                            <p:nvGrpSpPr>
                              <p:cNvPr id="141" name="Group 140">
                                <a:extLst>
                                  <a:ext uri="{FF2B5EF4-FFF2-40B4-BE49-F238E27FC236}">
                                    <a16:creationId xmlns:a16="http://schemas.microsoft.com/office/drawing/2014/main" id="{B556868C-0028-EB11-CD6D-C06C10EF87AA}"/>
                                  </a:ext>
                                </a:extLst>
                              </p:cNvPr>
                              <p:cNvGrpSpPr/>
                              <p:nvPr/>
                            </p:nvGrpSpPr>
                            <p:grpSpPr>
                              <a:xfrm>
                                <a:off x="0" y="2488868"/>
                                <a:ext cx="895350" cy="590550"/>
                                <a:chOff x="0" y="2488868"/>
                                <a:chExt cx="895350" cy="590550"/>
                              </a:xfrm>
                            </p:grpSpPr>
                            <p:sp>
                              <p:nvSpPr>
                                <p:cNvPr id="143" name="Isosceles Triangle 142">
                                  <a:extLst>
                                    <a:ext uri="{FF2B5EF4-FFF2-40B4-BE49-F238E27FC236}">
                                      <a16:creationId xmlns:a16="http://schemas.microsoft.com/office/drawing/2014/main" id="{58B02939-25E9-69E8-E888-DF3E42BCD692}"/>
                                    </a:ext>
                                  </a:extLst>
                                </p:cNvPr>
                                <p:cNvSpPr/>
                                <p:nvPr/>
                              </p:nvSpPr>
                              <p:spPr>
                                <a:xfrm>
                                  <a:off x="47625"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4" name="Isosceles Triangle 143">
                                  <a:extLst>
                                    <a:ext uri="{FF2B5EF4-FFF2-40B4-BE49-F238E27FC236}">
                                      <a16:creationId xmlns:a16="http://schemas.microsoft.com/office/drawing/2014/main" id="{955D4B0D-8FE7-D1FF-A46A-A6DFE5960A99}"/>
                                    </a:ext>
                                  </a:extLst>
                                </p:cNvPr>
                                <p:cNvSpPr/>
                                <p:nvPr/>
                              </p:nvSpPr>
                              <p:spPr>
                                <a:xfrm>
                                  <a:off x="36195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5" name="Isosceles Triangle 144">
                                  <a:extLst>
                                    <a:ext uri="{FF2B5EF4-FFF2-40B4-BE49-F238E27FC236}">
                                      <a16:creationId xmlns:a16="http://schemas.microsoft.com/office/drawing/2014/main" id="{E7D27632-31F8-16E9-7FBB-44E1247E5FB4}"/>
                                    </a:ext>
                                  </a:extLst>
                                </p:cNvPr>
                                <p:cNvSpPr/>
                                <p:nvPr/>
                              </p:nvSpPr>
                              <p:spPr>
                                <a:xfrm>
                                  <a:off x="64770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6" name="Isosceles Triangle 145">
                                  <a:extLst>
                                    <a:ext uri="{FF2B5EF4-FFF2-40B4-BE49-F238E27FC236}">
                                      <a16:creationId xmlns:a16="http://schemas.microsoft.com/office/drawing/2014/main" id="{4AA8EB3D-0CB4-5EDD-6A40-2E3E0650485D}"/>
                                    </a:ext>
                                  </a:extLst>
                                </p:cNvPr>
                                <p:cNvSpPr/>
                                <p:nvPr/>
                              </p:nvSpPr>
                              <p:spPr>
                                <a:xfrm>
                                  <a:off x="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7" name="Isosceles Triangle 146">
                                  <a:extLst>
                                    <a:ext uri="{FF2B5EF4-FFF2-40B4-BE49-F238E27FC236}">
                                      <a16:creationId xmlns:a16="http://schemas.microsoft.com/office/drawing/2014/main" id="{F2FE7151-A2E0-A1C5-3275-067201F96341}"/>
                                    </a:ext>
                                  </a:extLst>
                                </p:cNvPr>
                                <p:cNvSpPr/>
                                <p:nvPr/>
                              </p:nvSpPr>
                              <p:spPr>
                                <a:xfrm>
                                  <a:off x="952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8" name="Isosceles Triangle 147">
                                  <a:extLst>
                                    <a:ext uri="{FF2B5EF4-FFF2-40B4-BE49-F238E27FC236}">
                                      <a16:creationId xmlns:a16="http://schemas.microsoft.com/office/drawing/2014/main" id="{635549EE-3EE1-18BC-46E8-317B7A5F25BC}"/>
                                    </a:ext>
                                  </a:extLst>
                                </p:cNvPr>
                                <p:cNvSpPr/>
                                <p:nvPr/>
                              </p:nvSpPr>
                              <p:spPr>
                                <a:xfrm>
                                  <a:off x="2000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9" name="Isosceles Triangle 148">
                                  <a:extLst>
                                    <a:ext uri="{FF2B5EF4-FFF2-40B4-BE49-F238E27FC236}">
                                      <a16:creationId xmlns:a16="http://schemas.microsoft.com/office/drawing/2014/main" id="{450A62DF-4175-5F27-734B-D9CE1E529EE7}"/>
                                    </a:ext>
                                  </a:extLst>
                                </p:cNvPr>
                                <p:cNvSpPr/>
                                <p:nvPr/>
                              </p:nvSpPr>
                              <p:spPr>
                                <a:xfrm>
                                  <a:off x="3143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0" name="Isosceles Triangle 149">
                                  <a:extLst>
                                    <a:ext uri="{FF2B5EF4-FFF2-40B4-BE49-F238E27FC236}">
                                      <a16:creationId xmlns:a16="http://schemas.microsoft.com/office/drawing/2014/main" id="{8F4F0EC9-90FC-6FFC-8D1C-286DC0D6F9B8}"/>
                                    </a:ext>
                                  </a:extLst>
                                </p:cNvPr>
                                <p:cNvSpPr/>
                                <p:nvPr/>
                              </p:nvSpPr>
                              <p:spPr>
                                <a:xfrm>
                                  <a:off x="4095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1" name="Isosceles Triangle 150">
                                  <a:extLst>
                                    <a:ext uri="{FF2B5EF4-FFF2-40B4-BE49-F238E27FC236}">
                                      <a16:creationId xmlns:a16="http://schemas.microsoft.com/office/drawing/2014/main" id="{B05CFB87-0F81-C5CB-EB8B-AB5259A12975}"/>
                                    </a:ext>
                                  </a:extLst>
                                </p:cNvPr>
                                <p:cNvSpPr/>
                                <p:nvPr/>
                              </p:nvSpPr>
                              <p:spPr>
                                <a:xfrm>
                                  <a:off x="5143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2" name="Isosceles Triangle 151">
                                  <a:extLst>
                                    <a:ext uri="{FF2B5EF4-FFF2-40B4-BE49-F238E27FC236}">
                                      <a16:creationId xmlns:a16="http://schemas.microsoft.com/office/drawing/2014/main" id="{E4E51955-F561-467D-F7F8-0A6AA2FA09C4}"/>
                                    </a:ext>
                                  </a:extLst>
                                </p:cNvPr>
                                <p:cNvSpPr/>
                                <p:nvPr/>
                              </p:nvSpPr>
                              <p:spPr>
                                <a:xfrm>
                                  <a:off x="6000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3" name="Isosceles Triangle 152">
                                  <a:extLst>
                                    <a:ext uri="{FF2B5EF4-FFF2-40B4-BE49-F238E27FC236}">
                                      <a16:creationId xmlns:a16="http://schemas.microsoft.com/office/drawing/2014/main" id="{753B19FE-6071-B722-618D-52F67ED41313}"/>
                                    </a:ext>
                                  </a:extLst>
                                </p:cNvPr>
                                <p:cNvSpPr/>
                                <p:nvPr/>
                              </p:nvSpPr>
                              <p:spPr>
                                <a:xfrm>
                                  <a:off x="6953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4" name="Isosceles Triangle 153">
                                  <a:extLst>
                                    <a:ext uri="{FF2B5EF4-FFF2-40B4-BE49-F238E27FC236}">
                                      <a16:creationId xmlns:a16="http://schemas.microsoft.com/office/drawing/2014/main" id="{AF0995FE-CE3C-7F29-CC08-E3464184A46D}"/>
                                    </a:ext>
                                  </a:extLst>
                                </p:cNvPr>
                                <p:cNvSpPr/>
                                <p:nvPr/>
                              </p:nvSpPr>
                              <p:spPr>
                                <a:xfrm>
                                  <a:off x="8001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42" name="Isosceles Triangle 141">
                                <a:extLst>
                                  <a:ext uri="{FF2B5EF4-FFF2-40B4-BE49-F238E27FC236}">
                                    <a16:creationId xmlns:a16="http://schemas.microsoft.com/office/drawing/2014/main" id="{6E646753-8867-44E6-34D1-E74CA4BFE1C2}"/>
                                  </a:ext>
                                </a:extLst>
                              </p:cNvPr>
                              <p:cNvSpPr/>
                              <p:nvPr/>
                            </p:nvSpPr>
                            <p:spPr>
                              <a:xfrm>
                                <a:off x="180975"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26" name="Group 125">
                              <a:extLst>
                                <a:ext uri="{FF2B5EF4-FFF2-40B4-BE49-F238E27FC236}">
                                  <a16:creationId xmlns:a16="http://schemas.microsoft.com/office/drawing/2014/main" id="{4463C0D5-AC19-62E7-88AD-8FAC3B6C5DED}"/>
                                </a:ext>
                              </a:extLst>
                            </p:cNvPr>
                            <p:cNvGrpSpPr/>
                            <p:nvPr/>
                          </p:nvGrpSpPr>
                          <p:grpSpPr>
                            <a:xfrm>
                              <a:off x="1057275" y="2203118"/>
                              <a:ext cx="514350" cy="771526"/>
                              <a:chOff x="1057275" y="2203118"/>
                              <a:chExt cx="895350" cy="876300"/>
                            </a:xfrm>
                          </p:grpSpPr>
                          <p:grpSp>
                            <p:nvGrpSpPr>
                              <p:cNvPr id="127" name="Group 126">
                                <a:extLst>
                                  <a:ext uri="{FF2B5EF4-FFF2-40B4-BE49-F238E27FC236}">
                                    <a16:creationId xmlns:a16="http://schemas.microsoft.com/office/drawing/2014/main" id="{4577FBB7-43EF-B5D5-BB15-01890201A6C1}"/>
                                  </a:ext>
                                </a:extLst>
                              </p:cNvPr>
                              <p:cNvGrpSpPr/>
                              <p:nvPr/>
                            </p:nvGrpSpPr>
                            <p:grpSpPr>
                              <a:xfrm>
                                <a:off x="1057275" y="2488868"/>
                                <a:ext cx="895350" cy="590550"/>
                                <a:chOff x="1057275" y="2488868"/>
                                <a:chExt cx="895350" cy="590550"/>
                              </a:xfrm>
                            </p:grpSpPr>
                            <p:sp>
                              <p:nvSpPr>
                                <p:cNvPr id="129" name="Isosceles Triangle 128">
                                  <a:extLst>
                                    <a:ext uri="{FF2B5EF4-FFF2-40B4-BE49-F238E27FC236}">
                                      <a16:creationId xmlns:a16="http://schemas.microsoft.com/office/drawing/2014/main" id="{76714D87-0CBD-9211-2D34-999AA76473DE}"/>
                                    </a:ext>
                                  </a:extLst>
                                </p:cNvPr>
                                <p:cNvSpPr/>
                                <p:nvPr/>
                              </p:nvSpPr>
                              <p:spPr>
                                <a:xfrm>
                                  <a:off x="110490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0" name="Isosceles Triangle 129">
                                  <a:extLst>
                                    <a:ext uri="{FF2B5EF4-FFF2-40B4-BE49-F238E27FC236}">
                                      <a16:creationId xmlns:a16="http://schemas.microsoft.com/office/drawing/2014/main" id="{F50E5A23-80D6-BE89-8EC9-41D5E7BE4925}"/>
                                    </a:ext>
                                  </a:extLst>
                                </p:cNvPr>
                                <p:cNvSpPr/>
                                <p:nvPr/>
                              </p:nvSpPr>
                              <p:spPr>
                                <a:xfrm>
                                  <a:off x="1419225"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1" name="Isosceles Triangle 130">
                                  <a:extLst>
                                    <a:ext uri="{FF2B5EF4-FFF2-40B4-BE49-F238E27FC236}">
                                      <a16:creationId xmlns:a16="http://schemas.microsoft.com/office/drawing/2014/main" id="{473C3944-B103-6872-2F0F-66D8525DD89E}"/>
                                    </a:ext>
                                  </a:extLst>
                                </p:cNvPr>
                                <p:cNvSpPr/>
                                <p:nvPr/>
                              </p:nvSpPr>
                              <p:spPr>
                                <a:xfrm>
                                  <a:off x="1704975"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2" name="Isosceles Triangle 131">
                                  <a:extLst>
                                    <a:ext uri="{FF2B5EF4-FFF2-40B4-BE49-F238E27FC236}">
                                      <a16:creationId xmlns:a16="http://schemas.microsoft.com/office/drawing/2014/main" id="{8F6FBC1A-F1C5-4679-18EB-5621392C2D4D}"/>
                                    </a:ext>
                                  </a:extLst>
                                </p:cNvPr>
                                <p:cNvSpPr/>
                                <p:nvPr/>
                              </p:nvSpPr>
                              <p:spPr>
                                <a:xfrm>
                                  <a:off x="10572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3" name="Isosceles Triangle 132">
                                  <a:extLst>
                                    <a:ext uri="{FF2B5EF4-FFF2-40B4-BE49-F238E27FC236}">
                                      <a16:creationId xmlns:a16="http://schemas.microsoft.com/office/drawing/2014/main" id="{88D58B15-B7DF-4ABB-9B7F-5D0139CB016C}"/>
                                    </a:ext>
                                  </a:extLst>
                                </p:cNvPr>
                                <p:cNvSpPr/>
                                <p:nvPr/>
                              </p:nvSpPr>
                              <p:spPr>
                                <a:xfrm>
                                  <a:off x="11525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4" name="Isosceles Triangle 133">
                                  <a:extLst>
                                    <a:ext uri="{FF2B5EF4-FFF2-40B4-BE49-F238E27FC236}">
                                      <a16:creationId xmlns:a16="http://schemas.microsoft.com/office/drawing/2014/main" id="{8885A269-A38E-3413-A7EB-F6225B6003AA}"/>
                                    </a:ext>
                                  </a:extLst>
                                </p:cNvPr>
                                <p:cNvSpPr/>
                                <p:nvPr/>
                              </p:nvSpPr>
                              <p:spPr>
                                <a:xfrm>
                                  <a:off x="12573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5" name="Isosceles Triangle 134">
                                  <a:extLst>
                                    <a:ext uri="{FF2B5EF4-FFF2-40B4-BE49-F238E27FC236}">
                                      <a16:creationId xmlns:a16="http://schemas.microsoft.com/office/drawing/2014/main" id="{CB5F082E-925A-F03C-4E21-2A6C0907C3B1}"/>
                                    </a:ext>
                                  </a:extLst>
                                </p:cNvPr>
                                <p:cNvSpPr/>
                                <p:nvPr/>
                              </p:nvSpPr>
                              <p:spPr>
                                <a:xfrm>
                                  <a:off x="13716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6" name="Isosceles Triangle 135">
                                  <a:extLst>
                                    <a:ext uri="{FF2B5EF4-FFF2-40B4-BE49-F238E27FC236}">
                                      <a16:creationId xmlns:a16="http://schemas.microsoft.com/office/drawing/2014/main" id="{E1DC0DE0-6259-42EA-4164-9680252E6CB1}"/>
                                    </a:ext>
                                  </a:extLst>
                                </p:cNvPr>
                                <p:cNvSpPr/>
                                <p:nvPr/>
                              </p:nvSpPr>
                              <p:spPr>
                                <a:xfrm>
                                  <a:off x="14668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7" name="Isosceles Triangle 136">
                                  <a:extLst>
                                    <a:ext uri="{FF2B5EF4-FFF2-40B4-BE49-F238E27FC236}">
                                      <a16:creationId xmlns:a16="http://schemas.microsoft.com/office/drawing/2014/main" id="{265AD0A8-CDF2-F138-B1E2-3E1A40116338}"/>
                                    </a:ext>
                                  </a:extLst>
                                </p:cNvPr>
                                <p:cNvSpPr/>
                                <p:nvPr/>
                              </p:nvSpPr>
                              <p:spPr>
                                <a:xfrm>
                                  <a:off x="15716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8" name="Isosceles Triangle 137">
                                  <a:extLst>
                                    <a:ext uri="{FF2B5EF4-FFF2-40B4-BE49-F238E27FC236}">
                                      <a16:creationId xmlns:a16="http://schemas.microsoft.com/office/drawing/2014/main" id="{CCB04D57-FA6D-5127-BCFF-54BA8253605A}"/>
                                    </a:ext>
                                  </a:extLst>
                                </p:cNvPr>
                                <p:cNvSpPr/>
                                <p:nvPr/>
                              </p:nvSpPr>
                              <p:spPr>
                                <a:xfrm>
                                  <a:off x="16573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9" name="Isosceles Triangle 138">
                                  <a:extLst>
                                    <a:ext uri="{FF2B5EF4-FFF2-40B4-BE49-F238E27FC236}">
                                      <a16:creationId xmlns:a16="http://schemas.microsoft.com/office/drawing/2014/main" id="{6E870A51-5CC1-4468-FF57-E5C3F9EC9D51}"/>
                                    </a:ext>
                                  </a:extLst>
                                </p:cNvPr>
                                <p:cNvSpPr/>
                                <p:nvPr/>
                              </p:nvSpPr>
                              <p:spPr>
                                <a:xfrm>
                                  <a:off x="17526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0" name="Isosceles Triangle 139">
                                  <a:extLst>
                                    <a:ext uri="{FF2B5EF4-FFF2-40B4-BE49-F238E27FC236}">
                                      <a16:creationId xmlns:a16="http://schemas.microsoft.com/office/drawing/2014/main" id="{B1B178EB-AC1D-3BF7-307C-A796D713B02A}"/>
                                    </a:ext>
                                  </a:extLst>
                                </p:cNvPr>
                                <p:cNvSpPr/>
                                <p:nvPr/>
                              </p:nvSpPr>
                              <p:spPr>
                                <a:xfrm>
                                  <a:off x="18573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28" name="Isosceles Triangle 127">
                                <a:extLst>
                                  <a:ext uri="{FF2B5EF4-FFF2-40B4-BE49-F238E27FC236}">
                                    <a16:creationId xmlns:a16="http://schemas.microsoft.com/office/drawing/2014/main" id="{77C5086B-CB19-C412-00C2-62DA9F382A33}"/>
                                  </a:ext>
                                </a:extLst>
                              </p:cNvPr>
                              <p:cNvSpPr/>
                              <p:nvPr/>
                            </p:nvSpPr>
                            <p:spPr>
                              <a:xfrm>
                                <a:off x="1238250"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62" name="Group 61">
                            <a:extLst>
                              <a:ext uri="{FF2B5EF4-FFF2-40B4-BE49-F238E27FC236}">
                                <a16:creationId xmlns:a16="http://schemas.microsoft.com/office/drawing/2014/main" id="{62A46738-8189-CB38-3642-12BAC06C12CE}"/>
                              </a:ext>
                            </a:extLst>
                          </p:cNvPr>
                          <p:cNvGrpSpPr/>
                          <p:nvPr/>
                        </p:nvGrpSpPr>
                        <p:grpSpPr>
                          <a:xfrm>
                            <a:off x="1739608" y="1926891"/>
                            <a:ext cx="859388" cy="1037382"/>
                            <a:chOff x="1739606" y="1926893"/>
                            <a:chExt cx="1571625" cy="1047751"/>
                          </a:xfrm>
                        </p:grpSpPr>
                        <p:sp>
                          <p:nvSpPr>
                            <p:cNvPr id="76" name="Oval 75">
                              <a:extLst>
                                <a:ext uri="{FF2B5EF4-FFF2-40B4-BE49-F238E27FC236}">
                                  <a16:creationId xmlns:a16="http://schemas.microsoft.com/office/drawing/2014/main" id="{E683D2FC-D380-39C3-B096-BBE21E4C4EFC}"/>
                                </a:ext>
                              </a:extLst>
                            </p:cNvPr>
                            <p:cNvSpPr/>
                            <p:nvPr/>
                          </p:nvSpPr>
                          <p:spPr>
                            <a:xfrm>
                              <a:off x="1882481" y="1936418"/>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 name="Oval 76">
                              <a:extLst>
                                <a:ext uri="{FF2B5EF4-FFF2-40B4-BE49-F238E27FC236}">
                                  <a16:creationId xmlns:a16="http://schemas.microsoft.com/office/drawing/2014/main" id="{B3A2E866-1FC4-F726-2A5D-672313BA6396}"/>
                                </a:ext>
                              </a:extLst>
                            </p:cNvPr>
                            <p:cNvSpPr/>
                            <p:nvPr/>
                          </p:nvSpPr>
                          <p:spPr>
                            <a:xfrm>
                              <a:off x="2939756" y="1926893"/>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78" name="Group 77">
                              <a:extLst>
                                <a:ext uri="{FF2B5EF4-FFF2-40B4-BE49-F238E27FC236}">
                                  <a16:creationId xmlns:a16="http://schemas.microsoft.com/office/drawing/2014/main" id="{710B6C40-D8AC-A691-10AC-58A59DCBE43A}"/>
                                </a:ext>
                              </a:extLst>
                            </p:cNvPr>
                            <p:cNvGrpSpPr/>
                            <p:nvPr/>
                          </p:nvGrpSpPr>
                          <p:grpSpPr>
                            <a:xfrm>
                              <a:off x="2273006" y="2203118"/>
                              <a:ext cx="514350" cy="771526"/>
                              <a:chOff x="2273006" y="2203118"/>
                              <a:chExt cx="895350" cy="876300"/>
                            </a:xfrm>
                          </p:grpSpPr>
                          <p:grpSp>
                            <p:nvGrpSpPr>
                              <p:cNvPr id="109" name="Group 108">
                                <a:extLst>
                                  <a:ext uri="{FF2B5EF4-FFF2-40B4-BE49-F238E27FC236}">
                                    <a16:creationId xmlns:a16="http://schemas.microsoft.com/office/drawing/2014/main" id="{6AFB2A8E-8098-7136-0888-55841445B3B7}"/>
                                  </a:ext>
                                </a:extLst>
                              </p:cNvPr>
                              <p:cNvGrpSpPr/>
                              <p:nvPr/>
                            </p:nvGrpSpPr>
                            <p:grpSpPr>
                              <a:xfrm>
                                <a:off x="2273006" y="2488868"/>
                                <a:ext cx="895350" cy="590550"/>
                                <a:chOff x="2273006" y="2488868"/>
                                <a:chExt cx="895350" cy="590550"/>
                              </a:xfrm>
                            </p:grpSpPr>
                            <p:sp>
                              <p:nvSpPr>
                                <p:cNvPr id="111" name="Isosceles Triangle 110">
                                  <a:extLst>
                                    <a:ext uri="{FF2B5EF4-FFF2-40B4-BE49-F238E27FC236}">
                                      <a16:creationId xmlns:a16="http://schemas.microsoft.com/office/drawing/2014/main" id="{1020C649-40F1-A333-BC0C-EF782133B2FB}"/>
                                    </a:ext>
                                  </a:extLst>
                                </p:cNvPr>
                                <p:cNvSpPr/>
                                <p:nvPr/>
                              </p:nvSpPr>
                              <p:spPr>
                                <a:xfrm>
                                  <a:off x="2320631"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2" name="Isosceles Triangle 111">
                                  <a:extLst>
                                    <a:ext uri="{FF2B5EF4-FFF2-40B4-BE49-F238E27FC236}">
                                      <a16:creationId xmlns:a16="http://schemas.microsoft.com/office/drawing/2014/main" id="{2F42521A-DEB6-CFA0-CCFD-B7A1E33D2106}"/>
                                    </a:ext>
                                  </a:extLst>
                                </p:cNvPr>
                                <p:cNvSpPr/>
                                <p:nvPr/>
                              </p:nvSpPr>
                              <p:spPr>
                                <a:xfrm>
                                  <a:off x="263495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 name="Isosceles Triangle 112">
                                  <a:extLst>
                                    <a:ext uri="{FF2B5EF4-FFF2-40B4-BE49-F238E27FC236}">
                                      <a16:creationId xmlns:a16="http://schemas.microsoft.com/office/drawing/2014/main" id="{EDF0D18D-C106-5366-208A-8A035273F6E7}"/>
                                    </a:ext>
                                  </a:extLst>
                                </p:cNvPr>
                                <p:cNvSpPr/>
                                <p:nvPr/>
                              </p:nvSpPr>
                              <p:spPr>
                                <a:xfrm>
                                  <a:off x="292070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4" name="Isosceles Triangle 113">
                                  <a:extLst>
                                    <a:ext uri="{FF2B5EF4-FFF2-40B4-BE49-F238E27FC236}">
                                      <a16:creationId xmlns:a16="http://schemas.microsoft.com/office/drawing/2014/main" id="{1B4845BA-6D67-0BCB-CBE7-D47E7B149BE1}"/>
                                    </a:ext>
                                  </a:extLst>
                                </p:cNvPr>
                                <p:cNvSpPr/>
                                <p:nvPr/>
                              </p:nvSpPr>
                              <p:spPr>
                                <a:xfrm>
                                  <a:off x="22730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5" name="Isosceles Triangle 114">
                                  <a:extLst>
                                    <a:ext uri="{FF2B5EF4-FFF2-40B4-BE49-F238E27FC236}">
                                      <a16:creationId xmlns:a16="http://schemas.microsoft.com/office/drawing/2014/main" id="{AC32D645-16FD-6A1F-81CC-F6B0B3E83C8B}"/>
                                    </a:ext>
                                  </a:extLst>
                                </p:cNvPr>
                                <p:cNvSpPr/>
                                <p:nvPr/>
                              </p:nvSpPr>
                              <p:spPr>
                                <a:xfrm>
                                  <a:off x="23682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6" name="Isosceles Triangle 115">
                                  <a:extLst>
                                    <a:ext uri="{FF2B5EF4-FFF2-40B4-BE49-F238E27FC236}">
                                      <a16:creationId xmlns:a16="http://schemas.microsoft.com/office/drawing/2014/main" id="{93963C87-B918-0E59-9984-FD7437C07284}"/>
                                    </a:ext>
                                  </a:extLst>
                                </p:cNvPr>
                                <p:cNvSpPr/>
                                <p:nvPr/>
                              </p:nvSpPr>
                              <p:spPr>
                                <a:xfrm>
                                  <a:off x="24730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7" name="Isosceles Triangle 116">
                                  <a:extLst>
                                    <a:ext uri="{FF2B5EF4-FFF2-40B4-BE49-F238E27FC236}">
                                      <a16:creationId xmlns:a16="http://schemas.microsoft.com/office/drawing/2014/main" id="{9F3DF826-EE31-02C6-D1DA-73B17B759DDA}"/>
                                    </a:ext>
                                  </a:extLst>
                                </p:cNvPr>
                                <p:cNvSpPr/>
                                <p:nvPr/>
                              </p:nvSpPr>
                              <p:spPr>
                                <a:xfrm>
                                  <a:off x="25873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8" name="Isosceles Triangle 117">
                                  <a:extLst>
                                    <a:ext uri="{FF2B5EF4-FFF2-40B4-BE49-F238E27FC236}">
                                      <a16:creationId xmlns:a16="http://schemas.microsoft.com/office/drawing/2014/main" id="{487ABF97-38EF-9C19-11BF-87D7343F0625}"/>
                                    </a:ext>
                                  </a:extLst>
                                </p:cNvPr>
                                <p:cNvSpPr/>
                                <p:nvPr/>
                              </p:nvSpPr>
                              <p:spPr>
                                <a:xfrm>
                                  <a:off x="26825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9" name="Isosceles Triangle 118">
                                  <a:extLst>
                                    <a:ext uri="{FF2B5EF4-FFF2-40B4-BE49-F238E27FC236}">
                                      <a16:creationId xmlns:a16="http://schemas.microsoft.com/office/drawing/2014/main" id="{298B7FB0-6379-5373-1695-89470BD63582}"/>
                                    </a:ext>
                                  </a:extLst>
                                </p:cNvPr>
                                <p:cNvSpPr/>
                                <p:nvPr/>
                              </p:nvSpPr>
                              <p:spPr>
                                <a:xfrm>
                                  <a:off x="27873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0" name="Isosceles Triangle 119">
                                  <a:extLst>
                                    <a:ext uri="{FF2B5EF4-FFF2-40B4-BE49-F238E27FC236}">
                                      <a16:creationId xmlns:a16="http://schemas.microsoft.com/office/drawing/2014/main" id="{B3495AB6-6E8D-515D-A7AC-1C240E5055FB}"/>
                                    </a:ext>
                                  </a:extLst>
                                </p:cNvPr>
                                <p:cNvSpPr/>
                                <p:nvPr/>
                              </p:nvSpPr>
                              <p:spPr>
                                <a:xfrm>
                                  <a:off x="28730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1" name="Isosceles Triangle 120">
                                  <a:extLst>
                                    <a:ext uri="{FF2B5EF4-FFF2-40B4-BE49-F238E27FC236}">
                                      <a16:creationId xmlns:a16="http://schemas.microsoft.com/office/drawing/2014/main" id="{80D34A62-7318-4B6B-BFD2-1C2DF901031F}"/>
                                    </a:ext>
                                  </a:extLst>
                                </p:cNvPr>
                                <p:cNvSpPr/>
                                <p:nvPr/>
                              </p:nvSpPr>
                              <p:spPr>
                                <a:xfrm>
                                  <a:off x="29683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2" name="Isosceles Triangle 121">
                                  <a:extLst>
                                    <a:ext uri="{FF2B5EF4-FFF2-40B4-BE49-F238E27FC236}">
                                      <a16:creationId xmlns:a16="http://schemas.microsoft.com/office/drawing/2014/main" id="{77213966-7040-8907-B4C8-B25121C67A35}"/>
                                    </a:ext>
                                  </a:extLst>
                                </p:cNvPr>
                                <p:cNvSpPr/>
                                <p:nvPr/>
                              </p:nvSpPr>
                              <p:spPr>
                                <a:xfrm>
                                  <a:off x="30731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10" name="Isosceles Triangle 109">
                                <a:extLst>
                                  <a:ext uri="{FF2B5EF4-FFF2-40B4-BE49-F238E27FC236}">
                                    <a16:creationId xmlns:a16="http://schemas.microsoft.com/office/drawing/2014/main" id="{471DB1FC-B88A-4B78-7726-79B99498E351}"/>
                                  </a:ext>
                                </a:extLst>
                              </p:cNvPr>
                              <p:cNvSpPr/>
                              <p:nvPr/>
                            </p:nvSpPr>
                            <p:spPr>
                              <a:xfrm>
                                <a:off x="2453981"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79" name="Group 78">
                              <a:extLst>
                                <a:ext uri="{FF2B5EF4-FFF2-40B4-BE49-F238E27FC236}">
                                  <a16:creationId xmlns:a16="http://schemas.microsoft.com/office/drawing/2014/main" id="{046978CB-5456-BA60-25C7-8166F27C056A}"/>
                                </a:ext>
                              </a:extLst>
                            </p:cNvPr>
                            <p:cNvGrpSpPr/>
                            <p:nvPr/>
                          </p:nvGrpSpPr>
                          <p:grpSpPr>
                            <a:xfrm>
                              <a:off x="1739606" y="2203118"/>
                              <a:ext cx="514350" cy="771526"/>
                              <a:chOff x="1739606" y="2203118"/>
                              <a:chExt cx="895350" cy="876300"/>
                            </a:xfrm>
                          </p:grpSpPr>
                          <p:grpSp>
                            <p:nvGrpSpPr>
                              <p:cNvPr id="95" name="Group 94">
                                <a:extLst>
                                  <a:ext uri="{FF2B5EF4-FFF2-40B4-BE49-F238E27FC236}">
                                    <a16:creationId xmlns:a16="http://schemas.microsoft.com/office/drawing/2014/main" id="{FF04A8E5-D756-C3A9-656A-0C024D6A101E}"/>
                                  </a:ext>
                                </a:extLst>
                              </p:cNvPr>
                              <p:cNvGrpSpPr/>
                              <p:nvPr/>
                            </p:nvGrpSpPr>
                            <p:grpSpPr>
                              <a:xfrm>
                                <a:off x="1739606" y="2488868"/>
                                <a:ext cx="895350" cy="590550"/>
                                <a:chOff x="1739606" y="2488868"/>
                                <a:chExt cx="895350" cy="590550"/>
                              </a:xfrm>
                            </p:grpSpPr>
                            <p:sp>
                              <p:nvSpPr>
                                <p:cNvPr id="97" name="Isosceles Triangle 96">
                                  <a:extLst>
                                    <a:ext uri="{FF2B5EF4-FFF2-40B4-BE49-F238E27FC236}">
                                      <a16:creationId xmlns:a16="http://schemas.microsoft.com/office/drawing/2014/main" id="{99352BB4-2B69-9651-FF34-6777A0F54101}"/>
                                    </a:ext>
                                  </a:extLst>
                                </p:cNvPr>
                                <p:cNvSpPr/>
                                <p:nvPr/>
                              </p:nvSpPr>
                              <p:spPr>
                                <a:xfrm>
                                  <a:off x="1787231"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8" name="Isosceles Triangle 97">
                                  <a:extLst>
                                    <a:ext uri="{FF2B5EF4-FFF2-40B4-BE49-F238E27FC236}">
                                      <a16:creationId xmlns:a16="http://schemas.microsoft.com/office/drawing/2014/main" id="{AC8B6B0E-F10F-6C44-3C98-07B86CD6C708}"/>
                                    </a:ext>
                                  </a:extLst>
                                </p:cNvPr>
                                <p:cNvSpPr/>
                                <p:nvPr/>
                              </p:nvSpPr>
                              <p:spPr>
                                <a:xfrm>
                                  <a:off x="210155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9" name="Isosceles Triangle 98">
                                  <a:extLst>
                                    <a:ext uri="{FF2B5EF4-FFF2-40B4-BE49-F238E27FC236}">
                                      <a16:creationId xmlns:a16="http://schemas.microsoft.com/office/drawing/2014/main" id="{19B7BC48-6A3B-734E-1001-328108D30B7F}"/>
                                    </a:ext>
                                  </a:extLst>
                                </p:cNvPr>
                                <p:cNvSpPr/>
                                <p:nvPr/>
                              </p:nvSpPr>
                              <p:spPr>
                                <a:xfrm>
                                  <a:off x="238730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0" name="Isosceles Triangle 99">
                                  <a:extLst>
                                    <a:ext uri="{FF2B5EF4-FFF2-40B4-BE49-F238E27FC236}">
                                      <a16:creationId xmlns:a16="http://schemas.microsoft.com/office/drawing/2014/main" id="{1EA78A31-D1B7-433E-5909-DB2B38BB1A2A}"/>
                                    </a:ext>
                                  </a:extLst>
                                </p:cNvPr>
                                <p:cNvSpPr/>
                                <p:nvPr/>
                              </p:nvSpPr>
                              <p:spPr>
                                <a:xfrm>
                                  <a:off x="17396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1" name="Isosceles Triangle 100">
                                  <a:extLst>
                                    <a:ext uri="{FF2B5EF4-FFF2-40B4-BE49-F238E27FC236}">
                                      <a16:creationId xmlns:a16="http://schemas.microsoft.com/office/drawing/2014/main" id="{1BC0C01E-6D15-5651-1937-12050B311F2A}"/>
                                    </a:ext>
                                  </a:extLst>
                                </p:cNvPr>
                                <p:cNvSpPr/>
                                <p:nvPr/>
                              </p:nvSpPr>
                              <p:spPr>
                                <a:xfrm>
                                  <a:off x="18348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2" name="Isosceles Triangle 101">
                                  <a:extLst>
                                    <a:ext uri="{FF2B5EF4-FFF2-40B4-BE49-F238E27FC236}">
                                      <a16:creationId xmlns:a16="http://schemas.microsoft.com/office/drawing/2014/main" id="{5D5706C6-213C-FE68-F13C-C94F55CEAF24}"/>
                                    </a:ext>
                                  </a:extLst>
                                </p:cNvPr>
                                <p:cNvSpPr/>
                                <p:nvPr/>
                              </p:nvSpPr>
                              <p:spPr>
                                <a:xfrm>
                                  <a:off x="19396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3" name="Isosceles Triangle 102">
                                  <a:extLst>
                                    <a:ext uri="{FF2B5EF4-FFF2-40B4-BE49-F238E27FC236}">
                                      <a16:creationId xmlns:a16="http://schemas.microsoft.com/office/drawing/2014/main" id="{289CE257-7628-5F16-4209-01CDB7E2FA71}"/>
                                    </a:ext>
                                  </a:extLst>
                                </p:cNvPr>
                                <p:cNvSpPr/>
                                <p:nvPr/>
                              </p:nvSpPr>
                              <p:spPr>
                                <a:xfrm>
                                  <a:off x="20539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4" name="Isosceles Triangle 103">
                                  <a:extLst>
                                    <a:ext uri="{FF2B5EF4-FFF2-40B4-BE49-F238E27FC236}">
                                      <a16:creationId xmlns:a16="http://schemas.microsoft.com/office/drawing/2014/main" id="{2B8676AA-68BB-0FA5-2D59-4C1ACD49BDFE}"/>
                                    </a:ext>
                                  </a:extLst>
                                </p:cNvPr>
                                <p:cNvSpPr/>
                                <p:nvPr/>
                              </p:nvSpPr>
                              <p:spPr>
                                <a:xfrm>
                                  <a:off x="21491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5" name="Isosceles Triangle 104">
                                  <a:extLst>
                                    <a:ext uri="{FF2B5EF4-FFF2-40B4-BE49-F238E27FC236}">
                                      <a16:creationId xmlns:a16="http://schemas.microsoft.com/office/drawing/2014/main" id="{3B714494-6C7B-E563-AF16-D423877BAE8D}"/>
                                    </a:ext>
                                  </a:extLst>
                                </p:cNvPr>
                                <p:cNvSpPr/>
                                <p:nvPr/>
                              </p:nvSpPr>
                              <p:spPr>
                                <a:xfrm>
                                  <a:off x="22539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6" name="Isosceles Triangle 105">
                                  <a:extLst>
                                    <a:ext uri="{FF2B5EF4-FFF2-40B4-BE49-F238E27FC236}">
                                      <a16:creationId xmlns:a16="http://schemas.microsoft.com/office/drawing/2014/main" id="{B55EA9BA-4F57-21DF-312C-877AE43EED47}"/>
                                    </a:ext>
                                  </a:extLst>
                                </p:cNvPr>
                                <p:cNvSpPr/>
                                <p:nvPr/>
                              </p:nvSpPr>
                              <p:spPr>
                                <a:xfrm>
                                  <a:off x="23396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7" name="Isosceles Triangle 106">
                                  <a:extLst>
                                    <a:ext uri="{FF2B5EF4-FFF2-40B4-BE49-F238E27FC236}">
                                      <a16:creationId xmlns:a16="http://schemas.microsoft.com/office/drawing/2014/main" id="{4EEA428C-8456-42EF-5C4E-6E4F5E6C5891}"/>
                                    </a:ext>
                                  </a:extLst>
                                </p:cNvPr>
                                <p:cNvSpPr/>
                                <p:nvPr/>
                              </p:nvSpPr>
                              <p:spPr>
                                <a:xfrm>
                                  <a:off x="24349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8" name="Isosceles Triangle 107">
                                  <a:extLst>
                                    <a:ext uri="{FF2B5EF4-FFF2-40B4-BE49-F238E27FC236}">
                                      <a16:creationId xmlns:a16="http://schemas.microsoft.com/office/drawing/2014/main" id="{6B5A3915-D913-3B7C-3627-7F3B783E0E0F}"/>
                                    </a:ext>
                                  </a:extLst>
                                </p:cNvPr>
                                <p:cNvSpPr/>
                                <p:nvPr/>
                              </p:nvSpPr>
                              <p:spPr>
                                <a:xfrm>
                                  <a:off x="25397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96" name="Isosceles Triangle 95">
                                <a:extLst>
                                  <a:ext uri="{FF2B5EF4-FFF2-40B4-BE49-F238E27FC236}">
                                    <a16:creationId xmlns:a16="http://schemas.microsoft.com/office/drawing/2014/main" id="{5C7ED3D2-50A6-B60C-5736-4F940DE984F5}"/>
                                  </a:ext>
                                </a:extLst>
                              </p:cNvPr>
                              <p:cNvSpPr/>
                              <p:nvPr/>
                            </p:nvSpPr>
                            <p:spPr>
                              <a:xfrm>
                                <a:off x="1920581"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0" name="Group 79">
                              <a:extLst>
                                <a:ext uri="{FF2B5EF4-FFF2-40B4-BE49-F238E27FC236}">
                                  <a16:creationId xmlns:a16="http://schemas.microsoft.com/office/drawing/2014/main" id="{CFBD8902-939C-8565-41A3-07007FDC1D11}"/>
                                </a:ext>
                              </a:extLst>
                            </p:cNvPr>
                            <p:cNvGrpSpPr/>
                            <p:nvPr/>
                          </p:nvGrpSpPr>
                          <p:grpSpPr>
                            <a:xfrm>
                              <a:off x="2796881" y="2203118"/>
                              <a:ext cx="514350" cy="771526"/>
                              <a:chOff x="2796881" y="2203118"/>
                              <a:chExt cx="895350" cy="876300"/>
                            </a:xfrm>
                          </p:grpSpPr>
                          <p:grpSp>
                            <p:nvGrpSpPr>
                              <p:cNvPr id="81" name="Group 80">
                                <a:extLst>
                                  <a:ext uri="{FF2B5EF4-FFF2-40B4-BE49-F238E27FC236}">
                                    <a16:creationId xmlns:a16="http://schemas.microsoft.com/office/drawing/2014/main" id="{88F62A1A-8F0C-A4D6-B883-9BB1FDCA69B0}"/>
                                  </a:ext>
                                </a:extLst>
                              </p:cNvPr>
                              <p:cNvGrpSpPr/>
                              <p:nvPr/>
                            </p:nvGrpSpPr>
                            <p:grpSpPr>
                              <a:xfrm>
                                <a:off x="2796881" y="2488868"/>
                                <a:ext cx="895350" cy="590550"/>
                                <a:chOff x="2796881" y="2488868"/>
                                <a:chExt cx="895350" cy="590550"/>
                              </a:xfrm>
                            </p:grpSpPr>
                            <p:sp>
                              <p:nvSpPr>
                                <p:cNvPr id="83" name="Isosceles Triangle 82">
                                  <a:extLst>
                                    <a:ext uri="{FF2B5EF4-FFF2-40B4-BE49-F238E27FC236}">
                                      <a16:creationId xmlns:a16="http://schemas.microsoft.com/office/drawing/2014/main" id="{2F532662-2646-D09B-2CA2-2F4A7CD91910}"/>
                                    </a:ext>
                                  </a:extLst>
                                </p:cNvPr>
                                <p:cNvSpPr/>
                                <p:nvPr/>
                              </p:nvSpPr>
                              <p:spPr>
                                <a:xfrm>
                                  <a:off x="284450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4" name="Isosceles Triangle 83">
                                  <a:extLst>
                                    <a:ext uri="{FF2B5EF4-FFF2-40B4-BE49-F238E27FC236}">
                                      <a16:creationId xmlns:a16="http://schemas.microsoft.com/office/drawing/2014/main" id="{BA913C54-4666-4E0B-2774-DA1805D3A97B}"/>
                                    </a:ext>
                                  </a:extLst>
                                </p:cNvPr>
                                <p:cNvSpPr/>
                                <p:nvPr/>
                              </p:nvSpPr>
                              <p:spPr>
                                <a:xfrm>
                                  <a:off x="3158831"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 name="Isosceles Triangle 84">
                                  <a:extLst>
                                    <a:ext uri="{FF2B5EF4-FFF2-40B4-BE49-F238E27FC236}">
                                      <a16:creationId xmlns:a16="http://schemas.microsoft.com/office/drawing/2014/main" id="{BA3CBD87-C8D9-AD37-AE8C-93357A398652}"/>
                                    </a:ext>
                                  </a:extLst>
                                </p:cNvPr>
                                <p:cNvSpPr/>
                                <p:nvPr/>
                              </p:nvSpPr>
                              <p:spPr>
                                <a:xfrm>
                                  <a:off x="3444581"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 name="Isosceles Triangle 85">
                                  <a:extLst>
                                    <a:ext uri="{FF2B5EF4-FFF2-40B4-BE49-F238E27FC236}">
                                      <a16:creationId xmlns:a16="http://schemas.microsoft.com/office/drawing/2014/main" id="{D1784E9E-44D6-F049-836E-2E2017FDA6DD}"/>
                                    </a:ext>
                                  </a:extLst>
                                </p:cNvPr>
                                <p:cNvSpPr/>
                                <p:nvPr/>
                              </p:nvSpPr>
                              <p:spPr>
                                <a:xfrm>
                                  <a:off x="27968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7" name="Isosceles Triangle 86">
                                  <a:extLst>
                                    <a:ext uri="{FF2B5EF4-FFF2-40B4-BE49-F238E27FC236}">
                                      <a16:creationId xmlns:a16="http://schemas.microsoft.com/office/drawing/2014/main" id="{199DBCA8-FDEB-CB23-A636-CBD165F49C13}"/>
                                    </a:ext>
                                  </a:extLst>
                                </p:cNvPr>
                                <p:cNvSpPr/>
                                <p:nvPr/>
                              </p:nvSpPr>
                              <p:spPr>
                                <a:xfrm>
                                  <a:off x="28921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 name="Isosceles Triangle 87">
                                  <a:extLst>
                                    <a:ext uri="{FF2B5EF4-FFF2-40B4-BE49-F238E27FC236}">
                                      <a16:creationId xmlns:a16="http://schemas.microsoft.com/office/drawing/2014/main" id="{B103A0CA-85EF-E74D-131D-F599BD7E2271}"/>
                                    </a:ext>
                                  </a:extLst>
                                </p:cNvPr>
                                <p:cNvSpPr/>
                                <p:nvPr/>
                              </p:nvSpPr>
                              <p:spPr>
                                <a:xfrm>
                                  <a:off x="29969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9" name="Isosceles Triangle 88">
                                  <a:extLst>
                                    <a:ext uri="{FF2B5EF4-FFF2-40B4-BE49-F238E27FC236}">
                                      <a16:creationId xmlns:a16="http://schemas.microsoft.com/office/drawing/2014/main" id="{6E3BDC27-61B2-79ED-DAEF-718BDD95B6F9}"/>
                                    </a:ext>
                                  </a:extLst>
                                </p:cNvPr>
                                <p:cNvSpPr/>
                                <p:nvPr/>
                              </p:nvSpPr>
                              <p:spPr>
                                <a:xfrm>
                                  <a:off x="31112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0" name="Isosceles Triangle 89">
                                  <a:extLst>
                                    <a:ext uri="{FF2B5EF4-FFF2-40B4-BE49-F238E27FC236}">
                                      <a16:creationId xmlns:a16="http://schemas.microsoft.com/office/drawing/2014/main" id="{77A0F7DB-E94C-79D9-38D5-BDB24F4DEAFA}"/>
                                    </a:ext>
                                  </a:extLst>
                                </p:cNvPr>
                                <p:cNvSpPr/>
                                <p:nvPr/>
                              </p:nvSpPr>
                              <p:spPr>
                                <a:xfrm>
                                  <a:off x="32064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1" name="Isosceles Triangle 90">
                                  <a:extLst>
                                    <a:ext uri="{FF2B5EF4-FFF2-40B4-BE49-F238E27FC236}">
                                      <a16:creationId xmlns:a16="http://schemas.microsoft.com/office/drawing/2014/main" id="{0122344F-E7DD-3AAE-4289-2C66C8DF5E5B}"/>
                                    </a:ext>
                                  </a:extLst>
                                </p:cNvPr>
                                <p:cNvSpPr/>
                                <p:nvPr/>
                              </p:nvSpPr>
                              <p:spPr>
                                <a:xfrm>
                                  <a:off x="33112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2" name="Isosceles Triangle 91">
                                  <a:extLst>
                                    <a:ext uri="{FF2B5EF4-FFF2-40B4-BE49-F238E27FC236}">
                                      <a16:creationId xmlns:a16="http://schemas.microsoft.com/office/drawing/2014/main" id="{236DE402-E2D7-F26F-5BB3-39BBCB76B713}"/>
                                    </a:ext>
                                  </a:extLst>
                                </p:cNvPr>
                                <p:cNvSpPr/>
                                <p:nvPr/>
                              </p:nvSpPr>
                              <p:spPr>
                                <a:xfrm>
                                  <a:off x="33969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3" name="Isosceles Triangle 92">
                                  <a:extLst>
                                    <a:ext uri="{FF2B5EF4-FFF2-40B4-BE49-F238E27FC236}">
                                      <a16:creationId xmlns:a16="http://schemas.microsoft.com/office/drawing/2014/main" id="{56522460-534C-F670-1254-1E742B300E7F}"/>
                                    </a:ext>
                                  </a:extLst>
                                </p:cNvPr>
                                <p:cNvSpPr/>
                                <p:nvPr/>
                              </p:nvSpPr>
                              <p:spPr>
                                <a:xfrm>
                                  <a:off x="34922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4" name="Isosceles Triangle 93">
                                  <a:extLst>
                                    <a:ext uri="{FF2B5EF4-FFF2-40B4-BE49-F238E27FC236}">
                                      <a16:creationId xmlns:a16="http://schemas.microsoft.com/office/drawing/2014/main" id="{9FA6DC45-E3CA-815C-B067-9369173EE481}"/>
                                    </a:ext>
                                  </a:extLst>
                                </p:cNvPr>
                                <p:cNvSpPr/>
                                <p:nvPr/>
                              </p:nvSpPr>
                              <p:spPr>
                                <a:xfrm>
                                  <a:off x="35969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82" name="Isosceles Triangle 81">
                                <a:extLst>
                                  <a:ext uri="{FF2B5EF4-FFF2-40B4-BE49-F238E27FC236}">
                                    <a16:creationId xmlns:a16="http://schemas.microsoft.com/office/drawing/2014/main" id="{145F8D6D-DDBB-F89B-6465-E745412E6C90}"/>
                                  </a:ext>
                                </a:extLst>
                              </p:cNvPr>
                              <p:cNvSpPr/>
                              <p:nvPr/>
                            </p:nvSpPr>
                            <p:spPr>
                              <a:xfrm>
                                <a:off x="2977856"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cxnSp>
                        <p:nvCxnSpPr>
                          <p:cNvPr id="63" name="Straight Connector 62">
                            <a:extLst>
                              <a:ext uri="{FF2B5EF4-FFF2-40B4-BE49-F238E27FC236}">
                                <a16:creationId xmlns:a16="http://schemas.microsoft.com/office/drawing/2014/main" id="{947826FE-EC15-8559-FFC5-9716FAB40A13}"/>
                              </a:ext>
                            </a:extLst>
                          </p:cNvPr>
                          <p:cNvCxnSpPr/>
                          <p:nvPr/>
                        </p:nvCxnSpPr>
                        <p:spPr>
                          <a:xfrm flipH="1">
                            <a:off x="140627" y="1851447"/>
                            <a:ext cx="296879" cy="8487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250AAB8-6B60-AFFE-34DA-3F9263697ED0}"/>
                              </a:ext>
                            </a:extLst>
                          </p:cNvPr>
                          <p:cNvCxnSpPr/>
                          <p:nvPr/>
                        </p:nvCxnSpPr>
                        <p:spPr>
                          <a:xfrm>
                            <a:off x="437506" y="1860878"/>
                            <a:ext cx="286462" cy="7544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96223E3A-E6FC-33FF-0069-E27EF8D13F85}"/>
                              </a:ext>
                            </a:extLst>
                          </p:cNvPr>
                          <p:cNvCxnSpPr/>
                          <p:nvPr/>
                        </p:nvCxnSpPr>
                        <p:spPr>
                          <a:xfrm flipH="1">
                            <a:off x="1010430" y="1804293"/>
                            <a:ext cx="302087" cy="1226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3195CD36-1D0B-774D-40F0-4F0168D39C35}"/>
                              </a:ext>
                            </a:extLst>
                          </p:cNvPr>
                          <p:cNvCxnSpPr/>
                          <p:nvPr/>
                        </p:nvCxnSpPr>
                        <p:spPr>
                          <a:xfrm>
                            <a:off x="1312517" y="1804293"/>
                            <a:ext cx="281254" cy="11882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9D3196B9-027F-B96E-C3F7-7CEEF9B84202}"/>
                              </a:ext>
                            </a:extLst>
                          </p:cNvPr>
                          <p:cNvCxnSpPr/>
                          <p:nvPr/>
                        </p:nvCxnSpPr>
                        <p:spPr>
                          <a:xfrm>
                            <a:off x="1307309" y="1417632"/>
                            <a:ext cx="0" cy="1320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46280E03-23C6-56C8-0002-745C55406CBD}"/>
                              </a:ext>
                            </a:extLst>
                          </p:cNvPr>
                          <p:cNvCxnSpPr/>
                          <p:nvPr/>
                        </p:nvCxnSpPr>
                        <p:spPr>
                          <a:xfrm>
                            <a:off x="1307309" y="1417632"/>
                            <a:ext cx="947830" cy="1359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B618B10A-5D11-2AB8-C981-B14E058BA685}"/>
                              </a:ext>
                            </a:extLst>
                          </p:cNvPr>
                          <p:cNvCxnSpPr/>
                          <p:nvPr/>
                        </p:nvCxnSpPr>
                        <p:spPr>
                          <a:xfrm flipH="1">
                            <a:off x="2177112" y="1798779"/>
                            <a:ext cx="78027" cy="1281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6AE0BFF0-D541-9B0C-04C5-D5F8CA4EACD7}"/>
                              </a:ext>
                            </a:extLst>
                          </p:cNvPr>
                          <p:cNvCxnSpPr/>
                          <p:nvPr/>
                        </p:nvCxnSpPr>
                        <p:spPr>
                          <a:xfrm flipH="1">
                            <a:off x="1880233" y="1798779"/>
                            <a:ext cx="374906" cy="13754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D1C63577-4E8D-92E5-695C-CC83603886E4}"/>
                              </a:ext>
                            </a:extLst>
                          </p:cNvPr>
                          <p:cNvCxnSpPr/>
                          <p:nvPr/>
                        </p:nvCxnSpPr>
                        <p:spPr>
                          <a:xfrm>
                            <a:off x="2255139" y="1798779"/>
                            <a:ext cx="203226" cy="1281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DFCB29C-0A38-2A39-126C-3004703DC381}"/>
                              </a:ext>
                            </a:extLst>
                          </p:cNvPr>
                          <p:cNvCxnSpPr/>
                          <p:nvPr/>
                        </p:nvCxnSpPr>
                        <p:spPr>
                          <a:xfrm>
                            <a:off x="1307309" y="1794862"/>
                            <a:ext cx="0" cy="1320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09176AAB-D31B-512A-73E6-531032227B61}"/>
                              </a:ext>
                            </a:extLst>
                          </p:cNvPr>
                          <p:cNvCxnSpPr/>
                          <p:nvPr/>
                        </p:nvCxnSpPr>
                        <p:spPr>
                          <a:xfrm>
                            <a:off x="437506" y="1832585"/>
                            <a:ext cx="0" cy="9430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74" name="TextBox 424">
                            <a:extLst>
                              <a:ext uri="{FF2B5EF4-FFF2-40B4-BE49-F238E27FC236}">
                                <a16:creationId xmlns:a16="http://schemas.microsoft.com/office/drawing/2014/main" id="{48AAA87B-F39C-A678-8BF9-9433047BE511}"/>
                              </a:ext>
                            </a:extLst>
                          </p:cNvPr>
                          <p:cNvSpPr txBox="1"/>
                          <p:nvPr/>
                        </p:nvSpPr>
                        <p:spPr>
                          <a:xfrm>
                            <a:off x="-91939" y="3161596"/>
                            <a:ext cx="2820673" cy="1898332"/>
                          </a:xfrm>
                          <a:prstGeom prst="rect">
                            <a:avLst/>
                          </a:prstGeom>
                          <a:noFill/>
                        </p:spPr>
                        <p:txBody>
                          <a:bodyPr wrap="square" rtlCol="0">
                            <a:noAutofit/>
                          </a:bodyPr>
                          <a:lstStyle/>
                          <a:p>
                            <a:pPr marL="0" marR="0" algn="just">
                              <a:lnSpc>
                                <a:spcPct val="115000"/>
                              </a:lnSpc>
                              <a:buNone/>
                            </a:pPr>
                            <a:r>
                              <a:rPr lang="en-US" sz="1600" b="1"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Plan A 3 x 3 Matrix System:</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indent="-228600" algn="just">
                              <a:lnSpc>
                                <a:spcPct val="115000"/>
                              </a:lnSpc>
                              <a:buFont typeface="+mj-lt"/>
                              <a:buAutoNum type="arabicPeriod"/>
                            </a:pPr>
                            <a:r>
                              <a:rPr lang="en-US" sz="12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In the Matrix System every member has one Direct Sponsor and one Placement Sponsor. </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a:p>
                            <a:pPr marL="457200" marR="0" indent="-228600" algn="just">
                              <a:lnSpc>
                                <a:spcPct val="115000"/>
                              </a:lnSpc>
                              <a:buFont typeface="+mj-lt"/>
                              <a:buAutoNum type="arabicPeriod"/>
                            </a:pPr>
                            <a:r>
                              <a:rPr lang="en-US" sz="12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Can open multiple virtual matrix account.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5" name="TextBox 427">
                            <a:extLst>
                              <a:ext uri="{FF2B5EF4-FFF2-40B4-BE49-F238E27FC236}">
                                <a16:creationId xmlns:a16="http://schemas.microsoft.com/office/drawing/2014/main" id="{78A4DFAA-4929-78D4-490E-3F874B8A1997}"/>
                              </a:ext>
                            </a:extLst>
                          </p:cNvPr>
                          <p:cNvSpPr txBox="1"/>
                          <p:nvPr/>
                        </p:nvSpPr>
                        <p:spPr>
                          <a:xfrm>
                            <a:off x="-96875" y="57716"/>
                            <a:ext cx="2928026" cy="424857"/>
                          </a:xfrm>
                          <a:prstGeom prst="rect">
                            <a:avLst/>
                          </a:prstGeom>
                          <a:noFill/>
                        </p:spPr>
                        <p:txBody>
                          <a:bodyPr wrap="square" rtlCol="0">
                            <a:noAutofit/>
                          </a:bodyPr>
                          <a:lstStyle/>
                          <a:p>
                            <a:pPr marL="0" marR="0" algn="ctr">
                              <a:lnSpc>
                                <a:spcPct val="115000"/>
                              </a:lnSpc>
                              <a:spcAft>
                                <a:spcPts val="800"/>
                              </a:spcAft>
                              <a:buNone/>
                            </a:pPr>
                            <a:r>
                              <a:rPr lang="en-US" b="1"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Plan A: 3 x 3 Matrix System</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51" name="Group 50">
                          <a:extLst>
                            <a:ext uri="{FF2B5EF4-FFF2-40B4-BE49-F238E27FC236}">
                              <a16:creationId xmlns:a16="http://schemas.microsoft.com/office/drawing/2014/main" id="{491B5186-AC7F-9E6D-5028-486ED1CDD255}"/>
                            </a:ext>
                          </a:extLst>
                        </p:cNvPr>
                        <p:cNvGrpSpPr/>
                        <p:nvPr/>
                      </p:nvGrpSpPr>
                      <p:grpSpPr>
                        <a:xfrm>
                          <a:off x="1285875" y="704850"/>
                          <a:ext cx="552469" cy="480270"/>
                          <a:chOff x="0" y="0"/>
                          <a:chExt cx="552469" cy="480270"/>
                        </a:xfrm>
                      </p:grpSpPr>
                      <p:cxnSp>
                        <p:nvCxnSpPr>
                          <p:cNvPr id="52" name="Straight Connector 51">
                            <a:extLst>
                              <a:ext uri="{FF2B5EF4-FFF2-40B4-BE49-F238E27FC236}">
                                <a16:creationId xmlns:a16="http://schemas.microsoft.com/office/drawing/2014/main" id="{DCC75E31-403F-DD28-5514-D3E412E41995}"/>
                              </a:ext>
                            </a:extLst>
                          </p:cNvPr>
                          <p:cNvCxnSpPr/>
                          <p:nvPr/>
                        </p:nvCxnSpPr>
                        <p:spPr>
                          <a:xfrm flipH="1">
                            <a:off x="47625" y="0"/>
                            <a:ext cx="241529" cy="8563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25DD50E-2DCD-E516-E60A-AB8CBEA38611}"/>
                              </a:ext>
                            </a:extLst>
                          </p:cNvPr>
                          <p:cNvCxnSpPr/>
                          <p:nvPr/>
                        </p:nvCxnSpPr>
                        <p:spPr>
                          <a:xfrm>
                            <a:off x="285750" y="9525"/>
                            <a:ext cx="266719" cy="1465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4D26F4A-6A49-1BB4-F27D-33980C56188C}"/>
                              </a:ext>
                            </a:extLst>
                          </p:cNvPr>
                          <p:cNvCxnSpPr/>
                          <p:nvPr/>
                        </p:nvCxnSpPr>
                        <p:spPr>
                          <a:xfrm flipH="1">
                            <a:off x="19050" y="342900"/>
                            <a:ext cx="0" cy="13737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20F6606-CB03-BC36-66FF-2E41845977CC}"/>
                              </a:ext>
                            </a:extLst>
                          </p:cNvPr>
                          <p:cNvCxnSpPr/>
                          <p:nvPr/>
                        </p:nvCxnSpPr>
                        <p:spPr>
                          <a:xfrm>
                            <a:off x="19050" y="342900"/>
                            <a:ext cx="241750" cy="13737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9893EA1-E925-A773-9D8E-70C8698A5E26}"/>
                              </a:ext>
                            </a:extLst>
                          </p:cNvPr>
                          <p:cNvCxnSpPr/>
                          <p:nvPr/>
                        </p:nvCxnSpPr>
                        <p:spPr>
                          <a:xfrm>
                            <a:off x="0" y="333375"/>
                            <a:ext cx="531858" cy="1423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CBB946D6-4CFD-C7DE-A748-8A23E5140D1D}"/>
                              </a:ext>
                            </a:extLst>
                          </p:cNvPr>
                          <p:cNvCxnSpPr/>
                          <p:nvPr/>
                        </p:nvCxnSpPr>
                        <p:spPr>
                          <a:xfrm flipH="1">
                            <a:off x="275760" y="0"/>
                            <a:ext cx="0" cy="175186"/>
                          </a:xfrm>
                          <a:prstGeom prst="line">
                            <a:avLst/>
                          </a:prstGeom>
                          <a:noFill/>
                          <a:ln w="3175" cap="flat" cmpd="sng" algn="ctr">
                            <a:solidFill>
                              <a:sysClr val="windowText" lastClr="000000"/>
                            </a:solidFill>
                            <a:prstDash val="solid"/>
                            <a:miter lim="800000"/>
                          </a:ln>
                          <a:effectLst/>
                        </p:spPr>
                      </p:cxnSp>
                    </p:grpSp>
                  </p:grpSp>
                </p:grpSp>
                <p:sp>
                  <p:nvSpPr>
                    <p:cNvPr id="42" name="Text Box 175">
                      <a:extLst>
                        <a:ext uri="{FF2B5EF4-FFF2-40B4-BE49-F238E27FC236}">
                          <a16:creationId xmlns:a16="http://schemas.microsoft.com/office/drawing/2014/main" id="{CF0FCB18-9BAC-27B9-D242-E8D339B9B963}"/>
                        </a:ext>
                      </a:extLst>
                    </p:cNvPr>
                    <p:cNvSpPr txBox="1"/>
                    <p:nvPr/>
                  </p:nvSpPr>
                  <p:spPr>
                    <a:xfrm>
                      <a:off x="4993778" y="557058"/>
                      <a:ext cx="526989" cy="115791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V3</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V4</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3" name="Text Box 175">
                      <a:extLst>
                        <a:ext uri="{FF2B5EF4-FFF2-40B4-BE49-F238E27FC236}">
                          <a16:creationId xmlns:a16="http://schemas.microsoft.com/office/drawing/2014/main" id="{F7124637-A9EF-450A-B74A-7C6019E110C9}"/>
                        </a:ext>
                      </a:extLst>
                    </p:cNvPr>
                    <p:cNvSpPr txBox="1"/>
                    <p:nvPr/>
                  </p:nvSpPr>
                  <p:spPr>
                    <a:xfrm>
                      <a:off x="4482593" y="1125892"/>
                      <a:ext cx="447675" cy="121821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V3</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V4</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4" name="Text Box 175">
                      <a:extLst>
                        <a:ext uri="{FF2B5EF4-FFF2-40B4-BE49-F238E27FC236}">
                          <a16:creationId xmlns:a16="http://schemas.microsoft.com/office/drawing/2014/main" id="{657EF3F5-69CC-0552-79AD-37F8C9BBA136}"/>
                        </a:ext>
                      </a:extLst>
                    </p:cNvPr>
                    <p:cNvSpPr txBox="1"/>
                    <p:nvPr/>
                  </p:nvSpPr>
                  <p:spPr>
                    <a:xfrm>
                      <a:off x="3522258" y="1456674"/>
                      <a:ext cx="447675" cy="113174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V3</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V4</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46" name="Straight Connector 45">
                      <a:extLst>
                        <a:ext uri="{FF2B5EF4-FFF2-40B4-BE49-F238E27FC236}">
                          <a16:creationId xmlns:a16="http://schemas.microsoft.com/office/drawing/2014/main" id="{0AE638DA-6806-897E-D3F1-A53C924100E6}"/>
                        </a:ext>
                      </a:extLst>
                    </p:cNvPr>
                    <p:cNvCxnSpPr>
                      <a:cxnSpLocks/>
                      <a:endCxn id="43" idx="0"/>
                    </p:cNvCxnSpPr>
                    <p:nvPr/>
                  </p:nvCxnSpPr>
                  <p:spPr>
                    <a:xfrm>
                      <a:off x="4057650" y="981075"/>
                      <a:ext cx="648781" cy="14481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DAE097D-722D-7FE4-715E-67B94B5C375E}"/>
                        </a:ext>
                      </a:extLst>
                    </p:cNvPr>
                    <p:cNvCxnSpPr>
                      <a:cxnSpLocks/>
                      <a:endCxn id="44" idx="0"/>
                    </p:cNvCxnSpPr>
                    <p:nvPr/>
                  </p:nvCxnSpPr>
                  <p:spPr>
                    <a:xfrm>
                      <a:off x="3209925" y="1381125"/>
                      <a:ext cx="536172" cy="75549"/>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7" name="Group 26">
                    <a:extLst>
                      <a:ext uri="{FF2B5EF4-FFF2-40B4-BE49-F238E27FC236}">
                        <a16:creationId xmlns:a16="http://schemas.microsoft.com/office/drawing/2014/main" id="{5F126C3C-6244-AA38-C2FF-F5A0D46E6924}"/>
                      </a:ext>
                    </a:extLst>
                  </p:cNvPr>
                  <p:cNvGrpSpPr/>
                  <p:nvPr/>
                </p:nvGrpSpPr>
                <p:grpSpPr>
                  <a:xfrm>
                    <a:off x="828313" y="603007"/>
                    <a:ext cx="618077" cy="504825"/>
                    <a:chOff x="-219475" y="-25643"/>
                    <a:chExt cx="618178" cy="504825"/>
                  </a:xfrm>
                </p:grpSpPr>
                <p:sp>
                  <p:nvSpPr>
                    <p:cNvPr id="39" name="TextBox 367">
                      <a:extLst>
                        <a:ext uri="{FF2B5EF4-FFF2-40B4-BE49-F238E27FC236}">
                          <a16:creationId xmlns:a16="http://schemas.microsoft.com/office/drawing/2014/main" id="{5F7C3FAC-D944-203E-C510-A81358542B80}"/>
                        </a:ext>
                      </a:extLst>
                    </p:cNvPr>
                    <p:cNvSpPr txBox="1"/>
                    <p:nvPr/>
                  </p:nvSpPr>
                  <p:spPr>
                    <a:xfrm>
                      <a:off x="-219475" y="-25643"/>
                      <a:ext cx="493476" cy="504825"/>
                    </a:xfrm>
                    <a:prstGeom prst="rect">
                      <a:avLst/>
                    </a:prstGeom>
                    <a:noFill/>
                  </p:spPr>
                  <p:txBody>
                    <a:bodyPr wrap="square" rtlCol="0">
                      <a:noAutofit/>
                    </a:bodyPr>
                    <a:lstStyle/>
                    <a:p>
                      <a:pPr marL="0" marR="0" algn="ctr">
                        <a:lnSpc>
                          <a:spcPct val="115000"/>
                        </a:lnSpc>
                        <a:spcAft>
                          <a:spcPts val="800"/>
                        </a:spcAft>
                        <a:buNone/>
                      </a:pPr>
                      <a:r>
                        <a:rPr lang="en-US" sz="1800" kern="12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0" name="Star: 5 Points 39">
                      <a:extLst>
                        <a:ext uri="{FF2B5EF4-FFF2-40B4-BE49-F238E27FC236}">
                          <a16:creationId xmlns:a16="http://schemas.microsoft.com/office/drawing/2014/main" id="{730B3C17-EEEB-9BC0-EE8B-DEC4D0609F93}"/>
                        </a:ext>
                      </a:extLst>
                    </p:cNvPr>
                    <p:cNvSpPr/>
                    <p:nvPr/>
                  </p:nvSpPr>
                  <p:spPr>
                    <a:xfrm>
                      <a:off x="95250" y="0"/>
                      <a:ext cx="303453" cy="333375"/>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8" name="TextBox 368">
                    <a:extLst>
                      <a:ext uri="{FF2B5EF4-FFF2-40B4-BE49-F238E27FC236}">
                        <a16:creationId xmlns:a16="http://schemas.microsoft.com/office/drawing/2014/main" id="{443A461C-7D77-6423-B918-172498E6407A}"/>
                      </a:ext>
                    </a:extLst>
                  </p:cNvPr>
                  <p:cNvSpPr txBox="1"/>
                  <p:nvPr/>
                </p:nvSpPr>
                <p:spPr>
                  <a:xfrm>
                    <a:off x="2813962" y="1047512"/>
                    <a:ext cx="288925" cy="414020"/>
                  </a:xfrm>
                  <a:prstGeom prst="rect">
                    <a:avLst/>
                  </a:prstGeom>
                  <a:noFill/>
                </p:spPr>
                <p:txBody>
                  <a:bodyPr wrap="square" rtlCol="0">
                    <a:noAutofit/>
                  </a:bodyPr>
                  <a:lstStyle/>
                  <a:p>
                    <a:pPr marL="0" marR="0">
                      <a:lnSpc>
                        <a:spcPct val="115000"/>
                      </a:lnSpc>
                      <a:spcAft>
                        <a:spcPts val="800"/>
                      </a:spcAft>
                      <a:buNone/>
                    </a:pPr>
                    <a:r>
                      <a:rPr lang="en-US" sz="1800" kern="12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9" name="TextBox 368">
                    <a:extLst>
                      <a:ext uri="{FF2B5EF4-FFF2-40B4-BE49-F238E27FC236}">
                        <a16:creationId xmlns:a16="http://schemas.microsoft.com/office/drawing/2014/main" id="{2BA23FB3-0EAC-3C52-0FC1-86E270132E3A}"/>
                      </a:ext>
                    </a:extLst>
                  </p:cNvPr>
                  <p:cNvSpPr txBox="1"/>
                  <p:nvPr/>
                </p:nvSpPr>
                <p:spPr>
                  <a:xfrm>
                    <a:off x="905676" y="1007709"/>
                    <a:ext cx="288925" cy="414020"/>
                  </a:xfrm>
                  <a:prstGeom prst="rect">
                    <a:avLst/>
                  </a:prstGeom>
                  <a:noFill/>
                </p:spPr>
                <p:txBody>
                  <a:bodyPr wrap="square" rtlCol="0">
                    <a:noAutofit/>
                  </a:bodyPr>
                  <a:lstStyle/>
                  <a:p>
                    <a:pPr marL="0" marR="0">
                      <a:lnSpc>
                        <a:spcPct val="115000"/>
                      </a:lnSpc>
                      <a:spcAft>
                        <a:spcPts val="800"/>
                      </a:spcAft>
                      <a:buNone/>
                    </a:pPr>
                    <a:r>
                      <a:rPr lang="en-US" sz="1800" kern="12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grpSp>
                <p:nvGrpSpPr>
                  <p:cNvPr id="30" name="Group 29">
                    <a:extLst>
                      <a:ext uri="{FF2B5EF4-FFF2-40B4-BE49-F238E27FC236}">
                        <a16:creationId xmlns:a16="http://schemas.microsoft.com/office/drawing/2014/main" id="{3C5B34BA-035E-8670-145F-D1320E371F90}"/>
                      </a:ext>
                    </a:extLst>
                  </p:cNvPr>
                  <p:cNvGrpSpPr/>
                  <p:nvPr/>
                </p:nvGrpSpPr>
                <p:grpSpPr>
                  <a:xfrm>
                    <a:off x="3569819" y="628649"/>
                    <a:ext cx="638820" cy="504825"/>
                    <a:chOff x="-240221" y="-57151"/>
                    <a:chExt cx="638924" cy="504825"/>
                  </a:xfrm>
                </p:grpSpPr>
                <p:sp>
                  <p:nvSpPr>
                    <p:cNvPr id="37" name="TextBox 367">
                      <a:extLst>
                        <a:ext uri="{FF2B5EF4-FFF2-40B4-BE49-F238E27FC236}">
                          <a16:creationId xmlns:a16="http://schemas.microsoft.com/office/drawing/2014/main" id="{42FA0E7A-C36B-106D-C0C5-90401E41EE27}"/>
                        </a:ext>
                      </a:extLst>
                    </p:cNvPr>
                    <p:cNvSpPr txBox="1"/>
                    <p:nvPr/>
                  </p:nvSpPr>
                  <p:spPr>
                    <a:xfrm>
                      <a:off x="-240221" y="-57151"/>
                      <a:ext cx="493476" cy="504825"/>
                    </a:xfrm>
                    <a:prstGeom prst="rect">
                      <a:avLst/>
                    </a:prstGeom>
                    <a:noFill/>
                  </p:spPr>
                  <p:txBody>
                    <a:bodyPr wrap="square" rtlCol="0">
                      <a:noAutofit/>
                    </a:bodyPr>
                    <a:lstStyle/>
                    <a:p>
                      <a:pPr marL="0" marR="0" algn="ctr">
                        <a:lnSpc>
                          <a:spcPct val="115000"/>
                        </a:lnSpc>
                        <a:spcAft>
                          <a:spcPts val="800"/>
                        </a:spcAft>
                        <a:buNone/>
                      </a:pPr>
                      <a:r>
                        <a:rPr lang="en-US" sz="1800" kern="12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8" name="Star: 5 Points 37">
                      <a:extLst>
                        <a:ext uri="{FF2B5EF4-FFF2-40B4-BE49-F238E27FC236}">
                          <a16:creationId xmlns:a16="http://schemas.microsoft.com/office/drawing/2014/main" id="{8D7AD354-9E72-9773-725F-C6C60D9F8AC5}"/>
                        </a:ext>
                      </a:extLst>
                    </p:cNvPr>
                    <p:cNvSpPr/>
                    <p:nvPr/>
                  </p:nvSpPr>
                  <p:spPr>
                    <a:xfrm>
                      <a:off x="95250" y="0"/>
                      <a:ext cx="303453" cy="333375"/>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1" name="Group 30">
                    <a:extLst>
                      <a:ext uri="{FF2B5EF4-FFF2-40B4-BE49-F238E27FC236}">
                        <a16:creationId xmlns:a16="http://schemas.microsoft.com/office/drawing/2014/main" id="{598CDF72-B301-F0DD-02FF-A44FA55E2AE8}"/>
                      </a:ext>
                    </a:extLst>
                  </p:cNvPr>
                  <p:cNvGrpSpPr/>
                  <p:nvPr/>
                </p:nvGrpSpPr>
                <p:grpSpPr>
                  <a:xfrm>
                    <a:off x="1218443" y="300356"/>
                    <a:ext cx="438907" cy="414020"/>
                    <a:chOff x="-219832" y="-52069"/>
                    <a:chExt cx="438907" cy="414020"/>
                  </a:xfrm>
                </p:grpSpPr>
                <p:sp>
                  <p:nvSpPr>
                    <p:cNvPr id="35" name="TextBox 366">
                      <a:extLst>
                        <a:ext uri="{FF2B5EF4-FFF2-40B4-BE49-F238E27FC236}">
                          <a16:creationId xmlns:a16="http://schemas.microsoft.com/office/drawing/2014/main" id="{EB653B47-22EE-140F-F4B4-893EE7C4E59B}"/>
                        </a:ext>
                      </a:extLst>
                    </p:cNvPr>
                    <p:cNvSpPr txBox="1"/>
                    <p:nvPr/>
                  </p:nvSpPr>
                  <p:spPr>
                    <a:xfrm>
                      <a:off x="-219832" y="-52069"/>
                      <a:ext cx="273050" cy="414020"/>
                    </a:xfrm>
                    <a:prstGeom prst="rect">
                      <a:avLst/>
                    </a:prstGeom>
                    <a:noFill/>
                  </p:spPr>
                  <p:txBody>
                    <a:bodyPr wrap="square" rtlCol="0">
                      <a:noAutofit/>
                    </a:bodyPr>
                    <a:lstStyle/>
                    <a:p>
                      <a:pPr marL="0" marR="0">
                        <a:lnSpc>
                          <a:spcPct val="115000"/>
                        </a:lnSpc>
                        <a:spcAft>
                          <a:spcPts val="800"/>
                        </a:spcAft>
                        <a:buNone/>
                      </a:pPr>
                      <a:r>
                        <a:rPr lang="en-US" sz="1800" kern="1200">
                          <a:solidFill>
                            <a:srgbClr val="000000"/>
                          </a:solidFill>
                          <a:effectLst/>
                          <a:latin typeface="Aptos" panose="020B0004020202020204" pitchFamily="34" charset="0"/>
                          <a:ea typeface="Aptos" panose="020B0004020202020204" pitchFamily="34" charset="0"/>
                          <a:cs typeface="Times New Roman" panose="02020603050405020304" pitchFamily="18" charset="0"/>
                        </a:rPr>
                        <a:t>A</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6" name="Rectangle 35">
                      <a:extLst>
                        <a:ext uri="{FF2B5EF4-FFF2-40B4-BE49-F238E27FC236}">
                          <a16:creationId xmlns:a16="http://schemas.microsoft.com/office/drawing/2014/main" id="{5311CEEE-58C5-4118-DBCD-6708CA069DBA}"/>
                        </a:ext>
                      </a:extLst>
                    </p:cNvPr>
                    <p:cNvSpPr/>
                    <p:nvPr/>
                  </p:nvSpPr>
                  <p:spPr>
                    <a:xfrm>
                      <a:off x="66675" y="47625"/>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2" name="Group 31">
                    <a:extLst>
                      <a:ext uri="{FF2B5EF4-FFF2-40B4-BE49-F238E27FC236}">
                        <a16:creationId xmlns:a16="http://schemas.microsoft.com/office/drawing/2014/main" id="{00741B77-FD24-209A-730F-A35BF6F5EE48}"/>
                      </a:ext>
                    </a:extLst>
                  </p:cNvPr>
                  <p:cNvGrpSpPr/>
                  <p:nvPr/>
                </p:nvGrpSpPr>
                <p:grpSpPr>
                  <a:xfrm>
                    <a:off x="4257675" y="345574"/>
                    <a:ext cx="428625" cy="414020"/>
                    <a:chOff x="-209550" y="-44951"/>
                    <a:chExt cx="428625" cy="414020"/>
                  </a:xfrm>
                </p:grpSpPr>
                <p:sp>
                  <p:nvSpPr>
                    <p:cNvPr id="33" name="TextBox 366">
                      <a:extLst>
                        <a:ext uri="{FF2B5EF4-FFF2-40B4-BE49-F238E27FC236}">
                          <a16:creationId xmlns:a16="http://schemas.microsoft.com/office/drawing/2014/main" id="{A85E46D9-6A7A-6112-9695-65F1B8397CDB}"/>
                        </a:ext>
                      </a:extLst>
                    </p:cNvPr>
                    <p:cNvSpPr txBox="1"/>
                    <p:nvPr/>
                  </p:nvSpPr>
                  <p:spPr>
                    <a:xfrm>
                      <a:off x="-209550" y="-44951"/>
                      <a:ext cx="273050" cy="414020"/>
                    </a:xfrm>
                    <a:prstGeom prst="rect">
                      <a:avLst/>
                    </a:prstGeom>
                    <a:noFill/>
                  </p:spPr>
                  <p:txBody>
                    <a:bodyPr wrap="square" rtlCol="0">
                      <a:noAutofit/>
                    </a:bodyPr>
                    <a:lstStyle/>
                    <a:p>
                      <a:pPr marL="0" marR="0">
                        <a:lnSpc>
                          <a:spcPct val="115000"/>
                        </a:lnSpc>
                        <a:spcAft>
                          <a:spcPts val="800"/>
                        </a:spcAft>
                        <a:buNone/>
                      </a:pPr>
                      <a:r>
                        <a:rPr lang="en-US" sz="1800" kern="1200">
                          <a:solidFill>
                            <a:srgbClr val="000000"/>
                          </a:solidFill>
                          <a:effectLst/>
                          <a:latin typeface="Aptos" panose="020B0004020202020204" pitchFamily="34" charset="0"/>
                          <a:ea typeface="Aptos" panose="020B0004020202020204" pitchFamily="34" charset="0"/>
                          <a:cs typeface="Times New Roman" panose="02020603050405020304" pitchFamily="18" charset="0"/>
                        </a:rPr>
                        <a:t>A</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4" name="Rectangle 33">
                      <a:extLst>
                        <a:ext uri="{FF2B5EF4-FFF2-40B4-BE49-F238E27FC236}">
                          <a16:creationId xmlns:a16="http://schemas.microsoft.com/office/drawing/2014/main" id="{476B3217-E361-9946-9AB3-20D5AA7CE6CD}"/>
                        </a:ext>
                      </a:extLst>
                    </p:cNvPr>
                    <p:cNvSpPr/>
                    <p:nvPr/>
                  </p:nvSpPr>
                  <p:spPr>
                    <a:xfrm>
                      <a:off x="66675" y="47625"/>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sp>
              <p:nvSpPr>
                <p:cNvPr id="4" name="Rectangle: Beveled 3">
                  <a:extLst>
                    <a:ext uri="{FF2B5EF4-FFF2-40B4-BE49-F238E27FC236}">
                      <a16:creationId xmlns:a16="http://schemas.microsoft.com/office/drawing/2014/main" id="{CC3ACF9D-67EF-A1E1-D53C-626FECC67162}"/>
                    </a:ext>
                  </a:extLst>
                </p:cNvPr>
                <p:cNvSpPr/>
                <p:nvPr/>
              </p:nvSpPr>
              <p:spPr>
                <a:xfrm>
                  <a:off x="381000" y="1733550"/>
                  <a:ext cx="123825" cy="143184"/>
                </a:xfrm>
                <a:prstGeom prst="bevel">
                  <a:avLst/>
                </a:prstGeom>
                <a:noFill/>
                <a:ln w="317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Rectangle: Beveled 4">
                  <a:extLst>
                    <a:ext uri="{FF2B5EF4-FFF2-40B4-BE49-F238E27FC236}">
                      <a16:creationId xmlns:a16="http://schemas.microsoft.com/office/drawing/2014/main" id="{706B79DE-386B-5DFC-DD0F-71C3593BA113}"/>
                    </a:ext>
                  </a:extLst>
                </p:cNvPr>
                <p:cNvSpPr/>
                <p:nvPr/>
              </p:nvSpPr>
              <p:spPr>
                <a:xfrm>
                  <a:off x="1790700" y="600075"/>
                  <a:ext cx="123825" cy="143184"/>
                </a:xfrm>
                <a:prstGeom prst="bevel">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Rectangle: Beveled 5">
                  <a:extLst>
                    <a:ext uri="{FF2B5EF4-FFF2-40B4-BE49-F238E27FC236}">
                      <a16:creationId xmlns:a16="http://schemas.microsoft.com/office/drawing/2014/main" id="{6FA1CE02-5679-C07A-52CD-52130C024ECE}"/>
                    </a:ext>
                  </a:extLst>
                </p:cNvPr>
                <p:cNvSpPr/>
                <p:nvPr/>
              </p:nvSpPr>
              <p:spPr>
                <a:xfrm>
                  <a:off x="1504950" y="609600"/>
                  <a:ext cx="123825" cy="142875"/>
                </a:xfrm>
                <a:prstGeom prst="bevel">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Rectangle: Beveled 6">
                  <a:extLst>
                    <a:ext uri="{FF2B5EF4-FFF2-40B4-BE49-F238E27FC236}">
                      <a16:creationId xmlns:a16="http://schemas.microsoft.com/office/drawing/2014/main" id="{46AD58A8-62A7-685D-70C7-FFE7E949CD8E}"/>
                    </a:ext>
                  </a:extLst>
                </p:cNvPr>
                <p:cNvSpPr/>
                <p:nvPr/>
              </p:nvSpPr>
              <p:spPr>
                <a:xfrm>
                  <a:off x="2219325" y="1323975"/>
                  <a:ext cx="123825" cy="143184"/>
                </a:xfrm>
                <a:prstGeom prst="bevel">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Beveled 7">
                  <a:extLst>
                    <a:ext uri="{FF2B5EF4-FFF2-40B4-BE49-F238E27FC236}">
                      <a16:creationId xmlns:a16="http://schemas.microsoft.com/office/drawing/2014/main" id="{0B75C319-B01E-8044-5B91-F1FBF5EB6346}"/>
                    </a:ext>
                  </a:extLst>
                </p:cNvPr>
                <p:cNvSpPr/>
                <p:nvPr/>
              </p:nvSpPr>
              <p:spPr>
                <a:xfrm>
                  <a:off x="4286250" y="638175"/>
                  <a:ext cx="123825" cy="143184"/>
                </a:xfrm>
                <a:prstGeom prst="bevel">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Beveled 8">
                  <a:extLst>
                    <a:ext uri="{FF2B5EF4-FFF2-40B4-BE49-F238E27FC236}">
                      <a16:creationId xmlns:a16="http://schemas.microsoft.com/office/drawing/2014/main" id="{B10726BE-0750-59CD-FE3F-EC31E2C14FC0}"/>
                    </a:ext>
                  </a:extLst>
                </p:cNvPr>
                <p:cNvSpPr/>
                <p:nvPr/>
              </p:nvSpPr>
              <p:spPr>
                <a:xfrm>
                  <a:off x="4543425" y="638175"/>
                  <a:ext cx="123825" cy="143184"/>
                </a:xfrm>
                <a:prstGeom prst="bevel">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Beveled 9">
                  <a:extLst>
                    <a:ext uri="{FF2B5EF4-FFF2-40B4-BE49-F238E27FC236}">
                      <a16:creationId xmlns:a16="http://schemas.microsoft.com/office/drawing/2014/main" id="{7910A5C4-444F-E8B6-7DFE-251CB5344F2C}"/>
                    </a:ext>
                  </a:extLst>
                </p:cNvPr>
                <p:cNvSpPr/>
                <p:nvPr/>
              </p:nvSpPr>
              <p:spPr>
                <a:xfrm>
                  <a:off x="4791075" y="638175"/>
                  <a:ext cx="123825" cy="143184"/>
                </a:xfrm>
                <a:prstGeom prst="bevel">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Beveled 10">
                  <a:extLst>
                    <a:ext uri="{FF2B5EF4-FFF2-40B4-BE49-F238E27FC236}">
                      <a16:creationId xmlns:a16="http://schemas.microsoft.com/office/drawing/2014/main" id="{416B98CC-C9D8-C72C-B20D-29941972765F}"/>
                    </a:ext>
                  </a:extLst>
                </p:cNvPr>
                <p:cNvSpPr/>
                <p:nvPr/>
              </p:nvSpPr>
              <p:spPr>
                <a:xfrm>
                  <a:off x="5000625" y="628650"/>
                  <a:ext cx="123825" cy="143184"/>
                </a:xfrm>
                <a:prstGeom prst="bevel">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Sun 11">
                  <a:extLst>
                    <a:ext uri="{FF2B5EF4-FFF2-40B4-BE49-F238E27FC236}">
                      <a16:creationId xmlns:a16="http://schemas.microsoft.com/office/drawing/2014/main" id="{27072DA8-0ADA-CF96-9EB4-23CD75D72EA0}"/>
                    </a:ext>
                  </a:extLst>
                </p:cNvPr>
                <p:cNvSpPr/>
                <p:nvPr/>
              </p:nvSpPr>
              <p:spPr>
                <a:xfrm>
                  <a:off x="4143375" y="990600"/>
                  <a:ext cx="228600" cy="238125"/>
                </a:xfrm>
                <a:prstGeom prst="sun">
                  <a:avLst/>
                </a:prstGeom>
                <a:noFill/>
                <a:ln w="317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Sun 12">
                  <a:extLst>
                    <a:ext uri="{FF2B5EF4-FFF2-40B4-BE49-F238E27FC236}">
                      <a16:creationId xmlns:a16="http://schemas.microsoft.com/office/drawing/2014/main" id="{B693981A-280A-A333-D89D-EF33E52BCB3E}"/>
                    </a:ext>
                  </a:extLst>
                </p:cNvPr>
                <p:cNvSpPr/>
                <p:nvPr/>
              </p:nvSpPr>
              <p:spPr>
                <a:xfrm>
                  <a:off x="2066925" y="169545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Sun 13">
                  <a:extLst>
                    <a:ext uri="{FF2B5EF4-FFF2-40B4-BE49-F238E27FC236}">
                      <a16:creationId xmlns:a16="http://schemas.microsoft.com/office/drawing/2014/main" id="{B14CF7A1-B2E0-05C0-076F-27DF1EE2D2F9}"/>
                    </a:ext>
                  </a:extLst>
                </p:cNvPr>
                <p:cNvSpPr/>
                <p:nvPr/>
              </p:nvSpPr>
              <p:spPr>
                <a:xfrm>
                  <a:off x="1190625" y="169545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Sun 14">
                  <a:extLst>
                    <a:ext uri="{FF2B5EF4-FFF2-40B4-BE49-F238E27FC236}">
                      <a16:creationId xmlns:a16="http://schemas.microsoft.com/office/drawing/2014/main" id="{14B72111-616D-8770-1FAC-DAB7A0404A9E}"/>
                    </a:ext>
                  </a:extLst>
                </p:cNvPr>
                <p:cNvSpPr/>
                <p:nvPr/>
              </p:nvSpPr>
              <p:spPr>
                <a:xfrm>
                  <a:off x="600075" y="167640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Sun 15">
                  <a:extLst>
                    <a:ext uri="{FF2B5EF4-FFF2-40B4-BE49-F238E27FC236}">
                      <a16:creationId xmlns:a16="http://schemas.microsoft.com/office/drawing/2014/main" id="{8FF24535-3654-DC16-F4E8-F0775C9919C2}"/>
                    </a:ext>
                  </a:extLst>
                </p:cNvPr>
                <p:cNvSpPr/>
                <p:nvPr/>
              </p:nvSpPr>
              <p:spPr>
                <a:xfrm>
                  <a:off x="323850" y="1323975"/>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Sun 16">
                  <a:extLst>
                    <a:ext uri="{FF2B5EF4-FFF2-40B4-BE49-F238E27FC236}">
                      <a16:creationId xmlns:a16="http://schemas.microsoft.com/office/drawing/2014/main" id="{AFFE8B81-4855-FAB9-2D10-79CDF63526A0}"/>
                    </a:ext>
                  </a:extLst>
                </p:cNvPr>
                <p:cNvSpPr/>
                <p:nvPr/>
              </p:nvSpPr>
              <p:spPr>
                <a:xfrm>
                  <a:off x="1714500" y="93345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Sun 17">
                  <a:extLst>
                    <a:ext uri="{FF2B5EF4-FFF2-40B4-BE49-F238E27FC236}">
                      <a16:creationId xmlns:a16="http://schemas.microsoft.com/office/drawing/2014/main" id="{815F4305-3EB6-8CD3-1256-A078F8CC9161}"/>
                    </a:ext>
                  </a:extLst>
                </p:cNvPr>
                <p:cNvSpPr/>
                <p:nvPr/>
              </p:nvSpPr>
              <p:spPr>
                <a:xfrm>
                  <a:off x="1447800" y="93345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Sun 18">
                  <a:extLst>
                    <a:ext uri="{FF2B5EF4-FFF2-40B4-BE49-F238E27FC236}">
                      <a16:creationId xmlns:a16="http://schemas.microsoft.com/office/drawing/2014/main" id="{A7357449-13DE-AC06-16BD-FD46F8D8D14C}"/>
                    </a:ext>
                  </a:extLst>
                </p:cNvPr>
                <p:cNvSpPr/>
                <p:nvPr/>
              </p:nvSpPr>
              <p:spPr>
                <a:xfrm>
                  <a:off x="1190625" y="93345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0" name="Sun 19">
                  <a:extLst>
                    <a:ext uri="{FF2B5EF4-FFF2-40B4-BE49-F238E27FC236}">
                      <a16:creationId xmlns:a16="http://schemas.microsoft.com/office/drawing/2014/main" id="{FFD919F8-0B85-D367-4424-B1164B730CAD}"/>
                    </a:ext>
                  </a:extLst>
                </p:cNvPr>
                <p:cNvSpPr/>
                <p:nvPr/>
              </p:nvSpPr>
              <p:spPr>
                <a:xfrm>
                  <a:off x="3943350" y="99060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Sun 20">
                  <a:extLst>
                    <a:ext uri="{FF2B5EF4-FFF2-40B4-BE49-F238E27FC236}">
                      <a16:creationId xmlns:a16="http://schemas.microsoft.com/office/drawing/2014/main" id="{F06DDCA5-1198-E2D7-58AB-7A89699049A2}"/>
                    </a:ext>
                  </a:extLst>
                </p:cNvPr>
                <p:cNvSpPr/>
                <p:nvPr/>
              </p:nvSpPr>
              <p:spPr>
                <a:xfrm>
                  <a:off x="3752850" y="99060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Sun 21">
                  <a:extLst>
                    <a:ext uri="{FF2B5EF4-FFF2-40B4-BE49-F238E27FC236}">
                      <a16:creationId xmlns:a16="http://schemas.microsoft.com/office/drawing/2014/main" id="{FB2B1F5B-5D33-1FC6-4C10-713B3DF22A0F}"/>
                    </a:ext>
                  </a:extLst>
                </p:cNvPr>
                <p:cNvSpPr/>
                <p:nvPr/>
              </p:nvSpPr>
              <p:spPr>
                <a:xfrm>
                  <a:off x="3543300" y="99060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Sun 22">
                  <a:extLst>
                    <a:ext uri="{FF2B5EF4-FFF2-40B4-BE49-F238E27FC236}">
                      <a16:creationId xmlns:a16="http://schemas.microsoft.com/office/drawing/2014/main" id="{F2790116-59AD-9695-F080-9028C21D07EC}"/>
                    </a:ext>
                  </a:extLst>
                </p:cNvPr>
                <p:cNvSpPr/>
                <p:nvPr/>
              </p:nvSpPr>
              <p:spPr>
                <a:xfrm>
                  <a:off x="3105150" y="1000125"/>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Sun 23">
                  <a:extLst>
                    <a:ext uri="{FF2B5EF4-FFF2-40B4-BE49-F238E27FC236}">
                      <a16:creationId xmlns:a16="http://schemas.microsoft.com/office/drawing/2014/main" id="{7684DBD3-3DB1-8DA6-7509-A53609D9C961}"/>
                    </a:ext>
                  </a:extLst>
                </p:cNvPr>
                <p:cNvSpPr/>
                <p:nvPr/>
              </p:nvSpPr>
              <p:spPr>
                <a:xfrm>
                  <a:off x="3305175" y="1000125"/>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5" name="Sun 24">
                  <a:extLst>
                    <a:ext uri="{FF2B5EF4-FFF2-40B4-BE49-F238E27FC236}">
                      <a16:creationId xmlns:a16="http://schemas.microsoft.com/office/drawing/2014/main" id="{B9DDE0ED-AC99-B513-7ABA-770DF814FA2F}"/>
                    </a:ext>
                  </a:extLst>
                </p:cNvPr>
                <p:cNvSpPr/>
                <p:nvPr/>
              </p:nvSpPr>
              <p:spPr>
                <a:xfrm>
                  <a:off x="4371975" y="990600"/>
                  <a:ext cx="228600" cy="238125"/>
                </a:xfrm>
                <a:prstGeom prst="sun">
                  <a:avLst/>
                </a:prstGeom>
                <a:noFill/>
                <a:ln w="3175" cap="flat" cmpd="sng" algn="ctr">
                  <a:solidFill>
                    <a:sysClr val="windowText" lastClr="000000">
                      <a:lumMod val="95000"/>
                      <a:lumOff val="5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51" name="TextBox 250">
                <a:extLst>
                  <a:ext uri="{FF2B5EF4-FFF2-40B4-BE49-F238E27FC236}">
                    <a16:creationId xmlns:a16="http://schemas.microsoft.com/office/drawing/2014/main" id="{0CB2B996-9180-A077-E1D7-83461ABFF6DA}"/>
                  </a:ext>
                </a:extLst>
              </p:cNvPr>
              <p:cNvSpPr txBox="1"/>
              <p:nvPr/>
            </p:nvSpPr>
            <p:spPr>
              <a:xfrm>
                <a:off x="8360808" y="1212129"/>
                <a:ext cx="2088905" cy="276999"/>
              </a:xfrm>
              <a:prstGeom prst="rect">
                <a:avLst/>
              </a:prstGeom>
              <a:noFill/>
            </p:spPr>
            <p:txBody>
              <a:bodyPr wrap="none" rtlCol="0">
                <a:spAutoFit/>
              </a:bodyPr>
              <a:lstStyle/>
              <a:p>
                <a:r>
                  <a:rPr lang="en-US" sz="1200" dirty="0">
                    <a:latin typeface="Garamond" panose="02020404030301010803" pitchFamily="18" charset="0"/>
                  </a:rPr>
                  <a:t>External Main Identity Account</a:t>
                </a:r>
              </a:p>
            </p:txBody>
          </p:sp>
          <p:sp>
            <p:nvSpPr>
              <p:cNvPr id="252" name="TextBox 251">
                <a:extLst>
                  <a:ext uri="{FF2B5EF4-FFF2-40B4-BE49-F238E27FC236}">
                    <a16:creationId xmlns:a16="http://schemas.microsoft.com/office/drawing/2014/main" id="{44A88591-0372-03E3-7787-BCDF86206F9C}"/>
                  </a:ext>
                </a:extLst>
              </p:cNvPr>
              <p:cNvSpPr txBox="1"/>
              <p:nvPr/>
            </p:nvSpPr>
            <p:spPr>
              <a:xfrm>
                <a:off x="8491120" y="1803324"/>
                <a:ext cx="1980350" cy="276999"/>
              </a:xfrm>
              <a:prstGeom prst="rect">
                <a:avLst/>
              </a:prstGeom>
              <a:noFill/>
            </p:spPr>
            <p:txBody>
              <a:bodyPr wrap="none" rtlCol="0">
                <a:spAutoFit/>
              </a:bodyPr>
              <a:lstStyle/>
              <a:p>
                <a:r>
                  <a:rPr lang="en-US" sz="1200" dirty="0">
                    <a:latin typeface="Garamond" panose="02020404030301010803" pitchFamily="18" charset="0"/>
                  </a:rPr>
                  <a:t>Four Internal Virtual Account</a:t>
                </a:r>
              </a:p>
            </p:txBody>
          </p:sp>
        </p:grpSp>
        <p:sp>
          <p:nvSpPr>
            <p:cNvPr id="271" name="Right Brace 270">
              <a:extLst>
                <a:ext uri="{FF2B5EF4-FFF2-40B4-BE49-F238E27FC236}">
                  <a16:creationId xmlns:a16="http://schemas.microsoft.com/office/drawing/2014/main" id="{6CD64CB4-2A80-9518-54E3-6D3716AE3BC3}"/>
                </a:ext>
              </a:extLst>
            </p:cNvPr>
            <p:cNvSpPr/>
            <p:nvPr/>
          </p:nvSpPr>
          <p:spPr>
            <a:xfrm>
              <a:off x="8495978" y="1486696"/>
              <a:ext cx="45719" cy="900731"/>
            </a:xfrm>
            <a:prstGeom prst="rightBrace">
              <a:avLst/>
            </a:prstGeom>
            <a:ln w="31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spTree>
    <p:extLst>
      <p:ext uri="{BB962C8B-B14F-4D97-AF65-F5344CB8AC3E}">
        <p14:creationId xmlns:p14="http://schemas.microsoft.com/office/powerpoint/2010/main" val="3834491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34D383FF-6E79-D0CB-9E70-702610BA34E4}"/>
              </a:ext>
            </a:extLst>
          </p:cNvPr>
          <p:cNvGrpSpPr/>
          <p:nvPr/>
        </p:nvGrpSpPr>
        <p:grpSpPr>
          <a:xfrm>
            <a:off x="2429186" y="516576"/>
            <a:ext cx="7130549" cy="5824847"/>
            <a:chOff x="3096698" y="575946"/>
            <a:chExt cx="7130549" cy="5824847"/>
          </a:xfrm>
        </p:grpSpPr>
        <p:grpSp>
          <p:nvGrpSpPr>
            <p:cNvPr id="234" name="Group 233">
              <a:extLst>
                <a:ext uri="{FF2B5EF4-FFF2-40B4-BE49-F238E27FC236}">
                  <a16:creationId xmlns:a16="http://schemas.microsoft.com/office/drawing/2014/main" id="{9B118E61-A7E9-72F7-1951-3413989E0B56}"/>
                </a:ext>
              </a:extLst>
            </p:cNvPr>
            <p:cNvGrpSpPr/>
            <p:nvPr/>
          </p:nvGrpSpPr>
          <p:grpSpPr>
            <a:xfrm>
              <a:off x="3294316" y="575946"/>
              <a:ext cx="5576321" cy="5824847"/>
              <a:chOff x="0" y="-575944"/>
              <a:chExt cx="5576321" cy="5824847"/>
            </a:xfrm>
          </p:grpSpPr>
          <p:grpSp>
            <p:nvGrpSpPr>
              <p:cNvPr id="235" name="Group 234">
                <a:extLst>
                  <a:ext uri="{FF2B5EF4-FFF2-40B4-BE49-F238E27FC236}">
                    <a16:creationId xmlns:a16="http://schemas.microsoft.com/office/drawing/2014/main" id="{04EDE42D-7533-E583-2219-3C85856BD7C0}"/>
                  </a:ext>
                </a:extLst>
              </p:cNvPr>
              <p:cNvGrpSpPr/>
              <p:nvPr/>
            </p:nvGrpSpPr>
            <p:grpSpPr>
              <a:xfrm>
                <a:off x="333375" y="704850"/>
                <a:ext cx="1990725" cy="1009650"/>
                <a:chOff x="0" y="0"/>
                <a:chExt cx="1990725" cy="1009650"/>
              </a:xfrm>
            </p:grpSpPr>
            <p:sp>
              <p:nvSpPr>
                <p:cNvPr id="468" name="Star: 5 Points 467">
                  <a:extLst>
                    <a:ext uri="{FF2B5EF4-FFF2-40B4-BE49-F238E27FC236}">
                      <a16:creationId xmlns:a16="http://schemas.microsoft.com/office/drawing/2014/main" id="{7B70D753-ADB6-ACB4-A81A-9BEE3E62D514}"/>
                    </a:ext>
                  </a:extLst>
                </p:cNvPr>
                <p:cNvSpPr/>
                <p:nvPr/>
              </p:nvSpPr>
              <p:spPr>
                <a:xfrm>
                  <a:off x="0" y="809625"/>
                  <a:ext cx="209550" cy="200025"/>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9" name="Rectangle 468">
                  <a:extLst>
                    <a:ext uri="{FF2B5EF4-FFF2-40B4-BE49-F238E27FC236}">
                      <a16:creationId xmlns:a16="http://schemas.microsoft.com/office/drawing/2014/main" id="{08D88F0E-03DB-04ED-75F6-F88EFF587E58}"/>
                    </a:ext>
                  </a:extLst>
                </p:cNvPr>
                <p:cNvSpPr/>
                <p:nvPr/>
              </p:nvSpPr>
              <p:spPr>
                <a:xfrm>
                  <a:off x="1162050" y="0"/>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0" name="Rectangle 469">
                  <a:extLst>
                    <a:ext uri="{FF2B5EF4-FFF2-40B4-BE49-F238E27FC236}">
                      <a16:creationId xmlns:a16="http://schemas.microsoft.com/office/drawing/2014/main" id="{307785DA-12A8-012E-28FC-2851B52B1F9F}"/>
                    </a:ext>
                  </a:extLst>
                </p:cNvPr>
                <p:cNvSpPr/>
                <p:nvPr/>
              </p:nvSpPr>
              <p:spPr>
                <a:xfrm>
                  <a:off x="1428750" y="9525"/>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1" name="Rectangle 470">
                  <a:extLst>
                    <a:ext uri="{FF2B5EF4-FFF2-40B4-BE49-F238E27FC236}">
                      <a16:creationId xmlns:a16="http://schemas.microsoft.com/office/drawing/2014/main" id="{BA71929C-2E87-A027-3B58-1C91672E52DE}"/>
                    </a:ext>
                  </a:extLst>
                </p:cNvPr>
                <p:cNvSpPr/>
                <p:nvPr/>
              </p:nvSpPr>
              <p:spPr>
                <a:xfrm>
                  <a:off x="1838325" y="771525"/>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36" name="Group 235">
                <a:extLst>
                  <a:ext uri="{FF2B5EF4-FFF2-40B4-BE49-F238E27FC236}">
                    <a16:creationId xmlns:a16="http://schemas.microsoft.com/office/drawing/2014/main" id="{5B95A0C0-954F-8911-DD33-1C046706A652}"/>
                  </a:ext>
                </a:extLst>
              </p:cNvPr>
              <p:cNvGrpSpPr/>
              <p:nvPr/>
            </p:nvGrpSpPr>
            <p:grpSpPr>
              <a:xfrm>
                <a:off x="0" y="-575944"/>
                <a:ext cx="5576321" cy="5824847"/>
                <a:chOff x="0" y="-575944"/>
                <a:chExt cx="5576321" cy="5824847"/>
              </a:xfrm>
            </p:grpSpPr>
            <p:grpSp>
              <p:nvGrpSpPr>
                <p:cNvPr id="237" name="Group 236">
                  <a:extLst>
                    <a:ext uri="{FF2B5EF4-FFF2-40B4-BE49-F238E27FC236}">
                      <a16:creationId xmlns:a16="http://schemas.microsoft.com/office/drawing/2014/main" id="{C5B32C2E-9254-8A7D-90FE-80ADF5831231}"/>
                    </a:ext>
                  </a:extLst>
                </p:cNvPr>
                <p:cNvGrpSpPr/>
                <p:nvPr/>
              </p:nvGrpSpPr>
              <p:grpSpPr>
                <a:xfrm>
                  <a:off x="0" y="-575944"/>
                  <a:ext cx="5576321" cy="5824847"/>
                  <a:chOff x="2" y="-567791"/>
                  <a:chExt cx="5568682" cy="5742456"/>
                </a:xfrm>
              </p:grpSpPr>
              <p:grpSp>
                <p:nvGrpSpPr>
                  <p:cNvPr id="272" name="Group 271">
                    <a:extLst>
                      <a:ext uri="{FF2B5EF4-FFF2-40B4-BE49-F238E27FC236}">
                        <a16:creationId xmlns:a16="http://schemas.microsoft.com/office/drawing/2014/main" id="{880A644E-4BD2-A28E-4BE8-778AF632FAF0}"/>
                      </a:ext>
                    </a:extLst>
                  </p:cNvPr>
                  <p:cNvGrpSpPr/>
                  <p:nvPr/>
                </p:nvGrpSpPr>
                <p:grpSpPr>
                  <a:xfrm>
                    <a:off x="2" y="-567791"/>
                    <a:ext cx="5568682" cy="5742456"/>
                    <a:chOff x="1" y="-448497"/>
                    <a:chExt cx="5569333" cy="5743022"/>
                  </a:xfrm>
                </p:grpSpPr>
                <p:grpSp>
                  <p:nvGrpSpPr>
                    <p:cNvPr id="279" name="Group 278">
                      <a:extLst>
                        <a:ext uri="{FF2B5EF4-FFF2-40B4-BE49-F238E27FC236}">
                          <a16:creationId xmlns:a16="http://schemas.microsoft.com/office/drawing/2014/main" id="{36836CCC-0213-0EDD-04B1-21A67ECE99F9}"/>
                        </a:ext>
                      </a:extLst>
                    </p:cNvPr>
                    <p:cNvGrpSpPr/>
                    <p:nvPr/>
                  </p:nvGrpSpPr>
                  <p:grpSpPr>
                    <a:xfrm>
                      <a:off x="2847975" y="-446280"/>
                      <a:ext cx="2721359" cy="5133112"/>
                      <a:chOff x="0" y="-474855"/>
                      <a:chExt cx="2721359" cy="5133112"/>
                    </a:xfrm>
                  </p:grpSpPr>
                  <p:sp>
                    <p:nvSpPr>
                      <p:cNvPr id="447" name="Oval 446">
                        <a:extLst>
                          <a:ext uri="{FF2B5EF4-FFF2-40B4-BE49-F238E27FC236}">
                            <a16:creationId xmlns:a16="http://schemas.microsoft.com/office/drawing/2014/main" id="{0CBECE1A-C005-6BC9-09B8-0F769A82A1B4}"/>
                          </a:ext>
                        </a:extLst>
                      </p:cNvPr>
                      <p:cNvSpPr/>
                      <p:nvPr/>
                    </p:nvSpPr>
                    <p:spPr>
                      <a:xfrm>
                        <a:off x="0" y="1580748"/>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8" name="Oval 447">
                        <a:extLst>
                          <a:ext uri="{FF2B5EF4-FFF2-40B4-BE49-F238E27FC236}">
                            <a16:creationId xmlns:a16="http://schemas.microsoft.com/office/drawing/2014/main" id="{3B16C6DE-F086-569C-2A0B-9E2FEC34D3CD}"/>
                          </a:ext>
                        </a:extLst>
                      </p:cNvPr>
                      <p:cNvSpPr/>
                      <p:nvPr/>
                    </p:nvSpPr>
                    <p:spPr>
                      <a:xfrm>
                        <a:off x="377048" y="1591775"/>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9" name="Oval 448">
                        <a:extLst>
                          <a:ext uri="{FF2B5EF4-FFF2-40B4-BE49-F238E27FC236}">
                            <a16:creationId xmlns:a16="http://schemas.microsoft.com/office/drawing/2014/main" id="{2868630A-D91B-5DCB-0BDF-BF87D1EF1A67}"/>
                          </a:ext>
                        </a:extLst>
                      </p:cNvPr>
                      <p:cNvSpPr/>
                      <p:nvPr/>
                    </p:nvSpPr>
                    <p:spPr>
                      <a:xfrm>
                        <a:off x="188524" y="1586261"/>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0" name="Oval 449">
                        <a:extLst>
                          <a:ext uri="{FF2B5EF4-FFF2-40B4-BE49-F238E27FC236}">
                            <a16:creationId xmlns:a16="http://schemas.microsoft.com/office/drawing/2014/main" id="{A8D6A2DA-C7F2-61CE-4274-FB26731B7769}"/>
                          </a:ext>
                        </a:extLst>
                      </p:cNvPr>
                      <p:cNvSpPr/>
                      <p:nvPr/>
                    </p:nvSpPr>
                    <p:spPr>
                      <a:xfrm>
                        <a:off x="564551" y="1586262"/>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51" name="Straight Connector 450">
                        <a:extLst>
                          <a:ext uri="{FF2B5EF4-FFF2-40B4-BE49-F238E27FC236}">
                            <a16:creationId xmlns:a16="http://schemas.microsoft.com/office/drawing/2014/main" id="{FE176783-6297-1971-402E-A545D2D8582F}"/>
                          </a:ext>
                        </a:extLst>
                      </p:cNvPr>
                      <p:cNvCxnSpPr>
                        <a:cxnSpLocks/>
                      </p:cNvCxnSpPr>
                      <p:nvPr/>
                    </p:nvCxnSpPr>
                    <p:spPr>
                      <a:xfrm>
                        <a:off x="1746185" y="711472"/>
                        <a:ext cx="0" cy="12822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2" name="Straight Connector 451">
                        <a:extLst>
                          <a:ext uri="{FF2B5EF4-FFF2-40B4-BE49-F238E27FC236}">
                            <a16:creationId xmlns:a16="http://schemas.microsoft.com/office/drawing/2014/main" id="{B2CF1709-F368-51F7-84D4-32F25A43F5FE}"/>
                          </a:ext>
                        </a:extLst>
                      </p:cNvPr>
                      <p:cNvCxnSpPr>
                        <a:cxnSpLocks/>
                      </p:cNvCxnSpPr>
                      <p:nvPr/>
                    </p:nvCxnSpPr>
                    <p:spPr>
                      <a:xfrm>
                        <a:off x="1205650" y="1068428"/>
                        <a:ext cx="258675" cy="11708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3" name="Straight Connector 452">
                        <a:extLst>
                          <a:ext uri="{FF2B5EF4-FFF2-40B4-BE49-F238E27FC236}">
                            <a16:creationId xmlns:a16="http://schemas.microsoft.com/office/drawing/2014/main" id="{2537B8E2-A2C1-9EE0-2A1F-27D963D42AE3}"/>
                          </a:ext>
                        </a:extLst>
                      </p:cNvPr>
                      <p:cNvCxnSpPr>
                        <a:cxnSpLocks/>
                      </p:cNvCxnSpPr>
                      <p:nvPr/>
                    </p:nvCxnSpPr>
                    <p:spPr>
                      <a:xfrm flipV="1">
                        <a:off x="935984" y="1068428"/>
                        <a:ext cx="269666" cy="1170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4" name="Straight Connector 453">
                        <a:extLst>
                          <a:ext uri="{FF2B5EF4-FFF2-40B4-BE49-F238E27FC236}">
                            <a16:creationId xmlns:a16="http://schemas.microsoft.com/office/drawing/2014/main" id="{FE3F5499-7EFE-550F-DA2B-5FE71DBB222E}"/>
                          </a:ext>
                        </a:extLst>
                      </p:cNvPr>
                      <p:cNvCxnSpPr>
                        <a:cxnSpLocks/>
                      </p:cNvCxnSpPr>
                      <p:nvPr/>
                    </p:nvCxnSpPr>
                    <p:spPr>
                      <a:xfrm flipV="1">
                        <a:off x="62501" y="1446540"/>
                        <a:ext cx="311900" cy="13420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5" name="Straight Connector 454">
                        <a:extLst>
                          <a:ext uri="{FF2B5EF4-FFF2-40B4-BE49-F238E27FC236}">
                            <a16:creationId xmlns:a16="http://schemas.microsoft.com/office/drawing/2014/main" id="{52A713CC-F83F-F020-58AD-4F87BCAEC462}"/>
                          </a:ext>
                        </a:extLst>
                      </p:cNvPr>
                      <p:cNvCxnSpPr/>
                      <p:nvPr/>
                    </p:nvCxnSpPr>
                    <p:spPr>
                      <a:xfrm flipH="1">
                        <a:off x="1476092" y="745714"/>
                        <a:ext cx="271228" cy="7751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6" name="Straight Connector 455">
                        <a:extLst>
                          <a:ext uri="{FF2B5EF4-FFF2-40B4-BE49-F238E27FC236}">
                            <a16:creationId xmlns:a16="http://schemas.microsoft.com/office/drawing/2014/main" id="{B6DFA00B-48E1-ED0C-253C-95D3130ECEDE}"/>
                          </a:ext>
                        </a:extLst>
                      </p:cNvPr>
                      <p:cNvCxnSpPr/>
                      <p:nvPr/>
                    </p:nvCxnSpPr>
                    <p:spPr>
                      <a:xfrm flipH="1">
                        <a:off x="1208816" y="745714"/>
                        <a:ext cx="538504" cy="616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7" name="Straight Connector 456">
                        <a:extLst>
                          <a:ext uri="{FF2B5EF4-FFF2-40B4-BE49-F238E27FC236}">
                            <a16:creationId xmlns:a16="http://schemas.microsoft.com/office/drawing/2014/main" id="{A05F81BA-85D4-9922-189E-4FE0BBB5B3E3}"/>
                          </a:ext>
                        </a:extLst>
                      </p:cNvPr>
                      <p:cNvCxnSpPr/>
                      <p:nvPr/>
                    </p:nvCxnSpPr>
                    <p:spPr>
                      <a:xfrm>
                        <a:off x="1747320" y="745714"/>
                        <a:ext cx="266521" cy="7489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8" name="Straight Connector 457">
                        <a:extLst>
                          <a:ext uri="{FF2B5EF4-FFF2-40B4-BE49-F238E27FC236}">
                            <a16:creationId xmlns:a16="http://schemas.microsoft.com/office/drawing/2014/main" id="{E343AE93-66F0-2C43-3EBD-1FFA828E27C4}"/>
                          </a:ext>
                        </a:extLst>
                      </p:cNvPr>
                      <p:cNvCxnSpPr/>
                      <p:nvPr/>
                    </p:nvCxnSpPr>
                    <p:spPr>
                      <a:xfrm>
                        <a:off x="1747320" y="745714"/>
                        <a:ext cx="427026" cy="6818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9" name="Straight Connector 458">
                        <a:extLst>
                          <a:ext uri="{FF2B5EF4-FFF2-40B4-BE49-F238E27FC236}">
                            <a16:creationId xmlns:a16="http://schemas.microsoft.com/office/drawing/2014/main" id="{B502CC8B-9357-75B4-458B-365D11AAE291}"/>
                          </a:ext>
                        </a:extLst>
                      </p:cNvPr>
                      <p:cNvCxnSpPr>
                        <a:cxnSpLocks/>
                      </p:cNvCxnSpPr>
                      <p:nvPr/>
                    </p:nvCxnSpPr>
                    <p:spPr>
                      <a:xfrm flipH="1">
                        <a:off x="362090" y="1084327"/>
                        <a:ext cx="846726" cy="10671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0" name="Straight Connector 459">
                        <a:extLst>
                          <a:ext uri="{FF2B5EF4-FFF2-40B4-BE49-F238E27FC236}">
                            <a16:creationId xmlns:a16="http://schemas.microsoft.com/office/drawing/2014/main" id="{7DC83FB8-1C53-1107-CF1B-3357688D5422}"/>
                          </a:ext>
                        </a:extLst>
                      </p:cNvPr>
                      <p:cNvCxnSpPr>
                        <a:cxnSpLocks/>
                      </p:cNvCxnSpPr>
                      <p:nvPr/>
                    </p:nvCxnSpPr>
                    <p:spPr>
                      <a:xfrm flipH="1">
                        <a:off x="572184" y="1084327"/>
                        <a:ext cx="636632" cy="14257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1" name="Straight Connector 460">
                        <a:extLst>
                          <a:ext uri="{FF2B5EF4-FFF2-40B4-BE49-F238E27FC236}">
                            <a16:creationId xmlns:a16="http://schemas.microsoft.com/office/drawing/2014/main" id="{4E8DE78E-5D02-A02A-144A-A5E3F44E0C9D}"/>
                          </a:ext>
                        </a:extLst>
                      </p:cNvPr>
                      <p:cNvCxnSpPr/>
                      <p:nvPr/>
                    </p:nvCxnSpPr>
                    <p:spPr>
                      <a:xfrm flipH="1">
                        <a:off x="1115098" y="1084327"/>
                        <a:ext cx="93718" cy="1011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2" name="Straight Connector 461">
                        <a:extLst>
                          <a:ext uri="{FF2B5EF4-FFF2-40B4-BE49-F238E27FC236}">
                            <a16:creationId xmlns:a16="http://schemas.microsoft.com/office/drawing/2014/main" id="{0276AFBE-A9AE-E807-B2D7-03CBB23CE55F}"/>
                          </a:ext>
                        </a:extLst>
                      </p:cNvPr>
                      <p:cNvCxnSpPr/>
                      <p:nvPr/>
                    </p:nvCxnSpPr>
                    <p:spPr>
                      <a:xfrm>
                        <a:off x="1208816" y="1084327"/>
                        <a:ext cx="85396" cy="10118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3" name="Straight Connector 462">
                        <a:extLst>
                          <a:ext uri="{FF2B5EF4-FFF2-40B4-BE49-F238E27FC236}">
                            <a16:creationId xmlns:a16="http://schemas.microsoft.com/office/drawing/2014/main" id="{E3F25217-16D6-1B41-6103-6C067AB5D974}"/>
                          </a:ext>
                        </a:extLst>
                      </p:cNvPr>
                      <p:cNvCxnSpPr/>
                      <p:nvPr/>
                    </p:nvCxnSpPr>
                    <p:spPr>
                      <a:xfrm flipH="1">
                        <a:off x="251025" y="1461622"/>
                        <a:ext cx="121314" cy="124639"/>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4" name="Straight Connector 463">
                        <a:extLst>
                          <a:ext uri="{FF2B5EF4-FFF2-40B4-BE49-F238E27FC236}">
                            <a16:creationId xmlns:a16="http://schemas.microsoft.com/office/drawing/2014/main" id="{7DDBA5E7-EB96-534D-5442-6647E8080455}"/>
                          </a:ext>
                        </a:extLst>
                      </p:cNvPr>
                      <p:cNvCxnSpPr/>
                      <p:nvPr/>
                    </p:nvCxnSpPr>
                    <p:spPr>
                      <a:xfrm>
                        <a:off x="372339" y="1461622"/>
                        <a:ext cx="67210" cy="13015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5" name="Straight Connector 464">
                        <a:extLst>
                          <a:ext uri="{FF2B5EF4-FFF2-40B4-BE49-F238E27FC236}">
                            <a16:creationId xmlns:a16="http://schemas.microsoft.com/office/drawing/2014/main" id="{18FA71C1-F3B6-3E0E-36C0-983D37715780}"/>
                          </a:ext>
                        </a:extLst>
                      </p:cNvPr>
                      <p:cNvCxnSpPr/>
                      <p:nvPr/>
                    </p:nvCxnSpPr>
                    <p:spPr>
                      <a:xfrm>
                        <a:off x="372339" y="1461622"/>
                        <a:ext cx="254713" cy="12464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466" name="TextBox 425">
                        <a:extLst>
                          <a:ext uri="{FF2B5EF4-FFF2-40B4-BE49-F238E27FC236}">
                            <a16:creationId xmlns:a16="http://schemas.microsoft.com/office/drawing/2014/main" id="{AE5468DD-FC63-FB1C-1167-22F760ED6432}"/>
                          </a:ext>
                        </a:extLst>
                      </p:cNvPr>
                      <p:cNvSpPr txBox="1"/>
                      <p:nvPr/>
                    </p:nvSpPr>
                    <p:spPr>
                      <a:xfrm>
                        <a:off x="141106" y="3190752"/>
                        <a:ext cx="2431120" cy="1467505"/>
                      </a:xfrm>
                      <a:prstGeom prst="rect">
                        <a:avLst/>
                      </a:prstGeom>
                      <a:noFill/>
                    </p:spPr>
                    <p:txBody>
                      <a:bodyPr wrap="square" rtlCol="0">
                        <a:noAutofit/>
                      </a:bodyPr>
                      <a:lstStyle/>
                      <a:p>
                        <a:pPr marL="0" marR="0" algn="ctr">
                          <a:buNone/>
                        </a:pPr>
                        <a:r>
                          <a:rPr lang="en-US" sz="18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Direct Sponsor</a:t>
                        </a:r>
                      </a:p>
                      <a:p>
                        <a:pPr marL="742950" lvl="1" indent="-285750">
                          <a:buFont typeface="Arial" panose="020B0604020202020204" pitchFamily="34" charset="0"/>
                          <a:buChar char="•"/>
                        </a:pPr>
                        <a:r>
                          <a:rPr lang="en-US" dirty="0">
                            <a:solidFill>
                              <a:srgbClr val="000000"/>
                            </a:solidFill>
                            <a:latin typeface="Garamond" panose="02020404030301010803" pitchFamily="18" charset="0"/>
                            <a:ea typeface="Aptos" panose="020B0004020202020204" pitchFamily="34" charset="0"/>
                            <a:cs typeface="Times New Roman" panose="02020603050405020304" pitchFamily="18" charset="0"/>
                          </a:rPr>
                          <a:t>A sponsor B</a:t>
                        </a:r>
                      </a:p>
                      <a:p>
                        <a:pPr marL="742950" lvl="1" indent="-285750">
                          <a:buFont typeface="Arial" panose="020B0604020202020204" pitchFamily="34" charset="0"/>
                          <a:buChar char="•"/>
                        </a:pPr>
                        <a:r>
                          <a:rPr lang="en-US" dirty="0">
                            <a:solidFill>
                              <a:srgbClr val="000000"/>
                            </a:solidFill>
                            <a:latin typeface="Garamond" panose="02020404030301010803" pitchFamily="18" charset="0"/>
                            <a:ea typeface="Aptos" panose="020B0004020202020204" pitchFamily="34" charset="0"/>
                            <a:cs typeface="Times New Roman" panose="02020603050405020304" pitchFamily="18" charset="0"/>
                          </a:rPr>
                          <a:t>B sponsor C</a:t>
                        </a:r>
                      </a:p>
                      <a:p>
                        <a:pPr marL="742950" lvl="1" indent="-285750">
                          <a:spcAft>
                            <a:spcPts val="800"/>
                          </a:spcAft>
                          <a:buFont typeface="Arial" panose="020B0604020202020204" pitchFamily="34" charset="0"/>
                          <a:buChar char="•"/>
                        </a:pPr>
                        <a:r>
                          <a:rPr lang="en-US" dirty="0">
                            <a:solidFill>
                              <a:srgbClr val="000000"/>
                            </a:solidFill>
                            <a:latin typeface="Garamond" panose="02020404030301010803" pitchFamily="18" charset="0"/>
                            <a:ea typeface="Aptos" panose="020B0004020202020204" pitchFamily="34" charset="0"/>
                            <a:cs typeface="Times New Roman" panose="02020603050405020304" pitchFamily="18" charset="0"/>
                          </a:rPr>
                          <a:t>C sponsor D</a:t>
                        </a:r>
                      </a:p>
                      <a:p>
                        <a:pPr marL="0" marR="0" algn="ctr">
                          <a:lnSpc>
                            <a:spcPct val="115000"/>
                          </a:lnSpc>
                          <a:spcAft>
                            <a:spcPts val="800"/>
                          </a:spcAft>
                          <a:buNone/>
                        </a:pP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67" name="TextBox 426">
                        <a:extLst>
                          <a:ext uri="{FF2B5EF4-FFF2-40B4-BE49-F238E27FC236}">
                            <a16:creationId xmlns:a16="http://schemas.microsoft.com/office/drawing/2014/main" id="{A774F50F-5A3A-91C7-A518-94017835E91A}"/>
                          </a:ext>
                        </a:extLst>
                      </p:cNvPr>
                      <p:cNvSpPr txBox="1"/>
                      <p:nvPr/>
                    </p:nvSpPr>
                    <p:spPr>
                      <a:xfrm>
                        <a:off x="334712" y="-474855"/>
                        <a:ext cx="2386647" cy="1146073"/>
                      </a:xfrm>
                      <a:prstGeom prst="rect">
                        <a:avLst/>
                      </a:prstGeom>
                      <a:noFill/>
                    </p:spPr>
                    <p:txBody>
                      <a:bodyPr wrap="square" rtlCol="0">
                        <a:noAutofit/>
                      </a:bodyPr>
                      <a:lstStyle/>
                      <a:p>
                        <a:pPr marL="0" marR="0" algn="ctr">
                          <a:spcAft>
                            <a:spcPts val="800"/>
                          </a:spcAft>
                          <a:buNone/>
                        </a:pPr>
                        <a:r>
                          <a:rPr lang="en-US" sz="2400" b="1"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Plan B</a:t>
                        </a:r>
                        <a:endParaRPr lang="en-US" sz="2400" b="1" dirty="0">
                          <a:solidFill>
                            <a:srgbClr val="000000"/>
                          </a:solidFill>
                          <a:latin typeface="Garamond" panose="02020404030301010803" pitchFamily="18" charset="0"/>
                          <a:ea typeface="Aptos" panose="020B0004020202020204" pitchFamily="34" charset="0"/>
                          <a:cs typeface="Times New Roman" panose="02020603050405020304" pitchFamily="18" charset="0"/>
                        </a:endParaRPr>
                      </a:p>
                      <a:p>
                        <a:pPr marL="0" marR="0" algn="ctr">
                          <a:spcAft>
                            <a:spcPts val="800"/>
                          </a:spcAft>
                          <a:buNone/>
                        </a:pPr>
                        <a:r>
                          <a:rPr lang="en-US" b="1"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Unilevel System</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280" name="Group 279">
                      <a:extLst>
                        <a:ext uri="{FF2B5EF4-FFF2-40B4-BE49-F238E27FC236}">
                          <a16:creationId xmlns:a16="http://schemas.microsoft.com/office/drawing/2014/main" id="{478AE3B8-71F6-6AAA-6B47-752457DD9D51}"/>
                        </a:ext>
                      </a:extLst>
                    </p:cNvPr>
                    <p:cNvGrpSpPr/>
                    <p:nvPr/>
                  </p:nvGrpSpPr>
                  <p:grpSpPr>
                    <a:xfrm>
                      <a:off x="1" y="-448497"/>
                      <a:ext cx="2910474" cy="5743022"/>
                      <a:chOff x="1" y="-448497"/>
                      <a:chExt cx="2910474" cy="5743022"/>
                    </a:xfrm>
                  </p:grpSpPr>
                  <p:grpSp>
                    <p:nvGrpSpPr>
                      <p:cNvPr id="281" name="Group 280">
                        <a:extLst>
                          <a:ext uri="{FF2B5EF4-FFF2-40B4-BE49-F238E27FC236}">
                            <a16:creationId xmlns:a16="http://schemas.microsoft.com/office/drawing/2014/main" id="{6B43E1D5-E65C-CE91-497F-F0C6FFA450CD}"/>
                          </a:ext>
                        </a:extLst>
                      </p:cNvPr>
                      <p:cNvGrpSpPr/>
                      <p:nvPr/>
                    </p:nvGrpSpPr>
                    <p:grpSpPr>
                      <a:xfrm>
                        <a:off x="1" y="-448497"/>
                        <a:ext cx="2910474" cy="5743022"/>
                        <a:chOff x="0" y="-448497"/>
                        <a:chExt cx="2910481" cy="5743022"/>
                      </a:xfrm>
                    </p:grpSpPr>
                    <p:cxnSp>
                      <p:nvCxnSpPr>
                        <p:cNvPr id="289" name="Straight Connector 288">
                          <a:extLst>
                            <a:ext uri="{FF2B5EF4-FFF2-40B4-BE49-F238E27FC236}">
                              <a16:creationId xmlns:a16="http://schemas.microsoft.com/office/drawing/2014/main" id="{5665BC2A-F85F-3470-9371-3C55B12DE47B}"/>
                            </a:ext>
                          </a:extLst>
                        </p:cNvPr>
                        <p:cNvCxnSpPr/>
                        <p:nvPr/>
                      </p:nvCxnSpPr>
                      <p:spPr>
                        <a:xfrm flipH="1">
                          <a:off x="437506" y="1417632"/>
                          <a:ext cx="869803" cy="16975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290" name="Oval 289">
                          <a:extLst>
                            <a:ext uri="{FF2B5EF4-FFF2-40B4-BE49-F238E27FC236}">
                              <a16:creationId xmlns:a16="http://schemas.microsoft.com/office/drawing/2014/main" id="{0D121A5B-0BB4-EBD7-995D-FCB9316C3FE2}"/>
                            </a:ext>
                          </a:extLst>
                        </p:cNvPr>
                        <p:cNvSpPr/>
                        <p:nvPr/>
                      </p:nvSpPr>
                      <p:spPr>
                        <a:xfrm>
                          <a:off x="1244808" y="1549663"/>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91" name="Group 290">
                          <a:extLst>
                            <a:ext uri="{FF2B5EF4-FFF2-40B4-BE49-F238E27FC236}">
                              <a16:creationId xmlns:a16="http://schemas.microsoft.com/office/drawing/2014/main" id="{DF47D43C-847C-12A7-29F5-D2621313B1DC}"/>
                            </a:ext>
                          </a:extLst>
                        </p:cNvPr>
                        <p:cNvGrpSpPr/>
                        <p:nvPr/>
                      </p:nvGrpSpPr>
                      <p:grpSpPr>
                        <a:xfrm>
                          <a:off x="869804" y="1926891"/>
                          <a:ext cx="859388" cy="1037382"/>
                          <a:chOff x="869803" y="1926893"/>
                          <a:chExt cx="1571625" cy="1047751"/>
                        </a:xfrm>
                      </p:grpSpPr>
                      <p:sp>
                        <p:nvSpPr>
                          <p:cNvPr id="400" name="Oval 399">
                            <a:extLst>
                              <a:ext uri="{FF2B5EF4-FFF2-40B4-BE49-F238E27FC236}">
                                <a16:creationId xmlns:a16="http://schemas.microsoft.com/office/drawing/2014/main" id="{7EF850AC-CE09-E464-5646-EA69C23B2AD9}"/>
                              </a:ext>
                            </a:extLst>
                          </p:cNvPr>
                          <p:cNvSpPr/>
                          <p:nvPr/>
                        </p:nvSpPr>
                        <p:spPr>
                          <a:xfrm>
                            <a:off x="1012678" y="1936418"/>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1" name="Oval 400">
                            <a:extLst>
                              <a:ext uri="{FF2B5EF4-FFF2-40B4-BE49-F238E27FC236}">
                                <a16:creationId xmlns:a16="http://schemas.microsoft.com/office/drawing/2014/main" id="{4152C217-7BC1-1B28-1F24-A2C7A84DF449}"/>
                              </a:ext>
                            </a:extLst>
                          </p:cNvPr>
                          <p:cNvSpPr/>
                          <p:nvPr/>
                        </p:nvSpPr>
                        <p:spPr>
                          <a:xfrm>
                            <a:off x="2069953" y="1926893"/>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402" name="Group 401">
                            <a:extLst>
                              <a:ext uri="{FF2B5EF4-FFF2-40B4-BE49-F238E27FC236}">
                                <a16:creationId xmlns:a16="http://schemas.microsoft.com/office/drawing/2014/main" id="{D7A52EC2-4E15-A0CB-129A-44AFD1B4A24E}"/>
                              </a:ext>
                            </a:extLst>
                          </p:cNvPr>
                          <p:cNvGrpSpPr/>
                          <p:nvPr/>
                        </p:nvGrpSpPr>
                        <p:grpSpPr>
                          <a:xfrm>
                            <a:off x="1403203" y="2203118"/>
                            <a:ext cx="514350" cy="771526"/>
                            <a:chOff x="1403203" y="2203118"/>
                            <a:chExt cx="895350" cy="876300"/>
                          </a:xfrm>
                        </p:grpSpPr>
                        <p:grpSp>
                          <p:nvGrpSpPr>
                            <p:cNvPr id="433" name="Group 432">
                              <a:extLst>
                                <a:ext uri="{FF2B5EF4-FFF2-40B4-BE49-F238E27FC236}">
                                  <a16:creationId xmlns:a16="http://schemas.microsoft.com/office/drawing/2014/main" id="{CDD6F14F-D692-7492-4719-812A88E6DCD3}"/>
                                </a:ext>
                              </a:extLst>
                            </p:cNvPr>
                            <p:cNvGrpSpPr/>
                            <p:nvPr/>
                          </p:nvGrpSpPr>
                          <p:grpSpPr>
                            <a:xfrm>
                              <a:off x="1403203" y="2488868"/>
                              <a:ext cx="895350" cy="590550"/>
                              <a:chOff x="1403203" y="2488868"/>
                              <a:chExt cx="895350" cy="590550"/>
                            </a:xfrm>
                          </p:grpSpPr>
                          <p:sp>
                            <p:nvSpPr>
                              <p:cNvPr id="435" name="Isosceles Triangle 434">
                                <a:extLst>
                                  <a:ext uri="{FF2B5EF4-FFF2-40B4-BE49-F238E27FC236}">
                                    <a16:creationId xmlns:a16="http://schemas.microsoft.com/office/drawing/2014/main" id="{1DC4424C-1676-7DA2-3117-10B69E4F636F}"/>
                                  </a:ext>
                                </a:extLst>
                              </p:cNvPr>
                              <p:cNvSpPr/>
                              <p:nvPr/>
                            </p:nvSpPr>
                            <p:spPr>
                              <a:xfrm>
                                <a:off x="1450828"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6" name="Isosceles Triangle 435">
                                <a:extLst>
                                  <a:ext uri="{FF2B5EF4-FFF2-40B4-BE49-F238E27FC236}">
                                    <a16:creationId xmlns:a16="http://schemas.microsoft.com/office/drawing/2014/main" id="{D9A5701E-F98F-FC8C-6065-743A83923E8A}"/>
                                  </a:ext>
                                </a:extLst>
                              </p:cNvPr>
                              <p:cNvSpPr/>
                              <p:nvPr/>
                            </p:nvSpPr>
                            <p:spPr>
                              <a:xfrm>
                                <a:off x="176515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7" name="Isosceles Triangle 436">
                                <a:extLst>
                                  <a:ext uri="{FF2B5EF4-FFF2-40B4-BE49-F238E27FC236}">
                                    <a16:creationId xmlns:a16="http://schemas.microsoft.com/office/drawing/2014/main" id="{3D0324BA-7CC5-18A7-392C-A280EF8EDD59}"/>
                                  </a:ext>
                                </a:extLst>
                              </p:cNvPr>
                              <p:cNvSpPr/>
                              <p:nvPr/>
                            </p:nvSpPr>
                            <p:spPr>
                              <a:xfrm>
                                <a:off x="205090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8" name="Isosceles Triangle 437">
                                <a:extLst>
                                  <a:ext uri="{FF2B5EF4-FFF2-40B4-BE49-F238E27FC236}">
                                    <a16:creationId xmlns:a16="http://schemas.microsoft.com/office/drawing/2014/main" id="{5A54A1F1-8291-417E-EBC2-138CE02AB7D3}"/>
                                  </a:ext>
                                </a:extLst>
                              </p:cNvPr>
                              <p:cNvSpPr/>
                              <p:nvPr/>
                            </p:nvSpPr>
                            <p:spPr>
                              <a:xfrm>
                                <a:off x="14032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9" name="Isosceles Triangle 438">
                                <a:extLst>
                                  <a:ext uri="{FF2B5EF4-FFF2-40B4-BE49-F238E27FC236}">
                                    <a16:creationId xmlns:a16="http://schemas.microsoft.com/office/drawing/2014/main" id="{CB17032F-15F9-8506-F4DF-C8024680638B}"/>
                                  </a:ext>
                                </a:extLst>
                              </p:cNvPr>
                              <p:cNvSpPr/>
                              <p:nvPr/>
                            </p:nvSpPr>
                            <p:spPr>
                              <a:xfrm>
                                <a:off x="14984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0" name="Isosceles Triangle 439">
                                <a:extLst>
                                  <a:ext uri="{FF2B5EF4-FFF2-40B4-BE49-F238E27FC236}">
                                    <a16:creationId xmlns:a16="http://schemas.microsoft.com/office/drawing/2014/main" id="{3C4E9323-16D3-D518-CB40-210234C4B077}"/>
                                  </a:ext>
                                </a:extLst>
                              </p:cNvPr>
                              <p:cNvSpPr/>
                              <p:nvPr/>
                            </p:nvSpPr>
                            <p:spPr>
                              <a:xfrm>
                                <a:off x="16032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1" name="Isosceles Triangle 440">
                                <a:extLst>
                                  <a:ext uri="{FF2B5EF4-FFF2-40B4-BE49-F238E27FC236}">
                                    <a16:creationId xmlns:a16="http://schemas.microsoft.com/office/drawing/2014/main" id="{F71325CC-42B6-BA69-1A2E-A792589CD676}"/>
                                  </a:ext>
                                </a:extLst>
                              </p:cNvPr>
                              <p:cNvSpPr/>
                              <p:nvPr/>
                            </p:nvSpPr>
                            <p:spPr>
                              <a:xfrm>
                                <a:off x="17175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2" name="Isosceles Triangle 441">
                                <a:extLst>
                                  <a:ext uri="{FF2B5EF4-FFF2-40B4-BE49-F238E27FC236}">
                                    <a16:creationId xmlns:a16="http://schemas.microsoft.com/office/drawing/2014/main" id="{8CB919EE-A10E-11A3-64CC-2020BFB9A040}"/>
                                  </a:ext>
                                </a:extLst>
                              </p:cNvPr>
                              <p:cNvSpPr/>
                              <p:nvPr/>
                            </p:nvSpPr>
                            <p:spPr>
                              <a:xfrm>
                                <a:off x="18127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3" name="Isosceles Triangle 442">
                                <a:extLst>
                                  <a:ext uri="{FF2B5EF4-FFF2-40B4-BE49-F238E27FC236}">
                                    <a16:creationId xmlns:a16="http://schemas.microsoft.com/office/drawing/2014/main" id="{BA9236B8-2A18-C841-A953-5786568A92B8}"/>
                                  </a:ext>
                                </a:extLst>
                              </p:cNvPr>
                              <p:cNvSpPr/>
                              <p:nvPr/>
                            </p:nvSpPr>
                            <p:spPr>
                              <a:xfrm>
                                <a:off x="19175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4" name="Isosceles Triangle 443">
                                <a:extLst>
                                  <a:ext uri="{FF2B5EF4-FFF2-40B4-BE49-F238E27FC236}">
                                    <a16:creationId xmlns:a16="http://schemas.microsoft.com/office/drawing/2014/main" id="{2C681B66-C0B2-DB1C-B404-1CD4A06CAF87}"/>
                                  </a:ext>
                                </a:extLst>
                              </p:cNvPr>
                              <p:cNvSpPr/>
                              <p:nvPr/>
                            </p:nvSpPr>
                            <p:spPr>
                              <a:xfrm>
                                <a:off x="20032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5" name="Isosceles Triangle 444">
                                <a:extLst>
                                  <a:ext uri="{FF2B5EF4-FFF2-40B4-BE49-F238E27FC236}">
                                    <a16:creationId xmlns:a16="http://schemas.microsoft.com/office/drawing/2014/main" id="{678C8B4E-C393-DDD8-9301-439D0E25E033}"/>
                                  </a:ext>
                                </a:extLst>
                              </p:cNvPr>
                              <p:cNvSpPr/>
                              <p:nvPr/>
                            </p:nvSpPr>
                            <p:spPr>
                              <a:xfrm>
                                <a:off x="20985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6" name="Isosceles Triangle 445">
                                <a:extLst>
                                  <a:ext uri="{FF2B5EF4-FFF2-40B4-BE49-F238E27FC236}">
                                    <a16:creationId xmlns:a16="http://schemas.microsoft.com/office/drawing/2014/main" id="{343529A4-C256-9C61-CB99-5160D60D992A}"/>
                                  </a:ext>
                                </a:extLst>
                              </p:cNvPr>
                              <p:cNvSpPr/>
                              <p:nvPr/>
                            </p:nvSpPr>
                            <p:spPr>
                              <a:xfrm>
                                <a:off x="22033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34" name="Isosceles Triangle 433">
                              <a:extLst>
                                <a:ext uri="{FF2B5EF4-FFF2-40B4-BE49-F238E27FC236}">
                                  <a16:creationId xmlns:a16="http://schemas.microsoft.com/office/drawing/2014/main" id="{4DC4497A-515D-DE00-5844-D96E2A71C062}"/>
                                </a:ext>
                              </a:extLst>
                            </p:cNvPr>
                            <p:cNvSpPr/>
                            <p:nvPr/>
                          </p:nvSpPr>
                          <p:spPr>
                            <a:xfrm>
                              <a:off x="1584178"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03" name="Group 402">
                            <a:extLst>
                              <a:ext uri="{FF2B5EF4-FFF2-40B4-BE49-F238E27FC236}">
                                <a16:creationId xmlns:a16="http://schemas.microsoft.com/office/drawing/2014/main" id="{02364E6B-FD8D-F640-7F7A-74BD7544B85F}"/>
                              </a:ext>
                            </a:extLst>
                          </p:cNvPr>
                          <p:cNvGrpSpPr/>
                          <p:nvPr/>
                        </p:nvGrpSpPr>
                        <p:grpSpPr>
                          <a:xfrm>
                            <a:off x="869803" y="2203118"/>
                            <a:ext cx="514350" cy="771526"/>
                            <a:chOff x="869803" y="2203118"/>
                            <a:chExt cx="895350" cy="876300"/>
                          </a:xfrm>
                        </p:grpSpPr>
                        <p:grpSp>
                          <p:nvGrpSpPr>
                            <p:cNvPr id="419" name="Group 418">
                              <a:extLst>
                                <a:ext uri="{FF2B5EF4-FFF2-40B4-BE49-F238E27FC236}">
                                  <a16:creationId xmlns:a16="http://schemas.microsoft.com/office/drawing/2014/main" id="{C6D6F090-93A4-4E6F-1022-428B65341EE8}"/>
                                </a:ext>
                              </a:extLst>
                            </p:cNvPr>
                            <p:cNvGrpSpPr/>
                            <p:nvPr/>
                          </p:nvGrpSpPr>
                          <p:grpSpPr>
                            <a:xfrm>
                              <a:off x="869803" y="2488868"/>
                              <a:ext cx="895350" cy="590550"/>
                              <a:chOff x="869803" y="2488868"/>
                              <a:chExt cx="895350" cy="590550"/>
                            </a:xfrm>
                          </p:grpSpPr>
                          <p:sp>
                            <p:nvSpPr>
                              <p:cNvPr id="421" name="Isosceles Triangle 420">
                                <a:extLst>
                                  <a:ext uri="{FF2B5EF4-FFF2-40B4-BE49-F238E27FC236}">
                                    <a16:creationId xmlns:a16="http://schemas.microsoft.com/office/drawing/2014/main" id="{099034F9-73C2-99DC-3DFE-12529AEEBE18}"/>
                                  </a:ext>
                                </a:extLst>
                              </p:cNvPr>
                              <p:cNvSpPr/>
                              <p:nvPr/>
                            </p:nvSpPr>
                            <p:spPr>
                              <a:xfrm>
                                <a:off x="917428"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2" name="Isosceles Triangle 421">
                                <a:extLst>
                                  <a:ext uri="{FF2B5EF4-FFF2-40B4-BE49-F238E27FC236}">
                                    <a16:creationId xmlns:a16="http://schemas.microsoft.com/office/drawing/2014/main" id="{ADE8C9CE-06A2-7FEF-F0C4-E407FB4466EC}"/>
                                  </a:ext>
                                </a:extLst>
                              </p:cNvPr>
                              <p:cNvSpPr/>
                              <p:nvPr/>
                            </p:nvSpPr>
                            <p:spPr>
                              <a:xfrm>
                                <a:off x="123175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3" name="Isosceles Triangle 422">
                                <a:extLst>
                                  <a:ext uri="{FF2B5EF4-FFF2-40B4-BE49-F238E27FC236}">
                                    <a16:creationId xmlns:a16="http://schemas.microsoft.com/office/drawing/2014/main" id="{2ED4B237-78B2-90E9-5242-308278CAD788}"/>
                                  </a:ext>
                                </a:extLst>
                              </p:cNvPr>
                              <p:cNvSpPr/>
                              <p:nvPr/>
                            </p:nvSpPr>
                            <p:spPr>
                              <a:xfrm>
                                <a:off x="151750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4" name="Isosceles Triangle 423">
                                <a:extLst>
                                  <a:ext uri="{FF2B5EF4-FFF2-40B4-BE49-F238E27FC236}">
                                    <a16:creationId xmlns:a16="http://schemas.microsoft.com/office/drawing/2014/main" id="{32668B12-2D00-93EA-CC0B-D9D718BAFCA8}"/>
                                  </a:ext>
                                </a:extLst>
                              </p:cNvPr>
                              <p:cNvSpPr/>
                              <p:nvPr/>
                            </p:nvSpPr>
                            <p:spPr>
                              <a:xfrm>
                                <a:off x="8698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5" name="Isosceles Triangle 424">
                                <a:extLst>
                                  <a:ext uri="{FF2B5EF4-FFF2-40B4-BE49-F238E27FC236}">
                                    <a16:creationId xmlns:a16="http://schemas.microsoft.com/office/drawing/2014/main" id="{DD692279-A359-1EAE-6E84-5794D12EE5EB}"/>
                                  </a:ext>
                                </a:extLst>
                              </p:cNvPr>
                              <p:cNvSpPr/>
                              <p:nvPr/>
                            </p:nvSpPr>
                            <p:spPr>
                              <a:xfrm>
                                <a:off x="9650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6" name="Isosceles Triangle 425">
                                <a:extLst>
                                  <a:ext uri="{FF2B5EF4-FFF2-40B4-BE49-F238E27FC236}">
                                    <a16:creationId xmlns:a16="http://schemas.microsoft.com/office/drawing/2014/main" id="{7BFB5AAA-30D7-0FB6-CD8B-F2CADC4B4FDA}"/>
                                  </a:ext>
                                </a:extLst>
                              </p:cNvPr>
                              <p:cNvSpPr/>
                              <p:nvPr/>
                            </p:nvSpPr>
                            <p:spPr>
                              <a:xfrm>
                                <a:off x="10698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7" name="Isosceles Triangle 426">
                                <a:extLst>
                                  <a:ext uri="{FF2B5EF4-FFF2-40B4-BE49-F238E27FC236}">
                                    <a16:creationId xmlns:a16="http://schemas.microsoft.com/office/drawing/2014/main" id="{3FCB5E0E-DDB5-A0DA-B238-859F041EC9AE}"/>
                                  </a:ext>
                                </a:extLst>
                              </p:cNvPr>
                              <p:cNvSpPr/>
                              <p:nvPr/>
                            </p:nvSpPr>
                            <p:spPr>
                              <a:xfrm>
                                <a:off x="11841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8" name="Isosceles Triangle 427">
                                <a:extLst>
                                  <a:ext uri="{FF2B5EF4-FFF2-40B4-BE49-F238E27FC236}">
                                    <a16:creationId xmlns:a16="http://schemas.microsoft.com/office/drawing/2014/main" id="{7CB17F99-91DC-3285-2066-A5139D273B37}"/>
                                  </a:ext>
                                </a:extLst>
                              </p:cNvPr>
                              <p:cNvSpPr/>
                              <p:nvPr/>
                            </p:nvSpPr>
                            <p:spPr>
                              <a:xfrm>
                                <a:off x="12793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9" name="Isosceles Triangle 428">
                                <a:extLst>
                                  <a:ext uri="{FF2B5EF4-FFF2-40B4-BE49-F238E27FC236}">
                                    <a16:creationId xmlns:a16="http://schemas.microsoft.com/office/drawing/2014/main" id="{9F2375D2-D4B9-6C54-91FA-784AA913E822}"/>
                                  </a:ext>
                                </a:extLst>
                              </p:cNvPr>
                              <p:cNvSpPr/>
                              <p:nvPr/>
                            </p:nvSpPr>
                            <p:spPr>
                              <a:xfrm>
                                <a:off x="13841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0" name="Isosceles Triangle 429">
                                <a:extLst>
                                  <a:ext uri="{FF2B5EF4-FFF2-40B4-BE49-F238E27FC236}">
                                    <a16:creationId xmlns:a16="http://schemas.microsoft.com/office/drawing/2014/main" id="{F6E3ACAC-C23C-AE53-7819-44B2F5794C14}"/>
                                  </a:ext>
                                </a:extLst>
                              </p:cNvPr>
                              <p:cNvSpPr/>
                              <p:nvPr/>
                            </p:nvSpPr>
                            <p:spPr>
                              <a:xfrm>
                                <a:off x="14698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1" name="Isosceles Triangle 430">
                                <a:extLst>
                                  <a:ext uri="{FF2B5EF4-FFF2-40B4-BE49-F238E27FC236}">
                                    <a16:creationId xmlns:a16="http://schemas.microsoft.com/office/drawing/2014/main" id="{14045DA4-80EB-B866-BBA2-039BB6DB61CB}"/>
                                  </a:ext>
                                </a:extLst>
                              </p:cNvPr>
                              <p:cNvSpPr/>
                              <p:nvPr/>
                            </p:nvSpPr>
                            <p:spPr>
                              <a:xfrm>
                                <a:off x="15651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2" name="Isosceles Triangle 431">
                                <a:extLst>
                                  <a:ext uri="{FF2B5EF4-FFF2-40B4-BE49-F238E27FC236}">
                                    <a16:creationId xmlns:a16="http://schemas.microsoft.com/office/drawing/2014/main" id="{304A2133-3483-04DE-9B57-276CB637E14F}"/>
                                  </a:ext>
                                </a:extLst>
                              </p:cNvPr>
                              <p:cNvSpPr/>
                              <p:nvPr/>
                            </p:nvSpPr>
                            <p:spPr>
                              <a:xfrm>
                                <a:off x="16699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20" name="Isosceles Triangle 419">
                              <a:extLst>
                                <a:ext uri="{FF2B5EF4-FFF2-40B4-BE49-F238E27FC236}">
                                  <a16:creationId xmlns:a16="http://schemas.microsoft.com/office/drawing/2014/main" id="{82C23F84-D4A6-DF5F-0F6E-F5ACA3F1C4B4}"/>
                                </a:ext>
                              </a:extLst>
                            </p:cNvPr>
                            <p:cNvSpPr/>
                            <p:nvPr/>
                          </p:nvSpPr>
                          <p:spPr>
                            <a:xfrm>
                              <a:off x="1050778"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04" name="Group 403">
                            <a:extLst>
                              <a:ext uri="{FF2B5EF4-FFF2-40B4-BE49-F238E27FC236}">
                                <a16:creationId xmlns:a16="http://schemas.microsoft.com/office/drawing/2014/main" id="{504E5C2D-B5DF-C25A-59B0-E32FB7D5E91B}"/>
                              </a:ext>
                            </a:extLst>
                          </p:cNvPr>
                          <p:cNvGrpSpPr/>
                          <p:nvPr/>
                        </p:nvGrpSpPr>
                        <p:grpSpPr>
                          <a:xfrm>
                            <a:off x="1927078" y="2203118"/>
                            <a:ext cx="514350" cy="771526"/>
                            <a:chOff x="1927078" y="2203118"/>
                            <a:chExt cx="895350" cy="876300"/>
                          </a:xfrm>
                        </p:grpSpPr>
                        <p:grpSp>
                          <p:nvGrpSpPr>
                            <p:cNvPr id="405" name="Group 404">
                              <a:extLst>
                                <a:ext uri="{FF2B5EF4-FFF2-40B4-BE49-F238E27FC236}">
                                  <a16:creationId xmlns:a16="http://schemas.microsoft.com/office/drawing/2014/main" id="{69FD6B2D-B1F3-C766-8459-78795020D6BF}"/>
                                </a:ext>
                              </a:extLst>
                            </p:cNvPr>
                            <p:cNvGrpSpPr/>
                            <p:nvPr/>
                          </p:nvGrpSpPr>
                          <p:grpSpPr>
                            <a:xfrm>
                              <a:off x="1927078" y="2488868"/>
                              <a:ext cx="895350" cy="590550"/>
                              <a:chOff x="1927078" y="2488868"/>
                              <a:chExt cx="895350" cy="590550"/>
                            </a:xfrm>
                          </p:grpSpPr>
                          <p:sp>
                            <p:nvSpPr>
                              <p:cNvPr id="407" name="Isosceles Triangle 406">
                                <a:extLst>
                                  <a:ext uri="{FF2B5EF4-FFF2-40B4-BE49-F238E27FC236}">
                                    <a16:creationId xmlns:a16="http://schemas.microsoft.com/office/drawing/2014/main" id="{70371AB6-DF88-FCAE-F824-068B6B235C51}"/>
                                  </a:ext>
                                </a:extLst>
                              </p:cNvPr>
                              <p:cNvSpPr/>
                              <p:nvPr/>
                            </p:nvSpPr>
                            <p:spPr>
                              <a:xfrm>
                                <a:off x="1974703"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8" name="Isosceles Triangle 407">
                                <a:extLst>
                                  <a:ext uri="{FF2B5EF4-FFF2-40B4-BE49-F238E27FC236}">
                                    <a16:creationId xmlns:a16="http://schemas.microsoft.com/office/drawing/2014/main" id="{3C66829B-7530-7CD9-E056-EF529A411F13}"/>
                                  </a:ext>
                                </a:extLst>
                              </p:cNvPr>
                              <p:cNvSpPr/>
                              <p:nvPr/>
                            </p:nvSpPr>
                            <p:spPr>
                              <a:xfrm>
                                <a:off x="2289028"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9" name="Isosceles Triangle 408">
                                <a:extLst>
                                  <a:ext uri="{FF2B5EF4-FFF2-40B4-BE49-F238E27FC236}">
                                    <a16:creationId xmlns:a16="http://schemas.microsoft.com/office/drawing/2014/main" id="{106EFA93-73F4-1D45-80EA-E3F969B1C713}"/>
                                  </a:ext>
                                </a:extLst>
                              </p:cNvPr>
                              <p:cNvSpPr/>
                              <p:nvPr/>
                            </p:nvSpPr>
                            <p:spPr>
                              <a:xfrm>
                                <a:off x="2574778"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0" name="Isosceles Triangle 409">
                                <a:extLst>
                                  <a:ext uri="{FF2B5EF4-FFF2-40B4-BE49-F238E27FC236}">
                                    <a16:creationId xmlns:a16="http://schemas.microsoft.com/office/drawing/2014/main" id="{1A24F6DE-23A1-9EF3-FBE4-3CE97AC75F95}"/>
                                  </a:ext>
                                </a:extLst>
                              </p:cNvPr>
                              <p:cNvSpPr/>
                              <p:nvPr/>
                            </p:nvSpPr>
                            <p:spPr>
                              <a:xfrm>
                                <a:off x="19270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1" name="Isosceles Triangle 410">
                                <a:extLst>
                                  <a:ext uri="{FF2B5EF4-FFF2-40B4-BE49-F238E27FC236}">
                                    <a16:creationId xmlns:a16="http://schemas.microsoft.com/office/drawing/2014/main" id="{E0C71602-C886-97C0-B199-76ABE5727238}"/>
                                  </a:ext>
                                </a:extLst>
                              </p:cNvPr>
                              <p:cNvSpPr/>
                              <p:nvPr/>
                            </p:nvSpPr>
                            <p:spPr>
                              <a:xfrm>
                                <a:off x="20223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2" name="Isosceles Triangle 411">
                                <a:extLst>
                                  <a:ext uri="{FF2B5EF4-FFF2-40B4-BE49-F238E27FC236}">
                                    <a16:creationId xmlns:a16="http://schemas.microsoft.com/office/drawing/2014/main" id="{A2F76DB0-7DEC-DD80-841C-019A38C08C8B}"/>
                                  </a:ext>
                                </a:extLst>
                              </p:cNvPr>
                              <p:cNvSpPr/>
                              <p:nvPr/>
                            </p:nvSpPr>
                            <p:spPr>
                              <a:xfrm>
                                <a:off x="21271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3" name="Isosceles Triangle 412">
                                <a:extLst>
                                  <a:ext uri="{FF2B5EF4-FFF2-40B4-BE49-F238E27FC236}">
                                    <a16:creationId xmlns:a16="http://schemas.microsoft.com/office/drawing/2014/main" id="{8E1F7262-89DA-7D31-3D83-32F6C904F5E8}"/>
                                  </a:ext>
                                </a:extLst>
                              </p:cNvPr>
                              <p:cNvSpPr/>
                              <p:nvPr/>
                            </p:nvSpPr>
                            <p:spPr>
                              <a:xfrm>
                                <a:off x="22414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4" name="Isosceles Triangle 413">
                                <a:extLst>
                                  <a:ext uri="{FF2B5EF4-FFF2-40B4-BE49-F238E27FC236}">
                                    <a16:creationId xmlns:a16="http://schemas.microsoft.com/office/drawing/2014/main" id="{173E572B-6EA6-EDAA-EEC7-DAE182232A03}"/>
                                  </a:ext>
                                </a:extLst>
                              </p:cNvPr>
                              <p:cNvSpPr/>
                              <p:nvPr/>
                            </p:nvSpPr>
                            <p:spPr>
                              <a:xfrm>
                                <a:off x="23366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5" name="Isosceles Triangle 414">
                                <a:extLst>
                                  <a:ext uri="{FF2B5EF4-FFF2-40B4-BE49-F238E27FC236}">
                                    <a16:creationId xmlns:a16="http://schemas.microsoft.com/office/drawing/2014/main" id="{1374054E-A132-DCE2-E63C-D9E7A46DE235}"/>
                                  </a:ext>
                                </a:extLst>
                              </p:cNvPr>
                              <p:cNvSpPr/>
                              <p:nvPr/>
                            </p:nvSpPr>
                            <p:spPr>
                              <a:xfrm>
                                <a:off x="244142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6" name="Isosceles Triangle 415">
                                <a:extLst>
                                  <a:ext uri="{FF2B5EF4-FFF2-40B4-BE49-F238E27FC236}">
                                    <a16:creationId xmlns:a16="http://schemas.microsoft.com/office/drawing/2014/main" id="{8FF08D4B-9487-C09D-C93C-2CAB8EF8B434}"/>
                                  </a:ext>
                                </a:extLst>
                              </p:cNvPr>
                              <p:cNvSpPr/>
                              <p:nvPr/>
                            </p:nvSpPr>
                            <p:spPr>
                              <a:xfrm>
                                <a:off x="252715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7" name="Isosceles Triangle 416">
                                <a:extLst>
                                  <a:ext uri="{FF2B5EF4-FFF2-40B4-BE49-F238E27FC236}">
                                    <a16:creationId xmlns:a16="http://schemas.microsoft.com/office/drawing/2014/main" id="{D4031621-7C82-5036-24F0-CEA034BB4F1C}"/>
                                  </a:ext>
                                </a:extLst>
                              </p:cNvPr>
                              <p:cNvSpPr/>
                              <p:nvPr/>
                            </p:nvSpPr>
                            <p:spPr>
                              <a:xfrm>
                                <a:off x="2622403"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8" name="Isosceles Triangle 417">
                                <a:extLst>
                                  <a:ext uri="{FF2B5EF4-FFF2-40B4-BE49-F238E27FC236}">
                                    <a16:creationId xmlns:a16="http://schemas.microsoft.com/office/drawing/2014/main" id="{975B577B-EE4C-C2F9-7493-7A1720E8A5E7}"/>
                                  </a:ext>
                                </a:extLst>
                              </p:cNvPr>
                              <p:cNvSpPr/>
                              <p:nvPr/>
                            </p:nvSpPr>
                            <p:spPr>
                              <a:xfrm>
                                <a:off x="2727178"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06" name="Isosceles Triangle 405">
                              <a:extLst>
                                <a:ext uri="{FF2B5EF4-FFF2-40B4-BE49-F238E27FC236}">
                                  <a16:creationId xmlns:a16="http://schemas.microsoft.com/office/drawing/2014/main" id="{9A00CC8D-A8D0-D4B2-DB6B-21B501EB9120}"/>
                                </a:ext>
                              </a:extLst>
                            </p:cNvPr>
                            <p:cNvSpPr/>
                            <p:nvPr/>
                          </p:nvSpPr>
                          <p:spPr>
                            <a:xfrm>
                              <a:off x="2108053"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292" name="Group 291">
                          <a:extLst>
                            <a:ext uri="{FF2B5EF4-FFF2-40B4-BE49-F238E27FC236}">
                              <a16:creationId xmlns:a16="http://schemas.microsoft.com/office/drawing/2014/main" id="{61B164CA-D5FE-DB93-5036-D326D5AC05A2}"/>
                            </a:ext>
                          </a:extLst>
                        </p:cNvPr>
                        <p:cNvGrpSpPr/>
                        <p:nvPr/>
                      </p:nvGrpSpPr>
                      <p:grpSpPr>
                        <a:xfrm>
                          <a:off x="0" y="1936321"/>
                          <a:ext cx="859390" cy="1027951"/>
                          <a:chOff x="0" y="1936418"/>
                          <a:chExt cx="1571625" cy="1038226"/>
                        </a:xfrm>
                      </p:grpSpPr>
                      <p:sp>
                        <p:nvSpPr>
                          <p:cNvPr id="354" name="Oval 353">
                            <a:extLst>
                              <a:ext uri="{FF2B5EF4-FFF2-40B4-BE49-F238E27FC236}">
                                <a16:creationId xmlns:a16="http://schemas.microsoft.com/office/drawing/2014/main" id="{79656249-E02E-F7ED-33D7-37360A2413F5}"/>
                              </a:ext>
                            </a:extLst>
                          </p:cNvPr>
                          <p:cNvSpPr/>
                          <p:nvPr/>
                        </p:nvSpPr>
                        <p:spPr>
                          <a:xfrm>
                            <a:off x="142875" y="1936418"/>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355" name="Group 354">
                            <a:extLst>
                              <a:ext uri="{FF2B5EF4-FFF2-40B4-BE49-F238E27FC236}">
                                <a16:creationId xmlns:a16="http://schemas.microsoft.com/office/drawing/2014/main" id="{9B603A1C-4779-FB6E-C62E-B4EBB012661B}"/>
                              </a:ext>
                            </a:extLst>
                          </p:cNvPr>
                          <p:cNvGrpSpPr/>
                          <p:nvPr/>
                        </p:nvGrpSpPr>
                        <p:grpSpPr>
                          <a:xfrm>
                            <a:off x="533400" y="2203118"/>
                            <a:ext cx="514350" cy="771526"/>
                            <a:chOff x="533400" y="2203118"/>
                            <a:chExt cx="895350" cy="876300"/>
                          </a:xfrm>
                        </p:grpSpPr>
                        <p:grpSp>
                          <p:nvGrpSpPr>
                            <p:cNvPr id="386" name="Group 385">
                              <a:extLst>
                                <a:ext uri="{FF2B5EF4-FFF2-40B4-BE49-F238E27FC236}">
                                  <a16:creationId xmlns:a16="http://schemas.microsoft.com/office/drawing/2014/main" id="{4B1D84F6-2928-86B6-D652-B1CE5DC2C1BC}"/>
                                </a:ext>
                              </a:extLst>
                            </p:cNvPr>
                            <p:cNvGrpSpPr/>
                            <p:nvPr/>
                          </p:nvGrpSpPr>
                          <p:grpSpPr>
                            <a:xfrm>
                              <a:off x="533400" y="2488868"/>
                              <a:ext cx="895350" cy="590550"/>
                              <a:chOff x="533400" y="2488868"/>
                              <a:chExt cx="895350" cy="590550"/>
                            </a:xfrm>
                          </p:grpSpPr>
                          <p:sp>
                            <p:nvSpPr>
                              <p:cNvPr id="388" name="Isosceles Triangle 387">
                                <a:extLst>
                                  <a:ext uri="{FF2B5EF4-FFF2-40B4-BE49-F238E27FC236}">
                                    <a16:creationId xmlns:a16="http://schemas.microsoft.com/office/drawing/2014/main" id="{786541E3-B764-A3BC-8D91-BC35FCE28A6F}"/>
                                  </a:ext>
                                </a:extLst>
                              </p:cNvPr>
                              <p:cNvSpPr/>
                              <p:nvPr/>
                            </p:nvSpPr>
                            <p:spPr>
                              <a:xfrm>
                                <a:off x="581025"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9" name="Isosceles Triangle 388">
                                <a:extLst>
                                  <a:ext uri="{FF2B5EF4-FFF2-40B4-BE49-F238E27FC236}">
                                    <a16:creationId xmlns:a16="http://schemas.microsoft.com/office/drawing/2014/main" id="{34E452DE-5DB0-E305-2E48-B13697098A0E}"/>
                                  </a:ext>
                                </a:extLst>
                              </p:cNvPr>
                              <p:cNvSpPr/>
                              <p:nvPr/>
                            </p:nvSpPr>
                            <p:spPr>
                              <a:xfrm>
                                <a:off x="89535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0" name="Isosceles Triangle 389">
                                <a:extLst>
                                  <a:ext uri="{FF2B5EF4-FFF2-40B4-BE49-F238E27FC236}">
                                    <a16:creationId xmlns:a16="http://schemas.microsoft.com/office/drawing/2014/main" id="{0384BE18-A110-B5F9-4F64-C2F08A32E615}"/>
                                  </a:ext>
                                </a:extLst>
                              </p:cNvPr>
                              <p:cNvSpPr/>
                              <p:nvPr/>
                            </p:nvSpPr>
                            <p:spPr>
                              <a:xfrm>
                                <a:off x="118110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1" name="Isosceles Triangle 390">
                                <a:extLst>
                                  <a:ext uri="{FF2B5EF4-FFF2-40B4-BE49-F238E27FC236}">
                                    <a16:creationId xmlns:a16="http://schemas.microsoft.com/office/drawing/2014/main" id="{9C53B6DF-C772-1B2E-3D2F-0343ED9D88DE}"/>
                                  </a:ext>
                                </a:extLst>
                              </p:cNvPr>
                              <p:cNvSpPr/>
                              <p:nvPr/>
                            </p:nvSpPr>
                            <p:spPr>
                              <a:xfrm>
                                <a:off x="5334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2" name="Isosceles Triangle 391">
                                <a:extLst>
                                  <a:ext uri="{FF2B5EF4-FFF2-40B4-BE49-F238E27FC236}">
                                    <a16:creationId xmlns:a16="http://schemas.microsoft.com/office/drawing/2014/main" id="{DDC1CF77-A225-94D9-5617-833BF551FB95}"/>
                                  </a:ext>
                                </a:extLst>
                              </p:cNvPr>
                              <p:cNvSpPr/>
                              <p:nvPr/>
                            </p:nvSpPr>
                            <p:spPr>
                              <a:xfrm>
                                <a:off x="6286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3" name="Isosceles Triangle 392">
                                <a:extLst>
                                  <a:ext uri="{FF2B5EF4-FFF2-40B4-BE49-F238E27FC236}">
                                    <a16:creationId xmlns:a16="http://schemas.microsoft.com/office/drawing/2014/main" id="{79AA954E-94C8-A94C-772B-9C8164975BA1}"/>
                                  </a:ext>
                                </a:extLst>
                              </p:cNvPr>
                              <p:cNvSpPr/>
                              <p:nvPr/>
                            </p:nvSpPr>
                            <p:spPr>
                              <a:xfrm>
                                <a:off x="7334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4" name="Isosceles Triangle 393">
                                <a:extLst>
                                  <a:ext uri="{FF2B5EF4-FFF2-40B4-BE49-F238E27FC236}">
                                    <a16:creationId xmlns:a16="http://schemas.microsoft.com/office/drawing/2014/main" id="{1A54F908-8F30-B9FB-F773-4C4812290C84}"/>
                                  </a:ext>
                                </a:extLst>
                              </p:cNvPr>
                              <p:cNvSpPr/>
                              <p:nvPr/>
                            </p:nvSpPr>
                            <p:spPr>
                              <a:xfrm>
                                <a:off x="8477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5" name="Isosceles Triangle 394">
                                <a:extLst>
                                  <a:ext uri="{FF2B5EF4-FFF2-40B4-BE49-F238E27FC236}">
                                    <a16:creationId xmlns:a16="http://schemas.microsoft.com/office/drawing/2014/main" id="{5A1F3B1B-F147-3FEE-2F76-42DEC2C4CE7B}"/>
                                  </a:ext>
                                </a:extLst>
                              </p:cNvPr>
                              <p:cNvSpPr/>
                              <p:nvPr/>
                            </p:nvSpPr>
                            <p:spPr>
                              <a:xfrm>
                                <a:off x="9429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6" name="Isosceles Triangle 395">
                                <a:extLst>
                                  <a:ext uri="{FF2B5EF4-FFF2-40B4-BE49-F238E27FC236}">
                                    <a16:creationId xmlns:a16="http://schemas.microsoft.com/office/drawing/2014/main" id="{EB5C8FAD-3205-0389-2007-75986C7C0CCB}"/>
                                  </a:ext>
                                </a:extLst>
                              </p:cNvPr>
                              <p:cNvSpPr/>
                              <p:nvPr/>
                            </p:nvSpPr>
                            <p:spPr>
                              <a:xfrm>
                                <a:off x="10477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7" name="Isosceles Triangle 396">
                                <a:extLst>
                                  <a:ext uri="{FF2B5EF4-FFF2-40B4-BE49-F238E27FC236}">
                                    <a16:creationId xmlns:a16="http://schemas.microsoft.com/office/drawing/2014/main" id="{43080F24-A9FF-E605-85AD-B992A8C10EA2}"/>
                                  </a:ext>
                                </a:extLst>
                              </p:cNvPr>
                              <p:cNvSpPr/>
                              <p:nvPr/>
                            </p:nvSpPr>
                            <p:spPr>
                              <a:xfrm>
                                <a:off x="11334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8" name="Isosceles Triangle 397">
                                <a:extLst>
                                  <a:ext uri="{FF2B5EF4-FFF2-40B4-BE49-F238E27FC236}">
                                    <a16:creationId xmlns:a16="http://schemas.microsoft.com/office/drawing/2014/main" id="{5DD65E8E-924C-C10A-31DC-13325D4C0D46}"/>
                                  </a:ext>
                                </a:extLst>
                              </p:cNvPr>
                              <p:cNvSpPr/>
                              <p:nvPr/>
                            </p:nvSpPr>
                            <p:spPr>
                              <a:xfrm>
                                <a:off x="12287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9" name="Isosceles Triangle 398">
                                <a:extLst>
                                  <a:ext uri="{FF2B5EF4-FFF2-40B4-BE49-F238E27FC236}">
                                    <a16:creationId xmlns:a16="http://schemas.microsoft.com/office/drawing/2014/main" id="{3016B112-316A-6095-8A01-E0DC49C624B5}"/>
                                  </a:ext>
                                </a:extLst>
                              </p:cNvPr>
                              <p:cNvSpPr/>
                              <p:nvPr/>
                            </p:nvSpPr>
                            <p:spPr>
                              <a:xfrm>
                                <a:off x="13335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87" name="Isosceles Triangle 386">
                              <a:extLst>
                                <a:ext uri="{FF2B5EF4-FFF2-40B4-BE49-F238E27FC236}">
                                  <a16:creationId xmlns:a16="http://schemas.microsoft.com/office/drawing/2014/main" id="{110290FC-142F-9ABD-C04E-E9593843C323}"/>
                                </a:ext>
                              </a:extLst>
                            </p:cNvPr>
                            <p:cNvSpPr/>
                            <p:nvPr/>
                          </p:nvSpPr>
                          <p:spPr>
                            <a:xfrm>
                              <a:off x="714375"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56" name="Group 355">
                            <a:extLst>
                              <a:ext uri="{FF2B5EF4-FFF2-40B4-BE49-F238E27FC236}">
                                <a16:creationId xmlns:a16="http://schemas.microsoft.com/office/drawing/2014/main" id="{918999C4-ABBE-F2BB-A569-DFD52F27A912}"/>
                              </a:ext>
                            </a:extLst>
                          </p:cNvPr>
                          <p:cNvGrpSpPr/>
                          <p:nvPr/>
                        </p:nvGrpSpPr>
                        <p:grpSpPr>
                          <a:xfrm>
                            <a:off x="0" y="2203118"/>
                            <a:ext cx="514350" cy="771526"/>
                            <a:chOff x="0" y="2203118"/>
                            <a:chExt cx="895350" cy="876300"/>
                          </a:xfrm>
                        </p:grpSpPr>
                        <p:grpSp>
                          <p:nvGrpSpPr>
                            <p:cNvPr id="372" name="Group 371">
                              <a:extLst>
                                <a:ext uri="{FF2B5EF4-FFF2-40B4-BE49-F238E27FC236}">
                                  <a16:creationId xmlns:a16="http://schemas.microsoft.com/office/drawing/2014/main" id="{2C6EF66F-4299-304B-612C-05E4C32F1CBD}"/>
                                </a:ext>
                              </a:extLst>
                            </p:cNvPr>
                            <p:cNvGrpSpPr/>
                            <p:nvPr/>
                          </p:nvGrpSpPr>
                          <p:grpSpPr>
                            <a:xfrm>
                              <a:off x="0" y="2488868"/>
                              <a:ext cx="895350" cy="590550"/>
                              <a:chOff x="0" y="2488868"/>
                              <a:chExt cx="895350" cy="590550"/>
                            </a:xfrm>
                          </p:grpSpPr>
                          <p:sp>
                            <p:nvSpPr>
                              <p:cNvPr id="374" name="Isosceles Triangle 373">
                                <a:extLst>
                                  <a:ext uri="{FF2B5EF4-FFF2-40B4-BE49-F238E27FC236}">
                                    <a16:creationId xmlns:a16="http://schemas.microsoft.com/office/drawing/2014/main" id="{D457111B-D1DD-CA32-18F8-77749B1AA26C}"/>
                                  </a:ext>
                                </a:extLst>
                              </p:cNvPr>
                              <p:cNvSpPr/>
                              <p:nvPr/>
                            </p:nvSpPr>
                            <p:spPr>
                              <a:xfrm>
                                <a:off x="47625"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5" name="Isosceles Triangle 374">
                                <a:extLst>
                                  <a:ext uri="{FF2B5EF4-FFF2-40B4-BE49-F238E27FC236}">
                                    <a16:creationId xmlns:a16="http://schemas.microsoft.com/office/drawing/2014/main" id="{96A4C83D-DEC7-2F0C-9C2E-E1CBB625EF04}"/>
                                  </a:ext>
                                </a:extLst>
                              </p:cNvPr>
                              <p:cNvSpPr/>
                              <p:nvPr/>
                            </p:nvSpPr>
                            <p:spPr>
                              <a:xfrm>
                                <a:off x="36195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6" name="Isosceles Triangle 375">
                                <a:extLst>
                                  <a:ext uri="{FF2B5EF4-FFF2-40B4-BE49-F238E27FC236}">
                                    <a16:creationId xmlns:a16="http://schemas.microsoft.com/office/drawing/2014/main" id="{FB528DB6-01C7-9169-DF13-0625B57D0933}"/>
                                  </a:ext>
                                </a:extLst>
                              </p:cNvPr>
                              <p:cNvSpPr/>
                              <p:nvPr/>
                            </p:nvSpPr>
                            <p:spPr>
                              <a:xfrm>
                                <a:off x="64770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7" name="Isosceles Triangle 376">
                                <a:extLst>
                                  <a:ext uri="{FF2B5EF4-FFF2-40B4-BE49-F238E27FC236}">
                                    <a16:creationId xmlns:a16="http://schemas.microsoft.com/office/drawing/2014/main" id="{9152ED94-B9FA-33B7-466B-522C3EE7D35E}"/>
                                  </a:ext>
                                </a:extLst>
                              </p:cNvPr>
                              <p:cNvSpPr/>
                              <p:nvPr/>
                            </p:nvSpPr>
                            <p:spPr>
                              <a:xfrm>
                                <a:off x="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8" name="Isosceles Triangle 377">
                                <a:extLst>
                                  <a:ext uri="{FF2B5EF4-FFF2-40B4-BE49-F238E27FC236}">
                                    <a16:creationId xmlns:a16="http://schemas.microsoft.com/office/drawing/2014/main" id="{A11DD07A-9F7D-80CC-6DDF-DB55D8FA6E09}"/>
                                  </a:ext>
                                </a:extLst>
                              </p:cNvPr>
                              <p:cNvSpPr/>
                              <p:nvPr/>
                            </p:nvSpPr>
                            <p:spPr>
                              <a:xfrm>
                                <a:off x="952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9" name="Isosceles Triangle 378">
                                <a:extLst>
                                  <a:ext uri="{FF2B5EF4-FFF2-40B4-BE49-F238E27FC236}">
                                    <a16:creationId xmlns:a16="http://schemas.microsoft.com/office/drawing/2014/main" id="{BDE2F55C-275A-ADBF-2D97-CEC4B179382A}"/>
                                  </a:ext>
                                </a:extLst>
                              </p:cNvPr>
                              <p:cNvSpPr/>
                              <p:nvPr/>
                            </p:nvSpPr>
                            <p:spPr>
                              <a:xfrm>
                                <a:off x="2000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0" name="Isosceles Triangle 379">
                                <a:extLst>
                                  <a:ext uri="{FF2B5EF4-FFF2-40B4-BE49-F238E27FC236}">
                                    <a16:creationId xmlns:a16="http://schemas.microsoft.com/office/drawing/2014/main" id="{3016FEFB-A07D-0F03-B20E-DF9824813612}"/>
                                  </a:ext>
                                </a:extLst>
                              </p:cNvPr>
                              <p:cNvSpPr/>
                              <p:nvPr/>
                            </p:nvSpPr>
                            <p:spPr>
                              <a:xfrm>
                                <a:off x="3143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1" name="Isosceles Triangle 380">
                                <a:extLst>
                                  <a:ext uri="{FF2B5EF4-FFF2-40B4-BE49-F238E27FC236}">
                                    <a16:creationId xmlns:a16="http://schemas.microsoft.com/office/drawing/2014/main" id="{CB21910A-91FE-812E-92B6-A41A81D8FCBC}"/>
                                  </a:ext>
                                </a:extLst>
                              </p:cNvPr>
                              <p:cNvSpPr/>
                              <p:nvPr/>
                            </p:nvSpPr>
                            <p:spPr>
                              <a:xfrm>
                                <a:off x="4095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2" name="Isosceles Triangle 381">
                                <a:extLst>
                                  <a:ext uri="{FF2B5EF4-FFF2-40B4-BE49-F238E27FC236}">
                                    <a16:creationId xmlns:a16="http://schemas.microsoft.com/office/drawing/2014/main" id="{B33FB41C-3BE5-4FC7-DAF4-68DB8B1CD919}"/>
                                  </a:ext>
                                </a:extLst>
                              </p:cNvPr>
                              <p:cNvSpPr/>
                              <p:nvPr/>
                            </p:nvSpPr>
                            <p:spPr>
                              <a:xfrm>
                                <a:off x="5143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3" name="Isosceles Triangle 382">
                                <a:extLst>
                                  <a:ext uri="{FF2B5EF4-FFF2-40B4-BE49-F238E27FC236}">
                                    <a16:creationId xmlns:a16="http://schemas.microsoft.com/office/drawing/2014/main" id="{D7CA258B-ECDE-5C6D-C6DC-CF12E75E884E}"/>
                                  </a:ext>
                                </a:extLst>
                              </p:cNvPr>
                              <p:cNvSpPr/>
                              <p:nvPr/>
                            </p:nvSpPr>
                            <p:spPr>
                              <a:xfrm>
                                <a:off x="6000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4" name="Isosceles Triangle 383">
                                <a:extLst>
                                  <a:ext uri="{FF2B5EF4-FFF2-40B4-BE49-F238E27FC236}">
                                    <a16:creationId xmlns:a16="http://schemas.microsoft.com/office/drawing/2014/main" id="{1820110E-2AEB-AD47-8B62-B3F11DFC8104}"/>
                                  </a:ext>
                                </a:extLst>
                              </p:cNvPr>
                              <p:cNvSpPr/>
                              <p:nvPr/>
                            </p:nvSpPr>
                            <p:spPr>
                              <a:xfrm>
                                <a:off x="6953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5" name="Isosceles Triangle 384">
                                <a:extLst>
                                  <a:ext uri="{FF2B5EF4-FFF2-40B4-BE49-F238E27FC236}">
                                    <a16:creationId xmlns:a16="http://schemas.microsoft.com/office/drawing/2014/main" id="{EE4B0AFE-5392-913B-4080-5231BA66AB40}"/>
                                  </a:ext>
                                </a:extLst>
                              </p:cNvPr>
                              <p:cNvSpPr/>
                              <p:nvPr/>
                            </p:nvSpPr>
                            <p:spPr>
                              <a:xfrm>
                                <a:off x="8001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73" name="Isosceles Triangle 372">
                              <a:extLst>
                                <a:ext uri="{FF2B5EF4-FFF2-40B4-BE49-F238E27FC236}">
                                  <a16:creationId xmlns:a16="http://schemas.microsoft.com/office/drawing/2014/main" id="{9C7B0C57-E3D8-49C5-CC3C-CE193C4FBC9F}"/>
                                </a:ext>
                              </a:extLst>
                            </p:cNvPr>
                            <p:cNvSpPr/>
                            <p:nvPr/>
                          </p:nvSpPr>
                          <p:spPr>
                            <a:xfrm>
                              <a:off x="180975"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57" name="Group 356">
                            <a:extLst>
                              <a:ext uri="{FF2B5EF4-FFF2-40B4-BE49-F238E27FC236}">
                                <a16:creationId xmlns:a16="http://schemas.microsoft.com/office/drawing/2014/main" id="{3C895BDE-F2B9-0551-7819-4941B3DD9F7A}"/>
                              </a:ext>
                            </a:extLst>
                          </p:cNvPr>
                          <p:cNvGrpSpPr/>
                          <p:nvPr/>
                        </p:nvGrpSpPr>
                        <p:grpSpPr>
                          <a:xfrm>
                            <a:off x="1057275" y="2203118"/>
                            <a:ext cx="514350" cy="771526"/>
                            <a:chOff x="1057275" y="2203118"/>
                            <a:chExt cx="895350" cy="876300"/>
                          </a:xfrm>
                        </p:grpSpPr>
                        <p:grpSp>
                          <p:nvGrpSpPr>
                            <p:cNvPr id="358" name="Group 357">
                              <a:extLst>
                                <a:ext uri="{FF2B5EF4-FFF2-40B4-BE49-F238E27FC236}">
                                  <a16:creationId xmlns:a16="http://schemas.microsoft.com/office/drawing/2014/main" id="{EA64D6DC-1F13-086A-82EA-883A8D6FFF33}"/>
                                </a:ext>
                              </a:extLst>
                            </p:cNvPr>
                            <p:cNvGrpSpPr/>
                            <p:nvPr/>
                          </p:nvGrpSpPr>
                          <p:grpSpPr>
                            <a:xfrm>
                              <a:off x="1057275" y="2488868"/>
                              <a:ext cx="895350" cy="590550"/>
                              <a:chOff x="1057275" y="2488868"/>
                              <a:chExt cx="895350" cy="590550"/>
                            </a:xfrm>
                          </p:grpSpPr>
                          <p:sp>
                            <p:nvSpPr>
                              <p:cNvPr id="360" name="Isosceles Triangle 359">
                                <a:extLst>
                                  <a:ext uri="{FF2B5EF4-FFF2-40B4-BE49-F238E27FC236}">
                                    <a16:creationId xmlns:a16="http://schemas.microsoft.com/office/drawing/2014/main" id="{53F7631F-3568-4909-9886-AFD6866905CD}"/>
                                  </a:ext>
                                </a:extLst>
                              </p:cNvPr>
                              <p:cNvSpPr/>
                              <p:nvPr/>
                            </p:nvSpPr>
                            <p:spPr>
                              <a:xfrm>
                                <a:off x="1104900"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1" name="Isosceles Triangle 360">
                                <a:extLst>
                                  <a:ext uri="{FF2B5EF4-FFF2-40B4-BE49-F238E27FC236}">
                                    <a16:creationId xmlns:a16="http://schemas.microsoft.com/office/drawing/2014/main" id="{F258E73A-6D85-333A-F44E-906C9B2E5AF7}"/>
                                  </a:ext>
                                </a:extLst>
                              </p:cNvPr>
                              <p:cNvSpPr/>
                              <p:nvPr/>
                            </p:nvSpPr>
                            <p:spPr>
                              <a:xfrm>
                                <a:off x="1419225"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2" name="Isosceles Triangle 361">
                                <a:extLst>
                                  <a:ext uri="{FF2B5EF4-FFF2-40B4-BE49-F238E27FC236}">
                                    <a16:creationId xmlns:a16="http://schemas.microsoft.com/office/drawing/2014/main" id="{DB00A8B6-E2C4-79AF-4C14-36890916569B}"/>
                                  </a:ext>
                                </a:extLst>
                              </p:cNvPr>
                              <p:cNvSpPr/>
                              <p:nvPr/>
                            </p:nvSpPr>
                            <p:spPr>
                              <a:xfrm>
                                <a:off x="1704975"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3" name="Isosceles Triangle 362">
                                <a:extLst>
                                  <a:ext uri="{FF2B5EF4-FFF2-40B4-BE49-F238E27FC236}">
                                    <a16:creationId xmlns:a16="http://schemas.microsoft.com/office/drawing/2014/main" id="{E2100F75-C0A6-DEFF-2E93-5D8BA3B3A5CD}"/>
                                  </a:ext>
                                </a:extLst>
                              </p:cNvPr>
                              <p:cNvSpPr/>
                              <p:nvPr/>
                            </p:nvSpPr>
                            <p:spPr>
                              <a:xfrm>
                                <a:off x="10572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4" name="Isosceles Triangle 363">
                                <a:extLst>
                                  <a:ext uri="{FF2B5EF4-FFF2-40B4-BE49-F238E27FC236}">
                                    <a16:creationId xmlns:a16="http://schemas.microsoft.com/office/drawing/2014/main" id="{DEDCE653-D7A4-03ED-7726-A0BD32612C05}"/>
                                  </a:ext>
                                </a:extLst>
                              </p:cNvPr>
                              <p:cNvSpPr/>
                              <p:nvPr/>
                            </p:nvSpPr>
                            <p:spPr>
                              <a:xfrm>
                                <a:off x="11525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5" name="Isosceles Triangle 364">
                                <a:extLst>
                                  <a:ext uri="{FF2B5EF4-FFF2-40B4-BE49-F238E27FC236}">
                                    <a16:creationId xmlns:a16="http://schemas.microsoft.com/office/drawing/2014/main" id="{2D3AEA54-46F8-BFBF-E761-C96E87C0A9FA}"/>
                                  </a:ext>
                                </a:extLst>
                              </p:cNvPr>
                              <p:cNvSpPr/>
                              <p:nvPr/>
                            </p:nvSpPr>
                            <p:spPr>
                              <a:xfrm>
                                <a:off x="12573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6" name="Isosceles Triangle 365">
                                <a:extLst>
                                  <a:ext uri="{FF2B5EF4-FFF2-40B4-BE49-F238E27FC236}">
                                    <a16:creationId xmlns:a16="http://schemas.microsoft.com/office/drawing/2014/main" id="{A7A462AA-2057-BBE4-CA3B-76FEC6124D2A}"/>
                                  </a:ext>
                                </a:extLst>
                              </p:cNvPr>
                              <p:cNvSpPr/>
                              <p:nvPr/>
                            </p:nvSpPr>
                            <p:spPr>
                              <a:xfrm>
                                <a:off x="13716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7" name="Isosceles Triangle 366">
                                <a:extLst>
                                  <a:ext uri="{FF2B5EF4-FFF2-40B4-BE49-F238E27FC236}">
                                    <a16:creationId xmlns:a16="http://schemas.microsoft.com/office/drawing/2014/main" id="{C54A7689-FF71-E69F-479C-E1147FD4454B}"/>
                                  </a:ext>
                                </a:extLst>
                              </p:cNvPr>
                              <p:cNvSpPr/>
                              <p:nvPr/>
                            </p:nvSpPr>
                            <p:spPr>
                              <a:xfrm>
                                <a:off x="14668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8" name="Isosceles Triangle 367">
                                <a:extLst>
                                  <a:ext uri="{FF2B5EF4-FFF2-40B4-BE49-F238E27FC236}">
                                    <a16:creationId xmlns:a16="http://schemas.microsoft.com/office/drawing/2014/main" id="{C2ED8A62-C7E2-90BA-8775-AB055FD990F6}"/>
                                  </a:ext>
                                </a:extLst>
                              </p:cNvPr>
                              <p:cNvSpPr/>
                              <p:nvPr/>
                            </p:nvSpPr>
                            <p:spPr>
                              <a:xfrm>
                                <a:off x="157162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9" name="Isosceles Triangle 368">
                                <a:extLst>
                                  <a:ext uri="{FF2B5EF4-FFF2-40B4-BE49-F238E27FC236}">
                                    <a16:creationId xmlns:a16="http://schemas.microsoft.com/office/drawing/2014/main" id="{9A7A095E-4C89-82C6-ABF5-00383DE02AEF}"/>
                                  </a:ext>
                                </a:extLst>
                              </p:cNvPr>
                              <p:cNvSpPr/>
                              <p:nvPr/>
                            </p:nvSpPr>
                            <p:spPr>
                              <a:xfrm>
                                <a:off x="165735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0" name="Isosceles Triangle 369">
                                <a:extLst>
                                  <a:ext uri="{FF2B5EF4-FFF2-40B4-BE49-F238E27FC236}">
                                    <a16:creationId xmlns:a16="http://schemas.microsoft.com/office/drawing/2014/main" id="{8D94AD71-ED42-101C-843B-A549244056AD}"/>
                                  </a:ext>
                                </a:extLst>
                              </p:cNvPr>
                              <p:cNvSpPr/>
                              <p:nvPr/>
                            </p:nvSpPr>
                            <p:spPr>
                              <a:xfrm>
                                <a:off x="1752600"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1" name="Isosceles Triangle 370">
                                <a:extLst>
                                  <a:ext uri="{FF2B5EF4-FFF2-40B4-BE49-F238E27FC236}">
                                    <a16:creationId xmlns:a16="http://schemas.microsoft.com/office/drawing/2014/main" id="{A6E06E3D-E32E-BA9D-8192-951B632A1090}"/>
                                  </a:ext>
                                </a:extLst>
                              </p:cNvPr>
                              <p:cNvSpPr/>
                              <p:nvPr/>
                            </p:nvSpPr>
                            <p:spPr>
                              <a:xfrm>
                                <a:off x="1857375"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59" name="Isosceles Triangle 358">
                              <a:extLst>
                                <a:ext uri="{FF2B5EF4-FFF2-40B4-BE49-F238E27FC236}">
                                  <a16:creationId xmlns:a16="http://schemas.microsoft.com/office/drawing/2014/main" id="{03719C86-6F22-E6F5-3AB4-6930D54B6062}"/>
                                </a:ext>
                              </a:extLst>
                            </p:cNvPr>
                            <p:cNvSpPr/>
                            <p:nvPr/>
                          </p:nvSpPr>
                          <p:spPr>
                            <a:xfrm>
                              <a:off x="1238250"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293" name="Group 292">
                          <a:extLst>
                            <a:ext uri="{FF2B5EF4-FFF2-40B4-BE49-F238E27FC236}">
                              <a16:creationId xmlns:a16="http://schemas.microsoft.com/office/drawing/2014/main" id="{6C4E37E8-1C7E-8C40-38D9-A73D9F9C7AFF}"/>
                            </a:ext>
                          </a:extLst>
                        </p:cNvPr>
                        <p:cNvGrpSpPr/>
                        <p:nvPr/>
                      </p:nvGrpSpPr>
                      <p:grpSpPr>
                        <a:xfrm>
                          <a:off x="1739608" y="1926891"/>
                          <a:ext cx="859388" cy="1037382"/>
                          <a:chOff x="1739606" y="1926893"/>
                          <a:chExt cx="1571625" cy="1047751"/>
                        </a:xfrm>
                      </p:grpSpPr>
                      <p:sp>
                        <p:nvSpPr>
                          <p:cNvPr id="307" name="Oval 306">
                            <a:extLst>
                              <a:ext uri="{FF2B5EF4-FFF2-40B4-BE49-F238E27FC236}">
                                <a16:creationId xmlns:a16="http://schemas.microsoft.com/office/drawing/2014/main" id="{93ACC64A-D875-8DC9-5693-63D69AD7FC07}"/>
                              </a:ext>
                            </a:extLst>
                          </p:cNvPr>
                          <p:cNvSpPr/>
                          <p:nvPr/>
                        </p:nvSpPr>
                        <p:spPr>
                          <a:xfrm>
                            <a:off x="1882481" y="1936418"/>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8" name="Oval 307">
                            <a:extLst>
                              <a:ext uri="{FF2B5EF4-FFF2-40B4-BE49-F238E27FC236}">
                                <a16:creationId xmlns:a16="http://schemas.microsoft.com/office/drawing/2014/main" id="{EF1A124F-9125-25A5-0E94-5B90CCBC8175}"/>
                              </a:ext>
                            </a:extLst>
                          </p:cNvPr>
                          <p:cNvSpPr/>
                          <p:nvPr/>
                        </p:nvSpPr>
                        <p:spPr>
                          <a:xfrm>
                            <a:off x="2939756" y="1926893"/>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309" name="Group 308">
                            <a:extLst>
                              <a:ext uri="{FF2B5EF4-FFF2-40B4-BE49-F238E27FC236}">
                                <a16:creationId xmlns:a16="http://schemas.microsoft.com/office/drawing/2014/main" id="{4AA42ACE-1D63-8E74-6F40-455AC255608F}"/>
                              </a:ext>
                            </a:extLst>
                          </p:cNvPr>
                          <p:cNvGrpSpPr/>
                          <p:nvPr/>
                        </p:nvGrpSpPr>
                        <p:grpSpPr>
                          <a:xfrm>
                            <a:off x="2273006" y="2203118"/>
                            <a:ext cx="514350" cy="771526"/>
                            <a:chOff x="2273006" y="2203118"/>
                            <a:chExt cx="895350" cy="876300"/>
                          </a:xfrm>
                        </p:grpSpPr>
                        <p:grpSp>
                          <p:nvGrpSpPr>
                            <p:cNvPr id="340" name="Group 339">
                              <a:extLst>
                                <a:ext uri="{FF2B5EF4-FFF2-40B4-BE49-F238E27FC236}">
                                  <a16:creationId xmlns:a16="http://schemas.microsoft.com/office/drawing/2014/main" id="{42BEFC56-5717-14F8-73E5-0D58F9B9994A}"/>
                                </a:ext>
                              </a:extLst>
                            </p:cNvPr>
                            <p:cNvGrpSpPr/>
                            <p:nvPr/>
                          </p:nvGrpSpPr>
                          <p:grpSpPr>
                            <a:xfrm>
                              <a:off x="2273006" y="2488868"/>
                              <a:ext cx="895350" cy="590550"/>
                              <a:chOff x="2273006" y="2488868"/>
                              <a:chExt cx="895350" cy="590550"/>
                            </a:xfrm>
                          </p:grpSpPr>
                          <p:sp>
                            <p:nvSpPr>
                              <p:cNvPr id="342" name="Isosceles Triangle 341">
                                <a:extLst>
                                  <a:ext uri="{FF2B5EF4-FFF2-40B4-BE49-F238E27FC236}">
                                    <a16:creationId xmlns:a16="http://schemas.microsoft.com/office/drawing/2014/main" id="{1AF33093-3499-FC65-6549-A59406BBE768}"/>
                                  </a:ext>
                                </a:extLst>
                              </p:cNvPr>
                              <p:cNvSpPr/>
                              <p:nvPr/>
                            </p:nvSpPr>
                            <p:spPr>
                              <a:xfrm>
                                <a:off x="2320631"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3" name="Isosceles Triangle 342">
                                <a:extLst>
                                  <a:ext uri="{FF2B5EF4-FFF2-40B4-BE49-F238E27FC236}">
                                    <a16:creationId xmlns:a16="http://schemas.microsoft.com/office/drawing/2014/main" id="{094D5512-B4E4-D036-1516-218B2F0026F6}"/>
                                  </a:ext>
                                </a:extLst>
                              </p:cNvPr>
                              <p:cNvSpPr/>
                              <p:nvPr/>
                            </p:nvSpPr>
                            <p:spPr>
                              <a:xfrm>
                                <a:off x="263495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4" name="Isosceles Triangle 343">
                                <a:extLst>
                                  <a:ext uri="{FF2B5EF4-FFF2-40B4-BE49-F238E27FC236}">
                                    <a16:creationId xmlns:a16="http://schemas.microsoft.com/office/drawing/2014/main" id="{1355FCBF-D1FA-604C-E832-3D522D0F6252}"/>
                                  </a:ext>
                                </a:extLst>
                              </p:cNvPr>
                              <p:cNvSpPr/>
                              <p:nvPr/>
                            </p:nvSpPr>
                            <p:spPr>
                              <a:xfrm>
                                <a:off x="292070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5" name="Isosceles Triangle 344">
                                <a:extLst>
                                  <a:ext uri="{FF2B5EF4-FFF2-40B4-BE49-F238E27FC236}">
                                    <a16:creationId xmlns:a16="http://schemas.microsoft.com/office/drawing/2014/main" id="{4D9C8A07-CA23-6820-0949-8DD200418C4B}"/>
                                  </a:ext>
                                </a:extLst>
                              </p:cNvPr>
                              <p:cNvSpPr/>
                              <p:nvPr/>
                            </p:nvSpPr>
                            <p:spPr>
                              <a:xfrm>
                                <a:off x="22730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6" name="Isosceles Triangle 345">
                                <a:extLst>
                                  <a:ext uri="{FF2B5EF4-FFF2-40B4-BE49-F238E27FC236}">
                                    <a16:creationId xmlns:a16="http://schemas.microsoft.com/office/drawing/2014/main" id="{49D545DF-D249-EF33-B91C-3E56C7859BB3}"/>
                                  </a:ext>
                                </a:extLst>
                              </p:cNvPr>
                              <p:cNvSpPr/>
                              <p:nvPr/>
                            </p:nvSpPr>
                            <p:spPr>
                              <a:xfrm>
                                <a:off x="23682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7" name="Isosceles Triangle 346">
                                <a:extLst>
                                  <a:ext uri="{FF2B5EF4-FFF2-40B4-BE49-F238E27FC236}">
                                    <a16:creationId xmlns:a16="http://schemas.microsoft.com/office/drawing/2014/main" id="{24A75A1C-688D-84C3-77D5-6D84F67C3A36}"/>
                                  </a:ext>
                                </a:extLst>
                              </p:cNvPr>
                              <p:cNvSpPr/>
                              <p:nvPr/>
                            </p:nvSpPr>
                            <p:spPr>
                              <a:xfrm>
                                <a:off x="24730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8" name="Isosceles Triangle 347">
                                <a:extLst>
                                  <a:ext uri="{FF2B5EF4-FFF2-40B4-BE49-F238E27FC236}">
                                    <a16:creationId xmlns:a16="http://schemas.microsoft.com/office/drawing/2014/main" id="{C9EAF07B-EF2D-8617-446A-D9F8FB8C1A2D}"/>
                                  </a:ext>
                                </a:extLst>
                              </p:cNvPr>
                              <p:cNvSpPr/>
                              <p:nvPr/>
                            </p:nvSpPr>
                            <p:spPr>
                              <a:xfrm>
                                <a:off x="25873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9" name="Isosceles Triangle 348">
                                <a:extLst>
                                  <a:ext uri="{FF2B5EF4-FFF2-40B4-BE49-F238E27FC236}">
                                    <a16:creationId xmlns:a16="http://schemas.microsoft.com/office/drawing/2014/main" id="{E2948082-00E1-0B98-CB43-76584C04CFBC}"/>
                                  </a:ext>
                                </a:extLst>
                              </p:cNvPr>
                              <p:cNvSpPr/>
                              <p:nvPr/>
                            </p:nvSpPr>
                            <p:spPr>
                              <a:xfrm>
                                <a:off x="26825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0" name="Isosceles Triangle 349">
                                <a:extLst>
                                  <a:ext uri="{FF2B5EF4-FFF2-40B4-BE49-F238E27FC236}">
                                    <a16:creationId xmlns:a16="http://schemas.microsoft.com/office/drawing/2014/main" id="{D1A423D3-3DD4-C286-1605-6198B610AF01}"/>
                                  </a:ext>
                                </a:extLst>
                              </p:cNvPr>
                              <p:cNvSpPr/>
                              <p:nvPr/>
                            </p:nvSpPr>
                            <p:spPr>
                              <a:xfrm>
                                <a:off x="27873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1" name="Isosceles Triangle 350">
                                <a:extLst>
                                  <a:ext uri="{FF2B5EF4-FFF2-40B4-BE49-F238E27FC236}">
                                    <a16:creationId xmlns:a16="http://schemas.microsoft.com/office/drawing/2014/main" id="{C10AB08E-8D73-33F3-C702-0A01C895B585}"/>
                                  </a:ext>
                                </a:extLst>
                              </p:cNvPr>
                              <p:cNvSpPr/>
                              <p:nvPr/>
                            </p:nvSpPr>
                            <p:spPr>
                              <a:xfrm>
                                <a:off x="28730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2" name="Isosceles Triangle 351">
                                <a:extLst>
                                  <a:ext uri="{FF2B5EF4-FFF2-40B4-BE49-F238E27FC236}">
                                    <a16:creationId xmlns:a16="http://schemas.microsoft.com/office/drawing/2014/main" id="{C167AF19-41F6-5B7B-7299-2105F8949F30}"/>
                                  </a:ext>
                                </a:extLst>
                              </p:cNvPr>
                              <p:cNvSpPr/>
                              <p:nvPr/>
                            </p:nvSpPr>
                            <p:spPr>
                              <a:xfrm>
                                <a:off x="29683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3" name="Isosceles Triangle 352">
                                <a:extLst>
                                  <a:ext uri="{FF2B5EF4-FFF2-40B4-BE49-F238E27FC236}">
                                    <a16:creationId xmlns:a16="http://schemas.microsoft.com/office/drawing/2014/main" id="{DE3CCA33-6512-4867-7183-B2DEA3C5EA74}"/>
                                  </a:ext>
                                </a:extLst>
                              </p:cNvPr>
                              <p:cNvSpPr/>
                              <p:nvPr/>
                            </p:nvSpPr>
                            <p:spPr>
                              <a:xfrm>
                                <a:off x="30731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41" name="Isosceles Triangle 340">
                              <a:extLst>
                                <a:ext uri="{FF2B5EF4-FFF2-40B4-BE49-F238E27FC236}">
                                  <a16:creationId xmlns:a16="http://schemas.microsoft.com/office/drawing/2014/main" id="{46418DB8-4768-5BE7-E8DE-0C4A5BEB5096}"/>
                                </a:ext>
                              </a:extLst>
                            </p:cNvPr>
                            <p:cNvSpPr/>
                            <p:nvPr/>
                          </p:nvSpPr>
                          <p:spPr>
                            <a:xfrm>
                              <a:off x="2453981"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10" name="Group 309">
                            <a:extLst>
                              <a:ext uri="{FF2B5EF4-FFF2-40B4-BE49-F238E27FC236}">
                                <a16:creationId xmlns:a16="http://schemas.microsoft.com/office/drawing/2014/main" id="{448E123A-8623-754D-30E9-44E792F31A7E}"/>
                              </a:ext>
                            </a:extLst>
                          </p:cNvPr>
                          <p:cNvGrpSpPr/>
                          <p:nvPr/>
                        </p:nvGrpSpPr>
                        <p:grpSpPr>
                          <a:xfrm>
                            <a:off x="1739606" y="2203118"/>
                            <a:ext cx="514350" cy="771526"/>
                            <a:chOff x="1739606" y="2203118"/>
                            <a:chExt cx="895350" cy="876300"/>
                          </a:xfrm>
                        </p:grpSpPr>
                        <p:grpSp>
                          <p:nvGrpSpPr>
                            <p:cNvPr id="326" name="Group 325">
                              <a:extLst>
                                <a:ext uri="{FF2B5EF4-FFF2-40B4-BE49-F238E27FC236}">
                                  <a16:creationId xmlns:a16="http://schemas.microsoft.com/office/drawing/2014/main" id="{D5071CCD-41A6-B5B0-86E6-04FE80A99737}"/>
                                </a:ext>
                              </a:extLst>
                            </p:cNvPr>
                            <p:cNvGrpSpPr/>
                            <p:nvPr/>
                          </p:nvGrpSpPr>
                          <p:grpSpPr>
                            <a:xfrm>
                              <a:off x="1739606" y="2488868"/>
                              <a:ext cx="895350" cy="590550"/>
                              <a:chOff x="1739606" y="2488868"/>
                              <a:chExt cx="895350" cy="590550"/>
                            </a:xfrm>
                          </p:grpSpPr>
                          <p:sp>
                            <p:nvSpPr>
                              <p:cNvPr id="328" name="Isosceles Triangle 327">
                                <a:extLst>
                                  <a:ext uri="{FF2B5EF4-FFF2-40B4-BE49-F238E27FC236}">
                                    <a16:creationId xmlns:a16="http://schemas.microsoft.com/office/drawing/2014/main" id="{03C6F14C-1061-75D9-1764-82DD6750AA34}"/>
                                  </a:ext>
                                </a:extLst>
                              </p:cNvPr>
                              <p:cNvSpPr/>
                              <p:nvPr/>
                            </p:nvSpPr>
                            <p:spPr>
                              <a:xfrm>
                                <a:off x="1787231"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9" name="Isosceles Triangle 328">
                                <a:extLst>
                                  <a:ext uri="{FF2B5EF4-FFF2-40B4-BE49-F238E27FC236}">
                                    <a16:creationId xmlns:a16="http://schemas.microsoft.com/office/drawing/2014/main" id="{3BB9E776-A882-D862-D603-74215CD2512E}"/>
                                  </a:ext>
                                </a:extLst>
                              </p:cNvPr>
                              <p:cNvSpPr/>
                              <p:nvPr/>
                            </p:nvSpPr>
                            <p:spPr>
                              <a:xfrm>
                                <a:off x="210155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0" name="Isosceles Triangle 329">
                                <a:extLst>
                                  <a:ext uri="{FF2B5EF4-FFF2-40B4-BE49-F238E27FC236}">
                                    <a16:creationId xmlns:a16="http://schemas.microsoft.com/office/drawing/2014/main" id="{6167356E-FB30-2D0E-6E2C-36D871A19A2E}"/>
                                  </a:ext>
                                </a:extLst>
                              </p:cNvPr>
                              <p:cNvSpPr/>
                              <p:nvPr/>
                            </p:nvSpPr>
                            <p:spPr>
                              <a:xfrm>
                                <a:off x="238730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1" name="Isosceles Triangle 330">
                                <a:extLst>
                                  <a:ext uri="{FF2B5EF4-FFF2-40B4-BE49-F238E27FC236}">
                                    <a16:creationId xmlns:a16="http://schemas.microsoft.com/office/drawing/2014/main" id="{97A91ECA-E805-89FC-9981-2F03D76AD1AE}"/>
                                  </a:ext>
                                </a:extLst>
                              </p:cNvPr>
                              <p:cNvSpPr/>
                              <p:nvPr/>
                            </p:nvSpPr>
                            <p:spPr>
                              <a:xfrm>
                                <a:off x="17396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2" name="Isosceles Triangle 331">
                                <a:extLst>
                                  <a:ext uri="{FF2B5EF4-FFF2-40B4-BE49-F238E27FC236}">
                                    <a16:creationId xmlns:a16="http://schemas.microsoft.com/office/drawing/2014/main" id="{3B2B1883-4387-18D4-255A-209A41BDFE72}"/>
                                  </a:ext>
                                </a:extLst>
                              </p:cNvPr>
                              <p:cNvSpPr/>
                              <p:nvPr/>
                            </p:nvSpPr>
                            <p:spPr>
                              <a:xfrm>
                                <a:off x="18348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3" name="Isosceles Triangle 332">
                                <a:extLst>
                                  <a:ext uri="{FF2B5EF4-FFF2-40B4-BE49-F238E27FC236}">
                                    <a16:creationId xmlns:a16="http://schemas.microsoft.com/office/drawing/2014/main" id="{52E2C7BE-B517-CC3A-505A-687864136A8B}"/>
                                  </a:ext>
                                </a:extLst>
                              </p:cNvPr>
                              <p:cNvSpPr/>
                              <p:nvPr/>
                            </p:nvSpPr>
                            <p:spPr>
                              <a:xfrm>
                                <a:off x="19396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4" name="Isosceles Triangle 333">
                                <a:extLst>
                                  <a:ext uri="{FF2B5EF4-FFF2-40B4-BE49-F238E27FC236}">
                                    <a16:creationId xmlns:a16="http://schemas.microsoft.com/office/drawing/2014/main" id="{8CBFCF60-C1F9-28F5-42A5-8D213DA83206}"/>
                                  </a:ext>
                                </a:extLst>
                              </p:cNvPr>
                              <p:cNvSpPr/>
                              <p:nvPr/>
                            </p:nvSpPr>
                            <p:spPr>
                              <a:xfrm>
                                <a:off x="20539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5" name="Isosceles Triangle 334">
                                <a:extLst>
                                  <a:ext uri="{FF2B5EF4-FFF2-40B4-BE49-F238E27FC236}">
                                    <a16:creationId xmlns:a16="http://schemas.microsoft.com/office/drawing/2014/main" id="{C4E6D468-F5B6-DAB6-041B-CD71ECDC3C85}"/>
                                  </a:ext>
                                </a:extLst>
                              </p:cNvPr>
                              <p:cNvSpPr/>
                              <p:nvPr/>
                            </p:nvSpPr>
                            <p:spPr>
                              <a:xfrm>
                                <a:off x="21491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6" name="Isosceles Triangle 335">
                                <a:extLst>
                                  <a:ext uri="{FF2B5EF4-FFF2-40B4-BE49-F238E27FC236}">
                                    <a16:creationId xmlns:a16="http://schemas.microsoft.com/office/drawing/2014/main" id="{B894851C-1ED0-C1B9-8925-BAA2DC4C6DFC}"/>
                                  </a:ext>
                                </a:extLst>
                              </p:cNvPr>
                              <p:cNvSpPr/>
                              <p:nvPr/>
                            </p:nvSpPr>
                            <p:spPr>
                              <a:xfrm>
                                <a:off x="22539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7" name="Isosceles Triangle 336">
                                <a:extLst>
                                  <a:ext uri="{FF2B5EF4-FFF2-40B4-BE49-F238E27FC236}">
                                    <a16:creationId xmlns:a16="http://schemas.microsoft.com/office/drawing/2014/main" id="{8251444F-15FE-01CD-5057-711438FC2E1C}"/>
                                  </a:ext>
                                </a:extLst>
                              </p:cNvPr>
                              <p:cNvSpPr/>
                              <p:nvPr/>
                            </p:nvSpPr>
                            <p:spPr>
                              <a:xfrm>
                                <a:off x="23396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8" name="Isosceles Triangle 337">
                                <a:extLst>
                                  <a:ext uri="{FF2B5EF4-FFF2-40B4-BE49-F238E27FC236}">
                                    <a16:creationId xmlns:a16="http://schemas.microsoft.com/office/drawing/2014/main" id="{2F26A7C0-6979-0D74-3AC0-3CA075255F3A}"/>
                                  </a:ext>
                                </a:extLst>
                              </p:cNvPr>
                              <p:cNvSpPr/>
                              <p:nvPr/>
                            </p:nvSpPr>
                            <p:spPr>
                              <a:xfrm>
                                <a:off x="24349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9" name="Isosceles Triangle 338">
                                <a:extLst>
                                  <a:ext uri="{FF2B5EF4-FFF2-40B4-BE49-F238E27FC236}">
                                    <a16:creationId xmlns:a16="http://schemas.microsoft.com/office/drawing/2014/main" id="{C02058A8-62A9-6DC4-68D7-56BA931D8F1D}"/>
                                  </a:ext>
                                </a:extLst>
                              </p:cNvPr>
                              <p:cNvSpPr/>
                              <p:nvPr/>
                            </p:nvSpPr>
                            <p:spPr>
                              <a:xfrm>
                                <a:off x="25397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27" name="Isosceles Triangle 326">
                              <a:extLst>
                                <a:ext uri="{FF2B5EF4-FFF2-40B4-BE49-F238E27FC236}">
                                  <a16:creationId xmlns:a16="http://schemas.microsoft.com/office/drawing/2014/main" id="{7397C15D-0D49-16BC-B8A9-7FD8AC76235E}"/>
                                </a:ext>
                              </a:extLst>
                            </p:cNvPr>
                            <p:cNvSpPr/>
                            <p:nvPr/>
                          </p:nvSpPr>
                          <p:spPr>
                            <a:xfrm>
                              <a:off x="1920581"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11" name="Group 310">
                            <a:extLst>
                              <a:ext uri="{FF2B5EF4-FFF2-40B4-BE49-F238E27FC236}">
                                <a16:creationId xmlns:a16="http://schemas.microsoft.com/office/drawing/2014/main" id="{54A9D441-6E89-CE8F-6CB7-A30EAF445B9D}"/>
                              </a:ext>
                            </a:extLst>
                          </p:cNvPr>
                          <p:cNvGrpSpPr/>
                          <p:nvPr/>
                        </p:nvGrpSpPr>
                        <p:grpSpPr>
                          <a:xfrm>
                            <a:off x="2796881" y="2203118"/>
                            <a:ext cx="514350" cy="771526"/>
                            <a:chOff x="2796881" y="2203118"/>
                            <a:chExt cx="895350" cy="876300"/>
                          </a:xfrm>
                        </p:grpSpPr>
                        <p:grpSp>
                          <p:nvGrpSpPr>
                            <p:cNvPr id="312" name="Group 311">
                              <a:extLst>
                                <a:ext uri="{FF2B5EF4-FFF2-40B4-BE49-F238E27FC236}">
                                  <a16:creationId xmlns:a16="http://schemas.microsoft.com/office/drawing/2014/main" id="{674B9DFD-9591-F600-02ED-BD0FEE1E13C9}"/>
                                </a:ext>
                              </a:extLst>
                            </p:cNvPr>
                            <p:cNvGrpSpPr/>
                            <p:nvPr/>
                          </p:nvGrpSpPr>
                          <p:grpSpPr>
                            <a:xfrm>
                              <a:off x="2796881" y="2488868"/>
                              <a:ext cx="895350" cy="590550"/>
                              <a:chOff x="2796881" y="2488868"/>
                              <a:chExt cx="895350" cy="590550"/>
                            </a:xfrm>
                          </p:grpSpPr>
                          <p:sp>
                            <p:nvSpPr>
                              <p:cNvPr id="314" name="Isosceles Triangle 313">
                                <a:extLst>
                                  <a:ext uri="{FF2B5EF4-FFF2-40B4-BE49-F238E27FC236}">
                                    <a16:creationId xmlns:a16="http://schemas.microsoft.com/office/drawing/2014/main" id="{93A32F75-1386-B0D8-C6DD-00EAE48AEA90}"/>
                                  </a:ext>
                                </a:extLst>
                              </p:cNvPr>
                              <p:cNvSpPr/>
                              <p:nvPr/>
                            </p:nvSpPr>
                            <p:spPr>
                              <a:xfrm>
                                <a:off x="2844506"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5" name="Isosceles Triangle 314">
                                <a:extLst>
                                  <a:ext uri="{FF2B5EF4-FFF2-40B4-BE49-F238E27FC236}">
                                    <a16:creationId xmlns:a16="http://schemas.microsoft.com/office/drawing/2014/main" id="{64845414-A1E4-5690-FCC3-DA36250DAC05}"/>
                                  </a:ext>
                                </a:extLst>
                              </p:cNvPr>
                              <p:cNvSpPr/>
                              <p:nvPr/>
                            </p:nvSpPr>
                            <p:spPr>
                              <a:xfrm>
                                <a:off x="3158831"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6" name="Isosceles Triangle 315">
                                <a:extLst>
                                  <a:ext uri="{FF2B5EF4-FFF2-40B4-BE49-F238E27FC236}">
                                    <a16:creationId xmlns:a16="http://schemas.microsoft.com/office/drawing/2014/main" id="{92AA42F4-8C0C-3AC3-D8D5-4159399760AC}"/>
                                  </a:ext>
                                </a:extLst>
                              </p:cNvPr>
                              <p:cNvSpPr/>
                              <p:nvPr/>
                            </p:nvSpPr>
                            <p:spPr>
                              <a:xfrm>
                                <a:off x="3444581" y="2488868"/>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7" name="Isosceles Triangle 316">
                                <a:extLst>
                                  <a:ext uri="{FF2B5EF4-FFF2-40B4-BE49-F238E27FC236}">
                                    <a16:creationId xmlns:a16="http://schemas.microsoft.com/office/drawing/2014/main" id="{3F84544A-9699-11CD-6808-271F0FFFCB52}"/>
                                  </a:ext>
                                </a:extLst>
                              </p:cNvPr>
                              <p:cNvSpPr/>
                              <p:nvPr/>
                            </p:nvSpPr>
                            <p:spPr>
                              <a:xfrm>
                                <a:off x="27968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8" name="Isosceles Triangle 317">
                                <a:extLst>
                                  <a:ext uri="{FF2B5EF4-FFF2-40B4-BE49-F238E27FC236}">
                                    <a16:creationId xmlns:a16="http://schemas.microsoft.com/office/drawing/2014/main" id="{6A791E1F-01DD-C7B4-530E-4BFEFCEF8F36}"/>
                                  </a:ext>
                                </a:extLst>
                              </p:cNvPr>
                              <p:cNvSpPr/>
                              <p:nvPr/>
                            </p:nvSpPr>
                            <p:spPr>
                              <a:xfrm>
                                <a:off x="28921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9" name="Isosceles Triangle 318">
                                <a:extLst>
                                  <a:ext uri="{FF2B5EF4-FFF2-40B4-BE49-F238E27FC236}">
                                    <a16:creationId xmlns:a16="http://schemas.microsoft.com/office/drawing/2014/main" id="{D885F512-D66E-AE3F-D667-48DBA8ECCD23}"/>
                                  </a:ext>
                                </a:extLst>
                              </p:cNvPr>
                              <p:cNvSpPr/>
                              <p:nvPr/>
                            </p:nvSpPr>
                            <p:spPr>
                              <a:xfrm>
                                <a:off x="29969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0" name="Isosceles Triangle 319">
                                <a:extLst>
                                  <a:ext uri="{FF2B5EF4-FFF2-40B4-BE49-F238E27FC236}">
                                    <a16:creationId xmlns:a16="http://schemas.microsoft.com/office/drawing/2014/main" id="{06419F65-5365-CA76-3045-58D3D19DA544}"/>
                                  </a:ext>
                                </a:extLst>
                              </p:cNvPr>
                              <p:cNvSpPr/>
                              <p:nvPr/>
                            </p:nvSpPr>
                            <p:spPr>
                              <a:xfrm>
                                <a:off x="31112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1" name="Isosceles Triangle 320">
                                <a:extLst>
                                  <a:ext uri="{FF2B5EF4-FFF2-40B4-BE49-F238E27FC236}">
                                    <a16:creationId xmlns:a16="http://schemas.microsoft.com/office/drawing/2014/main" id="{03AF799C-5BB4-E567-8159-EDD7106C8A2A}"/>
                                  </a:ext>
                                </a:extLst>
                              </p:cNvPr>
                              <p:cNvSpPr/>
                              <p:nvPr/>
                            </p:nvSpPr>
                            <p:spPr>
                              <a:xfrm>
                                <a:off x="32064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2" name="Isosceles Triangle 321">
                                <a:extLst>
                                  <a:ext uri="{FF2B5EF4-FFF2-40B4-BE49-F238E27FC236}">
                                    <a16:creationId xmlns:a16="http://schemas.microsoft.com/office/drawing/2014/main" id="{5D911C80-4BE5-0F8D-A82B-31FD58F7E318}"/>
                                  </a:ext>
                                </a:extLst>
                              </p:cNvPr>
                              <p:cNvSpPr/>
                              <p:nvPr/>
                            </p:nvSpPr>
                            <p:spPr>
                              <a:xfrm>
                                <a:off x="331123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3" name="Isosceles Triangle 322">
                                <a:extLst>
                                  <a:ext uri="{FF2B5EF4-FFF2-40B4-BE49-F238E27FC236}">
                                    <a16:creationId xmlns:a16="http://schemas.microsoft.com/office/drawing/2014/main" id="{AB460435-F483-FA6B-58B8-76CEEA4592C4}"/>
                                  </a:ext>
                                </a:extLst>
                              </p:cNvPr>
                              <p:cNvSpPr/>
                              <p:nvPr/>
                            </p:nvSpPr>
                            <p:spPr>
                              <a:xfrm>
                                <a:off x="339695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4" name="Isosceles Triangle 323">
                                <a:extLst>
                                  <a:ext uri="{FF2B5EF4-FFF2-40B4-BE49-F238E27FC236}">
                                    <a16:creationId xmlns:a16="http://schemas.microsoft.com/office/drawing/2014/main" id="{D3427163-2FC5-0441-3A14-A7F3095C4A6A}"/>
                                  </a:ext>
                                </a:extLst>
                              </p:cNvPr>
                              <p:cNvSpPr/>
                              <p:nvPr/>
                            </p:nvSpPr>
                            <p:spPr>
                              <a:xfrm>
                                <a:off x="3492206"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5" name="Isosceles Triangle 324">
                                <a:extLst>
                                  <a:ext uri="{FF2B5EF4-FFF2-40B4-BE49-F238E27FC236}">
                                    <a16:creationId xmlns:a16="http://schemas.microsoft.com/office/drawing/2014/main" id="{DFCD14E0-B173-22FC-9764-44B46A54D00D}"/>
                                  </a:ext>
                                </a:extLst>
                              </p:cNvPr>
                              <p:cNvSpPr/>
                              <p:nvPr/>
                            </p:nvSpPr>
                            <p:spPr>
                              <a:xfrm>
                                <a:off x="3596981" y="2793668"/>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13" name="Isosceles Triangle 312">
                              <a:extLst>
                                <a:ext uri="{FF2B5EF4-FFF2-40B4-BE49-F238E27FC236}">
                                  <a16:creationId xmlns:a16="http://schemas.microsoft.com/office/drawing/2014/main" id="{A7927DD0-D46D-031C-89B4-A3B778D72969}"/>
                                </a:ext>
                              </a:extLst>
                            </p:cNvPr>
                            <p:cNvSpPr/>
                            <p:nvPr/>
                          </p:nvSpPr>
                          <p:spPr>
                            <a:xfrm>
                              <a:off x="2977856" y="2203118"/>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cxnSp>
                      <p:nvCxnSpPr>
                        <p:cNvPr id="294" name="Straight Connector 293">
                          <a:extLst>
                            <a:ext uri="{FF2B5EF4-FFF2-40B4-BE49-F238E27FC236}">
                              <a16:creationId xmlns:a16="http://schemas.microsoft.com/office/drawing/2014/main" id="{1B423B83-B346-2EDF-4E18-B45F7716DA33}"/>
                            </a:ext>
                          </a:extLst>
                        </p:cNvPr>
                        <p:cNvCxnSpPr/>
                        <p:nvPr/>
                      </p:nvCxnSpPr>
                      <p:spPr>
                        <a:xfrm flipH="1">
                          <a:off x="140627" y="1851447"/>
                          <a:ext cx="296879" cy="8487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5" name="Straight Connector 294">
                          <a:extLst>
                            <a:ext uri="{FF2B5EF4-FFF2-40B4-BE49-F238E27FC236}">
                              <a16:creationId xmlns:a16="http://schemas.microsoft.com/office/drawing/2014/main" id="{2920F94B-8B5A-1FDB-4395-830F77D3F63C}"/>
                            </a:ext>
                          </a:extLst>
                        </p:cNvPr>
                        <p:cNvCxnSpPr/>
                        <p:nvPr/>
                      </p:nvCxnSpPr>
                      <p:spPr>
                        <a:xfrm>
                          <a:off x="437506" y="1860878"/>
                          <a:ext cx="286462" cy="7544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6" name="Straight Connector 295">
                          <a:extLst>
                            <a:ext uri="{FF2B5EF4-FFF2-40B4-BE49-F238E27FC236}">
                              <a16:creationId xmlns:a16="http://schemas.microsoft.com/office/drawing/2014/main" id="{42087A40-89FA-3F6D-7ACF-5250E370FBE4}"/>
                            </a:ext>
                          </a:extLst>
                        </p:cNvPr>
                        <p:cNvCxnSpPr/>
                        <p:nvPr/>
                      </p:nvCxnSpPr>
                      <p:spPr>
                        <a:xfrm flipH="1">
                          <a:off x="1010430" y="1804293"/>
                          <a:ext cx="302087" cy="1226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7" name="Straight Connector 296">
                          <a:extLst>
                            <a:ext uri="{FF2B5EF4-FFF2-40B4-BE49-F238E27FC236}">
                              <a16:creationId xmlns:a16="http://schemas.microsoft.com/office/drawing/2014/main" id="{E9023CC1-C2FA-0113-4703-B7AC9FCA2562}"/>
                            </a:ext>
                          </a:extLst>
                        </p:cNvPr>
                        <p:cNvCxnSpPr/>
                        <p:nvPr/>
                      </p:nvCxnSpPr>
                      <p:spPr>
                        <a:xfrm>
                          <a:off x="1312517" y="1804293"/>
                          <a:ext cx="281254" cy="11882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8" name="Straight Connector 297">
                          <a:extLst>
                            <a:ext uri="{FF2B5EF4-FFF2-40B4-BE49-F238E27FC236}">
                              <a16:creationId xmlns:a16="http://schemas.microsoft.com/office/drawing/2014/main" id="{B557A8C7-19F4-9037-ADD9-2A986F3A9176}"/>
                            </a:ext>
                          </a:extLst>
                        </p:cNvPr>
                        <p:cNvCxnSpPr/>
                        <p:nvPr/>
                      </p:nvCxnSpPr>
                      <p:spPr>
                        <a:xfrm>
                          <a:off x="1307309" y="1417632"/>
                          <a:ext cx="0" cy="1320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9" name="Straight Connector 298">
                          <a:extLst>
                            <a:ext uri="{FF2B5EF4-FFF2-40B4-BE49-F238E27FC236}">
                              <a16:creationId xmlns:a16="http://schemas.microsoft.com/office/drawing/2014/main" id="{940F172D-BFEF-5861-1852-C7FAC3DD085C}"/>
                            </a:ext>
                          </a:extLst>
                        </p:cNvPr>
                        <p:cNvCxnSpPr/>
                        <p:nvPr/>
                      </p:nvCxnSpPr>
                      <p:spPr>
                        <a:xfrm>
                          <a:off x="1307309" y="1417632"/>
                          <a:ext cx="947830" cy="1359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0" name="Straight Connector 299">
                          <a:extLst>
                            <a:ext uri="{FF2B5EF4-FFF2-40B4-BE49-F238E27FC236}">
                              <a16:creationId xmlns:a16="http://schemas.microsoft.com/office/drawing/2014/main" id="{385F1FA1-DB92-3099-D9D2-A8C3B3C50FF1}"/>
                            </a:ext>
                          </a:extLst>
                        </p:cNvPr>
                        <p:cNvCxnSpPr/>
                        <p:nvPr/>
                      </p:nvCxnSpPr>
                      <p:spPr>
                        <a:xfrm flipH="1">
                          <a:off x="2177112" y="1798779"/>
                          <a:ext cx="78027" cy="1281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1" name="Straight Connector 300">
                          <a:extLst>
                            <a:ext uri="{FF2B5EF4-FFF2-40B4-BE49-F238E27FC236}">
                              <a16:creationId xmlns:a16="http://schemas.microsoft.com/office/drawing/2014/main" id="{413ED579-9557-4D53-4EB2-2298916BA690}"/>
                            </a:ext>
                          </a:extLst>
                        </p:cNvPr>
                        <p:cNvCxnSpPr/>
                        <p:nvPr/>
                      </p:nvCxnSpPr>
                      <p:spPr>
                        <a:xfrm flipH="1">
                          <a:off x="1880233" y="1798779"/>
                          <a:ext cx="374906" cy="13754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2" name="Straight Connector 301">
                          <a:extLst>
                            <a:ext uri="{FF2B5EF4-FFF2-40B4-BE49-F238E27FC236}">
                              <a16:creationId xmlns:a16="http://schemas.microsoft.com/office/drawing/2014/main" id="{8AA06663-EE7C-290D-0D85-54C225A3F736}"/>
                            </a:ext>
                          </a:extLst>
                        </p:cNvPr>
                        <p:cNvCxnSpPr/>
                        <p:nvPr/>
                      </p:nvCxnSpPr>
                      <p:spPr>
                        <a:xfrm>
                          <a:off x="2255139" y="1798779"/>
                          <a:ext cx="203226" cy="1281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3" name="Straight Connector 302">
                          <a:extLst>
                            <a:ext uri="{FF2B5EF4-FFF2-40B4-BE49-F238E27FC236}">
                              <a16:creationId xmlns:a16="http://schemas.microsoft.com/office/drawing/2014/main" id="{83FA6E71-CAE9-AEFC-CA00-0A031CAA7B3E}"/>
                            </a:ext>
                          </a:extLst>
                        </p:cNvPr>
                        <p:cNvCxnSpPr/>
                        <p:nvPr/>
                      </p:nvCxnSpPr>
                      <p:spPr>
                        <a:xfrm>
                          <a:off x="1307309" y="1794862"/>
                          <a:ext cx="0" cy="1320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4" name="Straight Connector 303">
                          <a:extLst>
                            <a:ext uri="{FF2B5EF4-FFF2-40B4-BE49-F238E27FC236}">
                              <a16:creationId xmlns:a16="http://schemas.microsoft.com/office/drawing/2014/main" id="{3C88DBE1-CE33-D1D1-AFD6-D3AF0CEF8B48}"/>
                            </a:ext>
                          </a:extLst>
                        </p:cNvPr>
                        <p:cNvCxnSpPr/>
                        <p:nvPr/>
                      </p:nvCxnSpPr>
                      <p:spPr>
                        <a:xfrm>
                          <a:off x="437506" y="1832585"/>
                          <a:ext cx="0" cy="9430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05" name="TextBox 424">
                          <a:extLst>
                            <a:ext uri="{FF2B5EF4-FFF2-40B4-BE49-F238E27FC236}">
                              <a16:creationId xmlns:a16="http://schemas.microsoft.com/office/drawing/2014/main" id="{6707B59B-6158-151C-4EA3-EFD7584819AE}"/>
                            </a:ext>
                          </a:extLst>
                        </p:cNvPr>
                        <p:cNvSpPr txBox="1"/>
                        <p:nvPr/>
                      </p:nvSpPr>
                      <p:spPr>
                        <a:xfrm>
                          <a:off x="230929" y="3163092"/>
                          <a:ext cx="2177595" cy="2131433"/>
                        </a:xfrm>
                        <a:prstGeom prst="rect">
                          <a:avLst/>
                        </a:prstGeom>
                        <a:noFill/>
                      </p:spPr>
                      <p:txBody>
                        <a:bodyPr wrap="square" rtlCol="0">
                          <a:noAutofit/>
                        </a:bodyPr>
                        <a:lstStyle/>
                        <a:p>
                          <a:pPr marL="285750" marR="0" indent="-285750">
                            <a:buFont typeface="Arial" panose="020B0604020202020204" pitchFamily="34" charset="0"/>
                            <a:buChar char="•"/>
                          </a:pPr>
                          <a:r>
                            <a:rPr lang="en-US" sz="18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Direct Sponsor</a:t>
                          </a:r>
                        </a:p>
                        <a:p>
                          <a:pPr lvl="1"/>
                          <a:r>
                            <a:rPr lang="en-US" dirty="0">
                              <a:solidFill>
                                <a:srgbClr val="000000"/>
                              </a:solidFill>
                              <a:latin typeface="Garamond" panose="02020404030301010803" pitchFamily="18" charset="0"/>
                              <a:ea typeface="Aptos" panose="020B0004020202020204" pitchFamily="34" charset="0"/>
                              <a:cs typeface="Times New Roman" panose="02020603050405020304" pitchFamily="18" charset="0"/>
                            </a:rPr>
                            <a:t>A sponsor B</a:t>
                          </a:r>
                        </a:p>
                        <a:p>
                          <a:pPr lvl="1"/>
                          <a:r>
                            <a:rPr lang="en-US"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B sponsor C</a:t>
                          </a:r>
                        </a:p>
                        <a:p>
                          <a:pPr lvl="1">
                            <a:spcAft>
                              <a:spcPts val="800"/>
                            </a:spcAft>
                          </a:pPr>
                          <a:r>
                            <a:rPr lang="en-US" dirty="0">
                              <a:solidFill>
                                <a:srgbClr val="000000"/>
                              </a:solidFill>
                              <a:latin typeface="Garamond" panose="02020404030301010803" pitchFamily="18" charset="0"/>
                              <a:ea typeface="Aptos" panose="020B0004020202020204" pitchFamily="34" charset="0"/>
                              <a:cs typeface="Times New Roman" panose="02020603050405020304" pitchFamily="18" charset="0"/>
                            </a:rPr>
                            <a:t>C sponsor D</a:t>
                          </a:r>
                          <a:endParaRPr lang="en-US"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endParaRPr>
                        </a:p>
                        <a:p>
                          <a:pPr marL="285750" marR="0" indent="-285750">
                            <a:lnSpc>
                              <a:spcPct val="115000"/>
                            </a:lnSpc>
                            <a:spcAft>
                              <a:spcPts val="800"/>
                            </a:spcAft>
                            <a:buFont typeface="Arial" panose="020B0604020202020204" pitchFamily="34" charset="0"/>
                            <a:buChar char="•"/>
                          </a:pPr>
                          <a:r>
                            <a:rPr lang="en-US" sz="18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Placement Sponsor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06" name="TextBox 427">
                          <a:extLst>
                            <a:ext uri="{FF2B5EF4-FFF2-40B4-BE49-F238E27FC236}">
                              <a16:creationId xmlns:a16="http://schemas.microsoft.com/office/drawing/2014/main" id="{FF1156B0-8FC7-2718-ECCC-7DA0826AD5FF}"/>
                            </a:ext>
                          </a:extLst>
                        </p:cNvPr>
                        <p:cNvSpPr txBox="1"/>
                        <p:nvPr/>
                      </p:nvSpPr>
                      <p:spPr>
                        <a:xfrm>
                          <a:off x="180465" y="-448497"/>
                          <a:ext cx="2730016" cy="1034221"/>
                        </a:xfrm>
                        <a:prstGeom prst="rect">
                          <a:avLst/>
                        </a:prstGeom>
                        <a:noFill/>
                      </p:spPr>
                      <p:txBody>
                        <a:bodyPr wrap="square" rtlCol="0">
                          <a:noAutofit/>
                        </a:bodyPr>
                        <a:lstStyle/>
                        <a:p>
                          <a:pPr marL="0" marR="0" algn="ctr">
                            <a:spcAft>
                              <a:spcPts val="800"/>
                            </a:spcAft>
                            <a:buNone/>
                          </a:pPr>
                          <a:r>
                            <a:rPr lang="en-US" sz="2400" b="1"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Plan A</a:t>
                          </a:r>
                          <a:r>
                            <a:rPr lang="en-US" sz="2400"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 </a:t>
                          </a:r>
                        </a:p>
                        <a:p>
                          <a:pPr marL="0" marR="0" algn="ctr">
                            <a:spcAft>
                              <a:spcPts val="800"/>
                            </a:spcAft>
                            <a:buNone/>
                          </a:pPr>
                          <a:r>
                            <a:rPr lang="en-US" b="1" kern="1200" dirty="0">
                              <a:solidFill>
                                <a:srgbClr val="000000"/>
                              </a:solidFill>
                              <a:effectLst/>
                              <a:latin typeface="Garamond" panose="02020404030301010803" pitchFamily="18" charset="0"/>
                              <a:ea typeface="Aptos" panose="020B0004020202020204" pitchFamily="34" charset="0"/>
                              <a:cs typeface="Times New Roman" panose="02020603050405020304" pitchFamily="18" charset="0"/>
                            </a:rPr>
                            <a:t>3 x 3 Matrix System</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282" name="Group 281">
                        <a:extLst>
                          <a:ext uri="{FF2B5EF4-FFF2-40B4-BE49-F238E27FC236}">
                            <a16:creationId xmlns:a16="http://schemas.microsoft.com/office/drawing/2014/main" id="{97E5D5DF-D985-7975-37B2-6F21A7C99DD4}"/>
                          </a:ext>
                        </a:extLst>
                      </p:cNvPr>
                      <p:cNvGrpSpPr/>
                      <p:nvPr/>
                    </p:nvGrpSpPr>
                    <p:grpSpPr>
                      <a:xfrm>
                        <a:off x="1285875" y="704850"/>
                        <a:ext cx="563083" cy="480270"/>
                        <a:chOff x="0" y="0"/>
                        <a:chExt cx="563083" cy="480270"/>
                      </a:xfrm>
                    </p:grpSpPr>
                    <p:cxnSp>
                      <p:nvCxnSpPr>
                        <p:cNvPr id="283" name="Straight Connector 282">
                          <a:extLst>
                            <a:ext uri="{FF2B5EF4-FFF2-40B4-BE49-F238E27FC236}">
                              <a16:creationId xmlns:a16="http://schemas.microsoft.com/office/drawing/2014/main" id="{BFC0886F-75FC-BD5E-9949-7EF410B59AD0}"/>
                            </a:ext>
                          </a:extLst>
                        </p:cNvPr>
                        <p:cNvCxnSpPr/>
                        <p:nvPr/>
                      </p:nvCxnSpPr>
                      <p:spPr>
                        <a:xfrm flipH="1">
                          <a:off x="47625" y="0"/>
                          <a:ext cx="241529" cy="8563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4" name="Straight Connector 283">
                          <a:extLst>
                            <a:ext uri="{FF2B5EF4-FFF2-40B4-BE49-F238E27FC236}">
                              <a16:creationId xmlns:a16="http://schemas.microsoft.com/office/drawing/2014/main" id="{1D7F4135-535A-864A-E65B-B2D11DD0546C}"/>
                            </a:ext>
                          </a:extLst>
                        </p:cNvPr>
                        <p:cNvCxnSpPr/>
                        <p:nvPr/>
                      </p:nvCxnSpPr>
                      <p:spPr>
                        <a:xfrm>
                          <a:off x="285750" y="9525"/>
                          <a:ext cx="266313" cy="6672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5" name="Straight Connector 284">
                          <a:extLst>
                            <a:ext uri="{FF2B5EF4-FFF2-40B4-BE49-F238E27FC236}">
                              <a16:creationId xmlns:a16="http://schemas.microsoft.com/office/drawing/2014/main" id="{1081BED7-101F-D9C8-6F5E-C0B52C6A94F7}"/>
                            </a:ext>
                          </a:extLst>
                        </p:cNvPr>
                        <p:cNvCxnSpPr/>
                        <p:nvPr/>
                      </p:nvCxnSpPr>
                      <p:spPr>
                        <a:xfrm flipH="1">
                          <a:off x="19050" y="342900"/>
                          <a:ext cx="0" cy="13737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6" name="Straight Connector 285">
                          <a:extLst>
                            <a:ext uri="{FF2B5EF4-FFF2-40B4-BE49-F238E27FC236}">
                              <a16:creationId xmlns:a16="http://schemas.microsoft.com/office/drawing/2014/main" id="{38626153-68C8-EB45-D1A9-88EAFE576424}"/>
                            </a:ext>
                          </a:extLst>
                        </p:cNvPr>
                        <p:cNvCxnSpPr/>
                        <p:nvPr/>
                      </p:nvCxnSpPr>
                      <p:spPr>
                        <a:xfrm>
                          <a:off x="19050" y="342900"/>
                          <a:ext cx="297707" cy="10498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4064060-124A-2132-1DA3-7CE28D46CA00}"/>
                            </a:ext>
                          </a:extLst>
                        </p:cNvPr>
                        <p:cNvCxnSpPr/>
                        <p:nvPr/>
                      </p:nvCxnSpPr>
                      <p:spPr>
                        <a:xfrm>
                          <a:off x="0" y="333375"/>
                          <a:ext cx="563083" cy="11496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8" name="Straight Connector 287">
                          <a:extLst>
                            <a:ext uri="{FF2B5EF4-FFF2-40B4-BE49-F238E27FC236}">
                              <a16:creationId xmlns:a16="http://schemas.microsoft.com/office/drawing/2014/main" id="{673D45AD-01A9-11AA-4B30-101F2277AD82}"/>
                            </a:ext>
                          </a:extLst>
                        </p:cNvPr>
                        <p:cNvCxnSpPr/>
                        <p:nvPr/>
                      </p:nvCxnSpPr>
                      <p:spPr>
                        <a:xfrm>
                          <a:off x="285750" y="0"/>
                          <a:ext cx="0" cy="94615"/>
                        </a:xfrm>
                        <a:prstGeom prst="line">
                          <a:avLst/>
                        </a:prstGeom>
                        <a:noFill/>
                        <a:ln w="3175" cap="flat" cmpd="sng" algn="ctr">
                          <a:solidFill>
                            <a:sysClr val="windowText" lastClr="000000"/>
                          </a:solidFill>
                          <a:prstDash val="solid"/>
                          <a:miter lim="800000"/>
                        </a:ln>
                        <a:effectLst/>
                      </p:spPr>
                    </p:cxnSp>
                  </p:grpSp>
                </p:grpSp>
              </p:grpSp>
              <p:sp>
                <p:nvSpPr>
                  <p:cNvPr id="273" name="Text Box 175">
                    <a:extLst>
                      <a:ext uri="{FF2B5EF4-FFF2-40B4-BE49-F238E27FC236}">
                        <a16:creationId xmlns:a16="http://schemas.microsoft.com/office/drawing/2014/main" id="{8BA6E92A-553C-CB8A-6C21-68F02FC5947C}"/>
                      </a:ext>
                    </a:extLst>
                  </p:cNvPr>
                  <p:cNvSpPr txBox="1"/>
                  <p:nvPr/>
                </p:nvSpPr>
                <p:spPr>
                  <a:xfrm>
                    <a:off x="5057845" y="695325"/>
                    <a:ext cx="447675" cy="9334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74" name="Text Box 175">
                    <a:extLst>
                      <a:ext uri="{FF2B5EF4-FFF2-40B4-BE49-F238E27FC236}">
                        <a16:creationId xmlns:a16="http://schemas.microsoft.com/office/drawing/2014/main" id="{17A5E7B5-F2FD-3ED4-8530-0D4D0B752B6B}"/>
                      </a:ext>
                    </a:extLst>
                  </p:cNvPr>
                  <p:cNvSpPr txBox="1"/>
                  <p:nvPr/>
                </p:nvSpPr>
                <p:spPr>
                  <a:xfrm>
                    <a:off x="4419405" y="1038225"/>
                    <a:ext cx="447675" cy="9334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75" name="Text Box 175">
                    <a:extLst>
                      <a:ext uri="{FF2B5EF4-FFF2-40B4-BE49-F238E27FC236}">
                        <a16:creationId xmlns:a16="http://schemas.microsoft.com/office/drawing/2014/main" id="{3CFF7B82-F1EC-85DE-7FE4-DF6EF2925A2B}"/>
                      </a:ext>
                    </a:extLst>
                  </p:cNvPr>
                  <p:cNvSpPr txBox="1"/>
                  <p:nvPr/>
                </p:nvSpPr>
                <p:spPr>
                  <a:xfrm>
                    <a:off x="3457575" y="1447800"/>
                    <a:ext cx="447675" cy="9334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V4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276" name="Straight Connector 275">
                    <a:extLst>
                      <a:ext uri="{FF2B5EF4-FFF2-40B4-BE49-F238E27FC236}">
                        <a16:creationId xmlns:a16="http://schemas.microsoft.com/office/drawing/2014/main" id="{B7285604-E72C-32EF-4CC0-7E0722D85FD9}"/>
                      </a:ext>
                    </a:extLst>
                  </p:cNvPr>
                  <p:cNvCxnSpPr/>
                  <p:nvPr/>
                </p:nvCxnSpPr>
                <p:spPr>
                  <a:xfrm>
                    <a:off x="4610100" y="657225"/>
                    <a:ext cx="671583" cy="381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7" name="Straight Connector 276">
                    <a:extLst>
                      <a:ext uri="{FF2B5EF4-FFF2-40B4-BE49-F238E27FC236}">
                        <a16:creationId xmlns:a16="http://schemas.microsoft.com/office/drawing/2014/main" id="{EC9A463B-0FB7-2735-AF85-183E7659F977}"/>
                      </a:ext>
                    </a:extLst>
                  </p:cNvPr>
                  <p:cNvCxnSpPr/>
                  <p:nvPr/>
                </p:nvCxnSpPr>
                <p:spPr>
                  <a:xfrm>
                    <a:off x="4057650" y="981075"/>
                    <a:ext cx="494180" cy="14357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8" name="Straight Connector 277">
                    <a:extLst>
                      <a:ext uri="{FF2B5EF4-FFF2-40B4-BE49-F238E27FC236}">
                        <a16:creationId xmlns:a16="http://schemas.microsoft.com/office/drawing/2014/main" id="{B5EB0CB9-8049-BB0F-36E0-D39121D004FC}"/>
                      </a:ext>
                    </a:extLst>
                  </p:cNvPr>
                  <p:cNvCxnSpPr/>
                  <p:nvPr/>
                </p:nvCxnSpPr>
                <p:spPr>
                  <a:xfrm>
                    <a:off x="3209925" y="1381125"/>
                    <a:ext cx="423144" cy="10541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8" name="Group 237">
                  <a:extLst>
                    <a:ext uri="{FF2B5EF4-FFF2-40B4-BE49-F238E27FC236}">
                      <a16:creationId xmlns:a16="http://schemas.microsoft.com/office/drawing/2014/main" id="{7D51F73A-4B31-3913-02B2-5A59E6D599A8}"/>
                    </a:ext>
                  </a:extLst>
                </p:cNvPr>
                <p:cNvGrpSpPr/>
                <p:nvPr/>
              </p:nvGrpSpPr>
              <p:grpSpPr>
                <a:xfrm>
                  <a:off x="799314" y="591531"/>
                  <a:ext cx="647075" cy="504825"/>
                  <a:chOff x="-248478" y="-37119"/>
                  <a:chExt cx="647181" cy="504825"/>
                </a:xfrm>
              </p:grpSpPr>
              <p:sp>
                <p:nvSpPr>
                  <p:cNvPr id="270" name="TextBox 367">
                    <a:extLst>
                      <a:ext uri="{FF2B5EF4-FFF2-40B4-BE49-F238E27FC236}">
                        <a16:creationId xmlns:a16="http://schemas.microsoft.com/office/drawing/2014/main" id="{829EC8A6-9FB7-01D8-AE33-7BD80381B0A8}"/>
                      </a:ext>
                    </a:extLst>
                  </p:cNvPr>
                  <p:cNvSpPr txBox="1"/>
                  <p:nvPr/>
                </p:nvSpPr>
                <p:spPr>
                  <a:xfrm>
                    <a:off x="-248478" y="-37119"/>
                    <a:ext cx="493476" cy="504825"/>
                  </a:xfrm>
                  <a:prstGeom prst="rect">
                    <a:avLst/>
                  </a:prstGeom>
                  <a:noFill/>
                </p:spPr>
                <p:txBody>
                  <a:bodyPr wrap="square" rtlCol="0">
                    <a:noAutofit/>
                  </a:bodyPr>
                  <a:lstStyle/>
                  <a:p>
                    <a:pPr marL="0" marR="0" algn="ctr">
                      <a:lnSpc>
                        <a:spcPct val="115000"/>
                      </a:lnSpc>
                      <a:spcAft>
                        <a:spcPts val="800"/>
                      </a:spcAft>
                      <a:buNone/>
                    </a:pPr>
                    <a:r>
                      <a:rPr lang="en-US" b="1" kern="12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B</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71" name="Star: 5 Points 270">
                    <a:extLst>
                      <a:ext uri="{FF2B5EF4-FFF2-40B4-BE49-F238E27FC236}">
                        <a16:creationId xmlns:a16="http://schemas.microsoft.com/office/drawing/2014/main" id="{435A3C8C-85CB-2D65-9134-2F1F6C730030}"/>
                      </a:ext>
                    </a:extLst>
                  </p:cNvPr>
                  <p:cNvSpPr/>
                  <p:nvPr/>
                </p:nvSpPr>
                <p:spPr>
                  <a:xfrm>
                    <a:off x="95250" y="0"/>
                    <a:ext cx="303453" cy="333375"/>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39" name="Star: 5 Points 238">
                  <a:extLst>
                    <a:ext uri="{FF2B5EF4-FFF2-40B4-BE49-F238E27FC236}">
                      <a16:creationId xmlns:a16="http://schemas.microsoft.com/office/drawing/2014/main" id="{A25D8718-C441-708E-3B80-704EF59EC86E}"/>
                    </a:ext>
                  </a:extLst>
                </p:cNvPr>
                <p:cNvSpPr/>
                <p:nvPr/>
              </p:nvSpPr>
              <p:spPr>
                <a:xfrm>
                  <a:off x="1495425" y="1057276"/>
                  <a:ext cx="195051" cy="171450"/>
                </a:xfrm>
                <a:prstGeom prst="star5">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0" name="Star: 5 Points 239">
                  <a:extLst>
                    <a:ext uri="{FF2B5EF4-FFF2-40B4-BE49-F238E27FC236}">
                      <a16:creationId xmlns:a16="http://schemas.microsoft.com/office/drawing/2014/main" id="{25CE2AF3-15A1-36A3-5B1F-26BF807C3BBA}"/>
                    </a:ext>
                  </a:extLst>
                </p:cNvPr>
                <p:cNvSpPr/>
                <p:nvPr/>
              </p:nvSpPr>
              <p:spPr>
                <a:xfrm>
                  <a:off x="1752600" y="1057276"/>
                  <a:ext cx="209127" cy="171450"/>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1" name="Star: 5 Points 240">
                  <a:extLst>
                    <a:ext uri="{FF2B5EF4-FFF2-40B4-BE49-F238E27FC236}">
                      <a16:creationId xmlns:a16="http://schemas.microsoft.com/office/drawing/2014/main" id="{7881AD3F-AE3F-4040-A59C-B10FE47C5FD1}"/>
                    </a:ext>
                  </a:extLst>
                </p:cNvPr>
                <p:cNvSpPr/>
                <p:nvPr/>
              </p:nvSpPr>
              <p:spPr>
                <a:xfrm>
                  <a:off x="609600" y="1857375"/>
                  <a:ext cx="201599" cy="200025"/>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2" name="Star: 5 Points 241">
                  <a:extLst>
                    <a:ext uri="{FF2B5EF4-FFF2-40B4-BE49-F238E27FC236}">
                      <a16:creationId xmlns:a16="http://schemas.microsoft.com/office/drawing/2014/main" id="{6EA2CC55-0283-915E-5762-50DDEA8D000F}"/>
                    </a:ext>
                  </a:extLst>
                </p:cNvPr>
                <p:cNvSpPr/>
                <p:nvPr/>
              </p:nvSpPr>
              <p:spPr>
                <a:xfrm>
                  <a:off x="1190625" y="1866901"/>
                  <a:ext cx="201891" cy="190499"/>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3" name="Star: 5 Points 242">
                  <a:extLst>
                    <a:ext uri="{FF2B5EF4-FFF2-40B4-BE49-F238E27FC236}">
                      <a16:creationId xmlns:a16="http://schemas.microsoft.com/office/drawing/2014/main" id="{73C5C03A-8FDD-03A8-3ADE-75CD41C2444B}"/>
                    </a:ext>
                  </a:extLst>
                </p:cNvPr>
                <p:cNvSpPr/>
                <p:nvPr/>
              </p:nvSpPr>
              <p:spPr>
                <a:xfrm>
                  <a:off x="2066925" y="1885951"/>
                  <a:ext cx="196712" cy="171449"/>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4" name="Star: 5 Points 243">
                  <a:extLst>
                    <a:ext uri="{FF2B5EF4-FFF2-40B4-BE49-F238E27FC236}">
                      <a16:creationId xmlns:a16="http://schemas.microsoft.com/office/drawing/2014/main" id="{BE134EAE-DEDA-9996-E04A-EF66157F4132}"/>
                    </a:ext>
                  </a:extLst>
                </p:cNvPr>
                <p:cNvSpPr/>
                <p:nvPr/>
              </p:nvSpPr>
              <p:spPr>
                <a:xfrm>
                  <a:off x="3349797" y="1161239"/>
                  <a:ext cx="165961" cy="161365"/>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5" name="Star: 5 Points 244">
                  <a:extLst>
                    <a:ext uri="{FF2B5EF4-FFF2-40B4-BE49-F238E27FC236}">
                      <a16:creationId xmlns:a16="http://schemas.microsoft.com/office/drawing/2014/main" id="{5F505015-6F28-E45F-4B35-A37CEEE31B13}"/>
                    </a:ext>
                  </a:extLst>
                </p:cNvPr>
                <p:cNvSpPr/>
                <p:nvPr/>
              </p:nvSpPr>
              <p:spPr>
                <a:xfrm>
                  <a:off x="3521904" y="1150161"/>
                  <a:ext cx="173085" cy="174436"/>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6" name="Star: 5 Points 245">
                  <a:extLst>
                    <a:ext uri="{FF2B5EF4-FFF2-40B4-BE49-F238E27FC236}">
                      <a16:creationId xmlns:a16="http://schemas.microsoft.com/office/drawing/2014/main" id="{25DD1D2E-EF19-634E-0797-3B0C6CB7CA31}"/>
                    </a:ext>
                  </a:extLst>
                </p:cNvPr>
                <p:cNvSpPr/>
                <p:nvPr/>
              </p:nvSpPr>
              <p:spPr>
                <a:xfrm>
                  <a:off x="3731148" y="1143223"/>
                  <a:ext cx="152910" cy="179606"/>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7" name="Star: 5 Points 246">
                  <a:extLst>
                    <a:ext uri="{FF2B5EF4-FFF2-40B4-BE49-F238E27FC236}">
                      <a16:creationId xmlns:a16="http://schemas.microsoft.com/office/drawing/2014/main" id="{EE752AF9-8A5D-4126-1048-46133E9193F0}"/>
                    </a:ext>
                  </a:extLst>
                </p:cNvPr>
                <p:cNvSpPr/>
                <p:nvPr/>
              </p:nvSpPr>
              <p:spPr>
                <a:xfrm>
                  <a:off x="3895725" y="1143000"/>
                  <a:ext cx="160695" cy="180975"/>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8" name="Star: 5 Points 247">
                  <a:extLst>
                    <a:ext uri="{FF2B5EF4-FFF2-40B4-BE49-F238E27FC236}">
                      <a16:creationId xmlns:a16="http://schemas.microsoft.com/office/drawing/2014/main" id="{C0A61F85-888A-F670-A5BB-BE7064344946}"/>
                    </a:ext>
                  </a:extLst>
                </p:cNvPr>
                <p:cNvSpPr/>
                <p:nvPr/>
              </p:nvSpPr>
              <p:spPr>
                <a:xfrm>
                  <a:off x="4086225" y="1143000"/>
                  <a:ext cx="157232" cy="170341"/>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9" name="Star: 5 Points 248">
                  <a:extLst>
                    <a:ext uri="{FF2B5EF4-FFF2-40B4-BE49-F238E27FC236}">
                      <a16:creationId xmlns:a16="http://schemas.microsoft.com/office/drawing/2014/main" id="{480BFFEE-5296-7DB6-6250-150DA677914F}"/>
                    </a:ext>
                  </a:extLst>
                </p:cNvPr>
                <p:cNvSpPr/>
                <p:nvPr/>
              </p:nvSpPr>
              <p:spPr>
                <a:xfrm>
                  <a:off x="4276725" y="1143001"/>
                  <a:ext cx="147406" cy="179604"/>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50" name="Group 249">
                  <a:extLst>
                    <a:ext uri="{FF2B5EF4-FFF2-40B4-BE49-F238E27FC236}">
                      <a16:creationId xmlns:a16="http://schemas.microsoft.com/office/drawing/2014/main" id="{61D76F74-546E-9FF8-09D3-5A90F2AF770D}"/>
                    </a:ext>
                  </a:extLst>
                </p:cNvPr>
                <p:cNvGrpSpPr/>
                <p:nvPr/>
              </p:nvGrpSpPr>
              <p:grpSpPr>
                <a:xfrm>
                  <a:off x="2848368" y="960913"/>
                  <a:ext cx="485382" cy="420212"/>
                  <a:chOff x="-237732" y="-172562"/>
                  <a:chExt cx="485382" cy="420212"/>
                </a:xfrm>
              </p:grpSpPr>
              <p:sp>
                <p:nvSpPr>
                  <p:cNvPr id="268" name="TextBox 368">
                    <a:extLst>
                      <a:ext uri="{FF2B5EF4-FFF2-40B4-BE49-F238E27FC236}">
                        <a16:creationId xmlns:a16="http://schemas.microsoft.com/office/drawing/2014/main" id="{49BBBA20-CAD2-E25C-98DD-AB926033FB83}"/>
                      </a:ext>
                    </a:extLst>
                  </p:cNvPr>
                  <p:cNvSpPr txBox="1"/>
                  <p:nvPr/>
                </p:nvSpPr>
                <p:spPr>
                  <a:xfrm>
                    <a:off x="-237732" y="-172562"/>
                    <a:ext cx="288925" cy="414020"/>
                  </a:xfrm>
                  <a:prstGeom prst="rect">
                    <a:avLst/>
                  </a:prstGeom>
                  <a:noFill/>
                </p:spPr>
                <p:txBody>
                  <a:bodyPr wrap="square" rtlCol="0">
                    <a:noAutofit/>
                  </a:bodyPr>
                  <a:lstStyle/>
                  <a:p>
                    <a:pPr marL="0" marR="0">
                      <a:lnSpc>
                        <a:spcPct val="115000"/>
                      </a:lnSpc>
                      <a:spcAft>
                        <a:spcPts val="800"/>
                      </a:spcAft>
                      <a:buNone/>
                    </a:pPr>
                    <a:r>
                      <a:rPr lang="en-US" b="1" kern="12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C</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69" name="Star: 5 Points 268">
                    <a:extLst>
                      <a:ext uri="{FF2B5EF4-FFF2-40B4-BE49-F238E27FC236}">
                        <a16:creationId xmlns:a16="http://schemas.microsoft.com/office/drawing/2014/main" id="{AFFA07B1-B9FE-2F77-D00C-8B6A096FBE4C}"/>
                      </a:ext>
                    </a:extLst>
                  </p:cNvPr>
                  <p:cNvSpPr/>
                  <p:nvPr/>
                </p:nvSpPr>
                <p:spPr>
                  <a:xfrm>
                    <a:off x="19050" y="0"/>
                    <a:ext cx="228600" cy="247650"/>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51" name="Group 250">
                  <a:extLst>
                    <a:ext uri="{FF2B5EF4-FFF2-40B4-BE49-F238E27FC236}">
                      <a16:creationId xmlns:a16="http://schemas.microsoft.com/office/drawing/2014/main" id="{10A2B5D5-1588-86A9-15A1-CD2AFF198DFB}"/>
                    </a:ext>
                  </a:extLst>
                </p:cNvPr>
                <p:cNvGrpSpPr/>
                <p:nvPr/>
              </p:nvGrpSpPr>
              <p:grpSpPr>
                <a:xfrm>
                  <a:off x="897196" y="933768"/>
                  <a:ext cx="522029" cy="414020"/>
                  <a:chOff x="-274379" y="-142557"/>
                  <a:chExt cx="522029" cy="414020"/>
                </a:xfrm>
              </p:grpSpPr>
              <p:sp>
                <p:nvSpPr>
                  <p:cNvPr id="266" name="TextBox 368">
                    <a:extLst>
                      <a:ext uri="{FF2B5EF4-FFF2-40B4-BE49-F238E27FC236}">
                        <a16:creationId xmlns:a16="http://schemas.microsoft.com/office/drawing/2014/main" id="{9403BD7E-6698-E5BF-B522-EF2003745C43}"/>
                      </a:ext>
                    </a:extLst>
                  </p:cNvPr>
                  <p:cNvSpPr txBox="1"/>
                  <p:nvPr/>
                </p:nvSpPr>
                <p:spPr>
                  <a:xfrm>
                    <a:off x="-274379" y="-142557"/>
                    <a:ext cx="288925" cy="414020"/>
                  </a:xfrm>
                  <a:prstGeom prst="rect">
                    <a:avLst/>
                  </a:prstGeom>
                  <a:noFill/>
                </p:spPr>
                <p:txBody>
                  <a:bodyPr wrap="square" rtlCol="0">
                    <a:noAutofit/>
                  </a:bodyPr>
                  <a:lstStyle/>
                  <a:p>
                    <a:pPr marL="0" marR="0">
                      <a:lnSpc>
                        <a:spcPct val="115000"/>
                      </a:lnSpc>
                      <a:spcAft>
                        <a:spcPts val="800"/>
                      </a:spcAft>
                      <a:buNone/>
                    </a:pPr>
                    <a:r>
                      <a:rPr lang="en-US" b="1" kern="12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C</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67" name="Star: 5 Points 266">
                    <a:extLst>
                      <a:ext uri="{FF2B5EF4-FFF2-40B4-BE49-F238E27FC236}">
                        <a16:creationId xmlns:a16="http://schemas.microsoft.com/office/drawing/2014/main" id="{3542C469-4CCD-0A52-025F-C03DF2419E86}"/>
                      </a:ext>
                    </a:extLst>
                  </p:cNvPr>
                  <p:cNvSpPr/>
                  <p:nvPr/>
                </p:nvSpPr>
                <p:spPr>
                  <a:xfrm>
                    <a:off x="19050" y="0"/>
                    <a:ext cx="228600" cy="247650"/>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52" name="Group 251">
                  <a:extLst>
                    <a:ext uri="{FF2B5EF4-FFF2-40B4-BE49-F238E27FC236}">
                      <a16:creationId xmlns:a16="http://schemas.microsoft.com/office/drawing/2014/main" id="{6ED41B00-FBB6-A535-BCDB-764D00AA8E73}"/>
                    </a:ext>
                  </a:extLst>
                </p:cNvPr>
                <p:cNvGrpSpPr/>
                <p:nvPr/>
              </p:nvGrpSpPr>
              <p:grpSpPr>
                <a:xfrm>
                  <a:off x="3563025" y="635953"/>
                  <a:ext cx="645614" cy="504825"/>
                  <a:chOff x="-247017" y="-49847"/>
                  <a:chExt cx="645720" cy="504825"/>
                </a:xfrm>
              </p:grpSpPr>
              <p:sp>
                <p:nvSpPr>
                  <p:cNvPr id="264" name="TextBox 367">
                    <a:extLst>
                      <a:ext uri="{FF2B5EF4-FFF2-40B4-BE49-F238E27FC236}">
                        <a16:creationId xmlns:a16="http://schemas.microsoft.com/office/drawing/2014/main" id="{3AF722CB-86BD-E5B7-3AE9-D81925AE1EDE}"/>
                      </a:ext>
                    </a:extLst>
                  </p:cNvPr>
                  <p:cNvSpPr txBox="1"/>
                  <p:nvPr/>
                </p:nvSpPr>
                <p:spPr>
                  <a:xfrm>
                    <a:off x="-247017" y="-49847"/>
                    <a:ext cx="493476" cy="504825"/>
                  </a:xfrm>
                  <a:prstGeom prst="rect">
                    <a:avLst/>
                  </a:prstGeom>
                  <a:noFill/>
                </p:spPr>
                <p:txBody>
                  <a:bodyPr wrap="square" rtlCol="0">
                    <a:noAutofit/>
                  </a:bodyPr>
                  <a:lstStyle/>
                  <a:p>
                    <a:pPr marL="0" marR="0" algn="ctr">
                      <a:lnSpc>
                        <a:spcPct val="115000"/>
                      </a:lnSpc>
                      <a:spcAft>
                        <a:spcPts val="800"/>
                      </a:spcAft>
                      <a:buNone/>
                    </a:pPr>
                    <a:r>
                      <a:rPr lang="en-US" b="1" kern="12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B</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65" name="Star: 5 Points 264">
                    <a:extLst>
                      <a:ext uri="{FF2B5EF4-FFF2-40B4-BE49-F238E27FC236}">
                        <a16:creationId xmlns:a16="http://schemas.microsoft.com/office/drawing/2014/main" id="{77150784-6D58-2122-B5CE-FA2D58E56BD6}"/>
                      </a:ext>
                    </a:extLst>
                  </p:cNvPr>
                  <p:cNvSpPr/>
                  <p:nvPr/>
                </p:nvSpPr>
                <p:spPr>
                  <a:xfrm>
                    <a:off x="95250" y="0"/>
                    <a:ext cx="303453" cy="333375"/>
                  </a:xfrm>
                  <a:prstGeom prst="star5">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53" name="Group 252">
                  <a:extLst>
                    <a:ext uri="{FF2B5EF4-FFF2-40B4-BE49-F238E27FC236}">
                      <a16:creationId xmlns:a16="http://schemas.microsoft.com/office/drawing/2014/main" id="{995E383F-2080-E844-6F71-336769F7D043}"/>
                    </a:ext>
                  </a:extLst>
                </p:cNvPr>
                <p:cNvGrpSpPr/>
                <p:nvPr/>
              </p:nvGrpSpPr>
              <p:grpSpPr>
                <a:xfrm>
                  <a:off x="1211271" y="250246"/>
                  <a:ext cx="446079" cy="414020"/>
                  <a:chOff x="-227004" y="-102179"/>
                  <a:chExt cx="446079" cy="414020"/>
                </a:xfrm>
              </p:grpSpPr>
              <p:sp>
                <p:nvSpPr>
                  <p:cNvPr id="262" name="TextBox 366">
                    <a:extLst>
                      <a:ext uri="{FF2B5EF4-FFF2-40B4-BE49-F238E27FC236}">
                        <a16:creationId xmlns:a16="http://schemas.microsoft.com/office/drawing/2014/main" id="{D223989E-34CB-1CBF-2B24-BE8208798BE7}"/>
                      </a:ext>
                    </a:extLst>
                  </p:cNvPr>
                  <p:cNvSpPr txBox="1"/>
                  <p:nvPr/>
                </p:nvSpPr>
                <p:spPr>
                  <a:xfrm>
                    <a:off x="-227004" y="-102179"/>
                    <a:ext cx="273050" cy="414020"/>
                  </a:xfrm>
                  <a:prstGeom prst="rect">
                    <a:avLst/>
                  </a:prstGeom>
                  <a:noFill/>
                </p:spPr>
                <p:txBody>
                  <a:bodyPr wrap="square" rtlCol="0">
                    <a:noAutofit/>
                  </a:bodyPr>
                  <a:lstStyle/>
                  <a:p>
                    <a:pPr marL="0" marR="0">
                      <a:lnSpc>
                        <a:spcPct val="115000"/>
                      </a:lnSpc>
                      <a:spcAft>
                        <a:spcPts val="800"/>
                      </a:spcAft>
                      <a:buNone/>
                    </a:pPr>
                    <a:r>
                      <a:rPr lang="en-US" b="1" kern="12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A</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63" name="Rectangle 262">
                    <a:extLst>
                      <a:ext uri="{FF2B5EF4-FFF2-40B4-BE49-F238E27FC236}">
                        <a16:creationId xmlns:a16="http://schemas.microsoft.com/office/drawing/2014/main" id="{AA5AE3DD-D867-8D51-E19D-2936DBD47257}"/>
                      </a:ext>
                    </a:extLst>
                  </p:cNvPr>
                  <p:cNvSpPr/>
                  <p:nvPr/>
                </p:nvSpPr>
                <p:spPr>
                  <a:xfrm>
                    <a:off x="66675" y="47625"/>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54" name="Group 253">
                  <a:extLst>
                    <a:ext uri="{FF2B5EF4-FFF2-40B4-BE49-F238E27FC236}">
                      <a16:creationId xmlns:a16="http://schemas.microsoft.com/office/drawing/2014/main" id="{C5AD8E14-887D-96C0-5958-0CB38668D128}"/>
                    </a:ext>
                  </a:extLst>
                </p:cNvPr>
                <p:cNvGrpSpPr/>
                <p:nvPr/>
              </p:nvGrpSpPr>
              <p:grpSpPr>
                <a:xfrm>
                  <a:off x="4237265" y="300355"/>
                  <a:ext cx="449035" cy="414020"/>
                  <a:chOff x="-229960" y="-90170"/>
                  <a:chExt cx="449035" cy="414020"/>
                </a:xfrm>
              </p:grpSpPr>
              <p:sp>
                <p:nvSpPr>
                  <p:cNvPr id="260" name="TextBox 366">
                    <a:extLst>
                      <a:ext uri="{FF2B5EF4-FFF2-40B4-BE49-F238E27FC236}">
                        <a16:creationId xmlns:a16="http://schemas.microsoft.com/office/drawing/2014/main" id="{781E2951-98B2-BAB0-8AA5-2F48581E50EE}"/>
                      </a:ext>
                    </a:extLst>
                  </p:cNvPr>
                  <p:cNvSpPr txBox="1"/>
                  <p:nvPr/>
                </p:nvSpPr>
                <p:spPr>
                  <a:xfrm>
                    <a:off x="-229960" y="-90170"/>
                    <a:ext cx="273050" cy="414020"/>
                  </a:xfrm>
                  <a:prstGeom prst="rect">
                    <a:avLst/>
                  </a:prstGeom>
                  <a:noFill/>
                </p:spPr>
                <p:txBody>
                  <a:bodyPr wrap="square" rtlCol="0">
                    <a:noAutofit/>
                  </a:bodyPr>
                  <a:lstStyle/>
                  <a:p>
                    <a:pPr marL="0" marR="0">
                      <a:lnSpc>
                        <a:spcPct val="115000"/>
                      </a:lnSpc>
                      <a:spcAft>
                        <a:spcPts val="800"/>
                      </a:spcAft>
                      <a:buNone/>
                    </a:pPr>
                    <a:r>
                      <a:rPr lang="en-US" b="1" kern="1200">
                        <a:solidFill>
                          <a:srgbClr val="000000"/>
                        </a:solidFill>
                        <a:effectLst/>
                        <a:latin typeface="Aptos" panose="020B0004020202020204" pitchFamily="34" charset="0"/>
                        <a:ea typeface="Aptos" panose="020B0004020202020204" pitchFamily="34" charset="0"/>
                        <a:cs typeface="Times New Roman" panose="02020603050405020304" pitchFamily="18" charset="0"/>
                      </a:rPr>
                      <a:t>A</a:t>
                    </a:r>
                    <a:endParaRPr lang="en-US" b="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61" name="Rectangle 260">
                    <a:extLst>
                      <a:ext uri="{FF2B5EF4-FFF2-40B4-BE49-F238E27FC236}">
                        <a16:creationId xmlns:a16="http://schemas.microsoft.com/office/drawing/2014/main" id="{0F36B4DE-6E88-3CFD-CE7D-8C3C332FF2F3}"/>
                      </a:ext>
                    </a:extLst>
                  </p:cNvPr>
                  <p:cNvSpPr/>
                  <p:nvPr/>
                </p:nvSpPr>
                <p:spPr>
                  <a:xfrm>
                    <a:off x="66675" y="47625"/>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55" name="Rectangle 254">
                  <a:extLst>
                    <a:ext uri="{FF2B5EF4-FFF2-40B4-BE49-F238E27FC236}">
                      <a16:creationId xmlns:a16="http://schemas.microsoft.com/office/drawing/2014/main" id="{CC17E209-915C-8762-42BC-5019A0A53038}"/>
                    </a:ext>
                  </a:extLst>
                </p:cNvPr>
                <p:cNvSpPr/>
                <p:nvPr/>
              </p:nvSpPr>
              <p:spPr>
                <a:xfrm>
                  <a:off x="4772025" y="781050"/>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6" name="Rectangle 255">
                  <a:extLst>
                    <a:ext uri="{FF2B5EF4-FFF2-40B4-BE49-F238E27FC236}">
                      <a16:creationId xmlns:a16="http://schemas.microsoft.com/office/drawing/2014/main" id="{B2B4599E-11B4-3D4F-D90F-3DCAB2CC340E}"/>
                    </a:ext>
                  </a:extLst>
                </p:cNvPr>
                <p:cNvSpPr/>
                <p:nvPr/>
              </p:nvSpPr>
              <p:spPr>
                <a:xfrm>
                  <a:off x="361950" y="1885950"/>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7" name="Rectangle 256">
                  <a:extLst>
                    <a:ext uri="{FF2B5EF4-FFF2-40B4-BE49-F238E27FC236}">
                      <a16:creationId xmlns:a16="http://schemas.microsoft.com/office/drawing/2014/main" id="{67F78817-9C75-3E36-814C-20CF2110BA11}"/>
                    </a:ext>
                  </a:extLst>
                </p:cNvPr>
                <p:cNvSpPr/>
                <p:nvPr/>
              </p:nvSpPr>
              <p:spPr>
                <a:xfrm>
                  <a:off x="4257675" y="771525"/>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8" name="Rectangle 257">
                  <a:extLst>
                    <a:ext uri="{FF2B5EF4-FFF2-40B4-BE49-F238E27FC236}">
                      <a16:creationId xmlns:a16="http://schemas.microsoft.com/office/drawing/2014/main" id="{08AAA6C0-DC47-119D-D7F6-D3633370578E}"/>
                    </a:ext>
                  </a:extLst>
                </p:cNvPr>
                <p:cNvSpPr/>
                <p:nvPr/>
              </p:nvSpPr>
              <p:spPr>
                <a:xfrm>
                  <a:off x="4981575" y="781050"/>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9" name="Rectangle 258">
                  <a:extLst>
                    <a:ext uri="{FF2B5EF4-FFF2-40B4-BE49-F238E27FC236}">
                      <a16:creationId xmlns:a16="http://schemas.microsoft.com/office/drawing/2014/main" id="{812979D3-4DA9-A6ED-AA85-53D903F0F2C5}"/>
                    </a:ext>
                  </a:extLst>
                </p:cNvPr>
                <p:cNvSpPr/>
                <p:nvPr/>
              </p:nvSpPr>
              <p:spPr>
                <a:xfrm>
                  <a:off x="4524375" y="781050"/>
                  <a:ext cx="152400" cy="171450"/>
                </a:xfrm>
                <a:prstGeom prst="rect">
                  <a:avLst/>
                </a:prstGeom>
                <a:noFill/>
                <a:ln w="31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sp>
          <p:nvSpPr>
            <p:cNvPr id="2" name="TextBox 1">
              <a:extLst>
                <a:ext uri="{FF2B5EF4-FFF2-40B4-BE49-F238E27FC236}">
                  <a16:creationId xmlns:a16="http://schemas.microsoft.com/office/drawing/2014/main" id="{024EB452-DCA4-A772-292D-0680D8A84FEE}"/>
                </a:ext>
              </a:extLst>
            </p:cNvPr>
            <p:cNvSpPr txBox="1"/>
            <p:nvPr/>
          </p:nvSpPr>
          <p:spPr>
            <a:xfrm>
              <a:off x="7104038" y="3345090"/>
              <a:ext cx="3123209" cy="738664"/>
            </a:xfrm>
            <a:prstGeom prst="rect">
              <a:avLst/>
            </a:prstGeom>
            <a:noFill/>
          </p:spPr>
          <p:txBody>
            <a:bodyPr wrap="square" rtlCol="0">
              <a:spAutoFit/>
            </a:bodyPr>
            <a:lstStyle/>
            <a:p>
              <a:r>
                <a:rPr lang="en-US" sz="1400" dirty="0">
                  <a:latin typeface="Garamond" panose="02020404030301010803" pitchFamily="18" charset="0"/>
                </a:rPr>
                <a:t>Every member owns one (1) Main Identity Account and four (4) Virtual Accounts</a:t>
              </a:r>
            </a:p>
          </p:txBody>
        </p:sp>
        <p:sp>
          <p:nvSpPr>
            <p:cNvPr id="5" name="TextBox 368">
              <a:extLst>
                <a:ext uri="{FF2B5EF4-FFF2-40B4-BE49-F238E27FC236}">
                  <a16:creationId xmlns:a16="http://schemas.microsoft.com/office/drawing/2014/main" id="{46C5499F-47BA-8CD7-4336-66274F28890C}"/>
                </a:ext>
              </a:extLst>
            </p:cNvPr>
            <p:cNvSpPr txBox="1"/>
            <p:nvPr/>
          </p:nvSpPr>
          <p:spPr>
            <a:xfrm>
              <a:off x="4186796" y="2494807"/>
              <a:ext cx="288925" cy="414020"/>
            </a:xfrm>
            <a:prstGeom prst="rect">
              <a:avLst/>
            </a:prstGeom>
            <a:noFill/>
          </p:spPr>
          <p:txBody>
            <a:bodyPr wrap="square" rtlCol="0">
              <a:noAutofit/>
            </a:bodyPr>
            <a:lstStyle/>
            <a:p>
              <a:pPr marL="0" marR="0">
                <a:lnSpc>
                  <a:spcPct val="115000"/>
                </a:lnSpc>
                <a:spcAft>
                  <a:spcPts val="800"/>
                </a:spcAft>
                <a:buNone/>
              </a:pPr>
              <a:r>
                <a:rPr lang="en-US" b="1" kern="100" dirty="0">
                  <a:latin typeface="Aptos" panose="020B0004020202020204" pitchFamily="34" charset="0"/>
                  <a:ea typeface="Aptos" panose="020B0004020202020204" pitchFamily="34" charset="0"/>
                  <a:cs typeface="Times New Roman" panose="02020603050405020304" pitchFamily="18" charset="0"/>
                </a:rPr>
                <a:t>D</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xtBox 368">
              <a:extLst>
                <a:ext uri="{FF2B5EF4-FFF2-40B4-BE49-F238E27FC236}">
                  <a16:creationId xmlns:a16="http://schemas.microsoft.com/office/drawing/2014/main" id="{39DFC493-99D0-0DE0-4CB8-16EFAC50F1C0}"/>
                </a:ext>
              </a:extLst>
            </p:cNvPr>
            <p:cNvSpPr txBox="1"/>
            <p:nvPr/>
          </p:nvSpPr>
          <p:spPr>
            <a:xfrm>
              <a:off x="5856937" y="2602865"/>
              <a:ext cx="288925" cy="414020"/>
            </a:xfrm>
            <a:prstGeom prst="rect">
              <a:avLst/>
            </a:prstGeom>
            <a:noFill/>
          </p:spPr>
          <p:txBody>
            <a:bodyPr wrap="square" rtlCol="0">
              <a:noAutofit/>
            </a:bodyPr>
            <a:lstStyle/>
            <a:p>
              <a:pPr marL="0" marR="0">
                <a:lnSpc>
                  <a:spcPct val="115000"/>
                </a:lnSpc>
                <a:spcAft>
                  <a:spcPts val="800"/>
                </a:spcAft>
                <a:buNone/>
              </a:pPr>
              <a:r>
                <a:rPr lang="en-US" b="1" kern="100" dirty="0">
                  <a:latin typeface="Aptos" panose="020B0004020202020204" pitchFamily="34" charset="0"/>
                  <a:ea typeface="Aptos" panose="020B0004020202020204" pitchFamily="34" charset="0"/>
                  <a:cs typeface="Times New Roman" panose="02020603050405020304" pitchFamily="18" charset="0"/>
                </a:rPr>
                <a:t>D</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368">
              <a:extLst>
                <a:ext uri="{FF2B5EF4-FFF2-40B4-BE49-F238E27FC236}">
                  <a16:creationId xmlns:a16="http://schemas.microsoft.com/office/drawing/2014/main" id="{9F238E9B-F459-48C2-ACE1-BEF86F792AFF}"/>
                </a:ext>
              </a:extLst>
            </p:cNvPr>
            <p:cNvSpPr txBox="1"/>
            <p:nvPr/>
          </p:nvSpPr>
          <p:spPr>
            <a:xfrm>
              <a:off x="3096698" y="2930842"/>
              <a:ext cx="288925" cy="414020"/>
            </a:xfrm>
            <a:prstGeom prst="rect">
              <a:avLst/>
            </a:prstGeom>
            <a:noFill/>
          </p:spPr>
          <p:txBody>
            <a:bodyPr wrap="square" rtlCol="0">
              <a:noAutofit/>
            </a:bodyPr>
            <a:lstStyle/>
            <a:p>
              <a:pPr marL="0" marR="0">
                <a:lnSpc>
                  <a:spcPct val="115000"/>
                </a:lnSpc>
                <a:spcAft>
                  <a:spcPts val="800"/>
                </a:spcAft>
                <a:buNone/>
              </a:pPr>
              <a:r>
                <a:rPr lang="en-US" b="1" kern="100" dirty="0">
                  <a:latin typeface="Aptos" panose="020B0004020202020204" pitchFamily="34" charset="0"/>
                  <a:ea typeface="Aptos" panose="020B0004020202020204" pitchFamily="34" charset="0"/>
                  <a:cs typeface="Times New Roman" panose="02020603050405020304" pitchFamily="18" charset="0"/>
                </a:rPr>
                <a:t>D</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1" name="TextBox 368">
              <a:extLst>
                <a:ext uri="{FF2B5EF4-FFF2-40B4-BE49-F238E27FC236}">
                  <a16:creationId xmlns:a16="http://schemas.microsoft.com/office/drawing/2014/main" id="{995FEE73-CC46-0191-CF69-C07F3014E2C7}"/>
                </a:ext>
              </a:extLst>
            </p:cNvPr>
            <p:cNvSpPr txBox="1"/>
            <p:nvPr/>
          </p:nvSpPr>
          <p:spPr>
            <a:xfrm>
              <a:off x="4119825" y="2920936"/>
              <a:ext cx="288925" cy="414020"/>
            </a:xfrm>
            <a:prstGeom prst="rect">
              <a:avLst/>
            </a:prstGeom>
            <a:noFill/>
          </p:spPr>
          <p:txBody>
            <a:bodyPr wrap="square" rtlCol="0">
              <a:noAutofit/>
            </a:bodyPr>
            <a:lstStyle/>
            <a:p>
              <a:pPr marL="0" marR="0">
                <a:lnSpc>
                  <a:spcPct val="115000"/>
                </a:lnSpc>
                <a:spcAft>
                  <a:spcPts val="800"/>
                </a:spcAft>
                <a:buNone/>
              </a:pPr>
              <a:r>
                <a:rPr lang="en-US" b="1" kern="100" dirty="0">
                  <a:latin typeface="Aptos" panose="020B0004020202020204" pitchFamily="34" charset="0"/>
                  <a:ea typeface="Aptos" panose="020B0004020202020204" pitchFamily="34" charset="0"/>
                  <a:cs typeface="Times New Roman" panose="02020603050405020304" pitchFamily="18" charset="0"/>
                </a:rPr>
                <a:t>D</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3" name="TextBox 368">
              <a:extLst>
                <a:ext uri="{FF2B5EF4-FFF2-40B4-BE49-F238E27FC236}">
                  <a16:creationId xmlns:a16="http://schemas.microsoft.com/office/drawing/2014/main" id="{781A8208-2ED8-B16F-422D-5C1D1282D50C}"/>
                </a:ext>
              </a:extLst>
            </p:cNvPr>
            <p:cNvSpPr txBox="1"/>
            <p:nvPr/>
          </p:nvSpPr>
          <p:spPr>
            <a:xfrm>
              <a:off x="4977930" y="2922134"/>
              <a:ext cx="288925" cy="414020"/>
            </a:xfrm>
            <a:prstGeom prst="rect">
              <a:avLst/>
            </a:prstGeom>
            <a:noFill/>
          </p:spPr>
          <p:txBody>
            <a:bodyPr wrap="square" rtlCol="0">
              <a:noAutofit/>
            </a:bodyPr>
            <a:lstStyle/>
            <a:p>
              <a:pPr marL="0" marR="0">
                <a:lnSpc>
                  <a:spcPct val="115000"/>
                </a:lnSpc>
                <a:spcAft>
                  <a:spcPts val="800"/>
                </a:spcAft>
                <a:buNone/>
              </a:pPr>
              <a:r>
                <a:rPr lang="en-US" b="1" kern="100" dirty="0">
                  <a:latin typeface="Aptos" panose="020B0004020202020204" pitchFamily="34" charset="0"/>
                  <a:ea typeface="Aptos" panose="020B0004020202020204" pitchFamily="34" charset="0"/>
                  <a:cs typeface="Times New Roman" panose="02020603050405020304" pitchFamily="18" charset="0"/>
                </a:rPr>
                <a:t>D</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grpSp>
    </p:spTree>
    <p:extLst>
      <p:ext uri="{BB962C8B-B14F-4D97-AF65-F5344CB8AC3E}">
        <p14:creationId xmlns:p14="http://schemas.microsoft.com/office/powerpoint/2010/main" val="4129913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6D835-6255-B564-B2A3-442F91066A45}"/>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D651EA5-194B-FCF5-2659-8971C3714789}"/>
              </a:ext>
            </a:extLst>
          </p:cNvPr>
          <p:cNvGraphicFramePr>
            <a:graphicFrameLocks noGrp="1"/>
          </p:cNvGraphicFramePr>
          <p:nvPr>
            <p:extLst>
              <p:ext uri="{D42A27DB-BD31-4B8C-83A1-F6EECF244321}">
                <p14:modId xmlns:p14="http://schemas.microsoft.com/office/powerpoint/2010/main" val="2000191072"/>
              </p:ext>
            </p:extLst>
          </p:nvPr>
        </p:nvGraphicFramePr>
        <p:xfrm>
          <a:off x="128016" y="48768"/>
          <a:ext cx="11676888" cy="3277037"/>
        </p:xfrm>
        <a:graphic>
          <a:graphicData uri="http://schemas.openxmlformats.org/drawingml/2006/table">
            <a:tbl>
              <a:tblPr firstRow="1" bandRow="1">
                <a:tableStyleId>{5C22544A-7EE6-4342-B048-85BDC9FD1C3A}</a:tableStyleId>
              </a:tblPr>
              <a:tblGrid>
                <a:gridCol w="1435513">
                  <a:extLst>
                    <a:ext uri="{9D8B030D-6E8A-4147-A177-3AD203B41FA5}">
                      <a16:colId xmlns:a16="http://schemas.microsoft.com/office/drawing/2014/main" val="2101994021"/>
                    </a:ext>
                  </a:extLst>
                </a:gridCol>
                <a:gridCol w="1625879">
                  <a:extLst>
                    <a:ext uri="{9D8B030D-6E8A-4147-A177-3AD203B41FA5}">
                      <a16:colId xmlns:a16="http://schemas.microsoft.com/office/drawing/2014/main" val="2833904939"/>
                    </a:ext>
                  </a:extLst>
                </a:gridCol>
                <a:gridCol w="2406720">
                  <a:extLst>
                    <a:ext uri="{9D8B030D-6E8A-4147-A177-3AD203B41FA5}">
                      <a16:colId xmlns:a16="http://schemas.microsoft.com/office/drawing/2014/main" val="1680324762"/>
                    </a:ext>
                  </a:extLst>
                </a:gridCol>
                <a:gridCol w="2651760">
                  <a:extLst>
                    <a:ext uri="{9D8B030D-6E8A-4147-A177-3AD203B41FA5}">
                      <a16:colId xmlns:a16="http://schemas.microsoft.com/office/drawing/2014/main" val="1568456905"/>
                    </a:ext>
                  </a:extLst>
                </a:gridCol>
                <a:gridCol w="2139696">
                  <a:extLst>
                    <a:ext uri="{9D8B030D-6E8A-4147-A177-3AD203B41FA5}">
                      <a16:colId xmlns:a16="http://schemas.microsoft.com/office/drawing/2014/main" val="386743585"/>
                    </a:ext>
                  </a:extLst>
                </a:gridCol>
                <a:gridCol w="1417320">
                  <a:extLst>
                    <a:ext uri="{9D8B030D-6E8A-4147-A177-3AD203B41FA5}">
                      <a16:colId xmlns:a16="http://schemas.microsoft.com/office/drawing/2014/main" val="2018446301"/>
                    </a:ext>
                  </a:extLst>
                </a:gridCol>
              </a:tblGrid>
              <a:tr h="361180">
                <a:tc gridSpan="6">
                  <a:txBody>
                    <a:bodyPr/>
                    <a:lstStyle/>
                    <a:p>
                      <a:pPr algn="ctr"/>
                      <a:r>
                        <a:rPr lang="en-US" sz="1800" dirty="0">
                          <a:latin typeface="Garamond" panose="02020404030301010803" pitchFamily="18" charset="0"/>
                        </a:rPr>
                        <a:t>V = 80 CV</a:t>
                      </a:r>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sz="1400" dirty="0"/>
                    </a:p>
                  </a:txBody>
                  <a:tcPr/>
                </a:tc>
                <a:tc hMerge="1">
                  <a:txBody>
                    <a:bodyPr/>
                    <a:lstStyle/>
                    <a:p>
                      <a:endParaRPr lang="en-US" dirty="0"/>
                    </a:p>
                  </a:txBody>
                  <a:tcPr/>
                </a:tc>
                <a:extLst>
                  <a:ext uri="{0D108BD9-81ED-4DB2-BD59-A6C34878D82A}">
                    <a16:rowId xmlns:a16="http://schemas.microsoft.com/office/drawing/2014/main" val="773066600"/>
                  </a:ext>
                </a:extLst>
              </a:tr>
              <a:tr h="3611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MRF=10%x80CV= 8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strike="noStrike" dirty="0">
                          <a:latin typeface="+mn-lt"/>
                        </a:rPr>
                        <a:t>DFI</a:t>
                      </a:r>
                      <a:r>
                        <a:rPr lang="en-US" sz="1000" strike="noStrike" dirty="0">
                          <a:latin typeface="Garamond" panose="02020404030301010803" pitchFamily="18" charset="0"/>
                        </a:rPr>
                        <a:t> =40% x 80 CV = 32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LB </a:t>
                      </a:r>
                      <a:r>
                        <a:rPr lang="en-US" sz="1400" dirty="0">
                          <a:latin typeface="Garamond" panose="02020404030301010803" pitchFamily="18" charset="0"/>
                        </a:rPr>
                        <a:t>= 6% x 80 CV = 4.8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BB </a:t>
                      </a:r>
                      <a:r>
                        <a:rPr lang="en-US" sz="1400" dirty="0">
                          <a:latin typeface="Garamond" panose="02020404030301010803" pitchFamily="18" charset="0"/>
                        </a:rPr>
                        <a:t>= 6% x 80 CV = 4.8</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CTS</a:t>
                      </a:r>
                      <a:r>
                        <a:rPr lang="en-US" sz="1800" dirty="0">
                          <a:latin typeface="Garamond" panose="02020404030301010803" pitchFamily="18" charset="0"/>
                        </a:rPr>
                        <a:t> </a:t>
                      </a:r>
                      <a:r>
                        <a:rPr lang="en-US" sz="1400" dirty="0">
                          <a:latin typeface="Garamond" panose="02020404030301010803" pitchFamily="18" charset="0"/>
                        </a:rPr>
                        <a:t>= 15% x 80 CV = 12</a:t>
                      </a:r>
                      <a:endParaRPr lang="en-US" sz="1400" dirty="0"/>
                    </a:p>
                  </a:txBody>
                  <a:tcPr/>
                </a:tc>
                <a:tc>
                  <a:txBody>
                    <a:bodyPr/>
                    <a:lstStyle/>
                    <a:p>
                      <a:r>
                        <a:rPr lang="en-US" sz="1400" dirty="0"/>
                        <a:t>PAGP </a:t>
                      </a:r>
                      <a:r>
                        <a:rPr lang="en-US" sz="1000" dirty="0">
                          <a:latin typeface="Garamond" panose="02020404030301010803" pitchFamily="18" charset="0"/>
                        </a:rPr>
                        <a:t>(0.8% x 80 CV) = </a:t>
                      </a:r>
                      <a:r>
                        <a:rPr lang="en-US" sz="1400" dirty="0">
                          <a:latin typeface="Garamond" panose="02020404030301010803" pitchFamily="18" charset="0"/>
                        </a:rPr>
                        <a:t>0.64</a:t>
                      </a:r>
                    </a:p>
                  </a:txBody>
                  <a:tcPr/>
                </a:tc>
                <a:extLst>
                  <a:ext uri="{0D108BD9-81ED-4DB2-BD59-A6C34878D82A}">
                    <a16:rowId xmlns:a16="http://schemas.microsoft.com/office/drawing/2014/main" val="1486636989"/>
                  </a:ext>
                </a:extLst>
              </a:tr>
              <a:tr h="27432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Guaranteed income earned by the Direct Sponsor</a:t>
                      </a:r>
                    </a:p>
                  </a:txBody>
                  <a:tcPr/>
                </a:tc>
                <a:tc row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strike="noStrike" dirty="0">
                          <a:latin typeface="Garamond" panose="02020404030301010803" pitchFamily="18" charset="0"/>
                        </a:rPr>
                        <a:t>Guaranteed and Exclusive Income for Qualified Frontier Partner only.</a:t>
                      </a:r>
                    </a:p>
                  </a:txBody>
                  <a:tcPr/>
                </a:tc>
                <a:tc rowSpan="2">
                  <a:txBody>
                    <a:bodyPr/>
                    <a:lstStyle/>
                    <a:p>
                      <a:pPr algn="just"/>
                      <a:r>
                        <a:rPr lang="en-US" sz="1100" dirty="0">
                          <a:latin typeface="Garamond" panose="02020404030301010803" pitchFamily="18" charset="0"/>
                        </a:rPr>
                        <a:t>Monthly Maintenance PPV = 40 CV to qualify for LB. LB will pass up if a member is disqualified to receive his LB.</a:t>
                      </a:r>
                    </a:p>
                  </a:txBody>
                  <a:tcPr/>
                </a:tc>
                <a:tc rowSpan="2">
                  <a:txBody>
                    <a:bodyPr/>
                    <a:lstStyle/>
                    <a:p>
                      <a:pPr algn="just"/>
                      <a:r>
                        <a:rPr lang="en-US" sz="1000" dirty="0">
                          <a:latin typeface="Garamond" panose="02020404030301010803" pitchFamily="18" charset="0"/>
                        </a:rPr>
                        <a:t>To infinitive level unless it is blocked by another Frontier who is in your group also achieving PGSV 10,000CV. You get GB 5%.</a:t>
                      </a:r>
                    </a:p>
                  </a:txBody>
                  <a:tcPr/>
                </a:tc>
                <a:tc>
                  <a:txBody>
                    <a:bodyPr/>
                    <a:lstStyle/>
                    <a:p>
                      <a:pPr algn="ctr"/>
                      <a:r>
                        <a:rPr lang="en-US" sz="1100" dirty="0">
                          <a:latin typeface="Garamond" panose="02020404030301010803" pitchFamily="18" charset="0"/>
                        </a:rPr>
                        <a:t>CTS POOL</a:t>
                      </a:r>
                    </a:p>
                  </a:txBody>
                  <a:tcPr/>
                </a:tc>
                <a:tc rowSpan="2">
                  <a:txBody>
                    <a:bodyPr/>
                    <a:lstStyle/>
                    <a:p>
                      <a:r>
                        <a:rPr lang="en-US" dirty="0"/>
                        <a:t>0.64 GP</a:t>
                      </a:r>
                    </a:p>
                  </a:txBody>
                  <a:tcPr/>
                </a:tc>
                <a:extLst>
                  <a:ext uri="{0D108BD9-81ED-4DB2-BD59-A6C34878D82A}">
                    <a16:rowId xmlns:a16="http://schemas.microsoft.com/office/drawing/2014/main" val="3681681622"/>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100" dirty="0">
                          <a:latin typeface="Garamond" panose="02020404030301010803" pitchFamily="18" charset="0"/>
                        </a:rPr>
                        <a:t>8x255x12 = 24,480 CV</a:t>
                      </a:r>
                    </a:p>
                  </a:txBody>
                  <a:tcPr/>
                </a:tc>
                <a:tc vMerge="1">
                  <a:txBody>
                    <a:bodyPr/>
                    <a:lstStyle/>
                    <a:p>
                      <a:endParaRPr lang="en-US"/>
                    </a:p>
                  </a:txBody>
                  <a:tcPr/>
                </a:tc>
                <a:extLst>
                  <a:ext uri="{0D108BD9-81ED-4DB2-BD59-A6C34878D82A}">
                    <a16:rowId xmlns:a16="http://schemas.microsoft.com/office/drawing/2014/main" val="4217230961"/>
                  </a:ext>
                </a:extLst>
              </a:tr>
              <a:tr h="1414623">
                <a:tc>
                  <a:txBody>
                    <a:bodyPr/>
                    <a:lstStyle/>
                    <a:p>
                      <a:r>
                        <a:rPr lang="en-US" sz="1100" dirty="0">
                          <a:latin typeface="Garamond" panose="02020404030301010803" pitchFamily="18" charset="0"/>
                        </a:rPr>
                        <a:t>A:V</a:t>
                      </a:r>
                      <a:r>
                        <a:rPr lang="en-US" sz="1100" dirty="0">
                          <a:latin typeface="Garamond" panose="02020404030301010803" pitchFamily="18" charset="0"/>
                          <a:sym typeface="Wingdings" panose="05000000000000000000" pitchFamily="2" charset="2"/>
                        </a:rPr>
                        <a:t></a:t>
                      </a:r>
                      <a:r>
                        <a:rPr lang="en-US" sz="1100" dirty="0">
                          <a:latin typeface="Garamond" panose="02020404030301010803" pitchFamily="18" charset="0"/>
                        </a:rPr>
                        <a:t> L1 = 8</a:t>
                      </a:r>
                    </a:p>
                    <a:p>
                      <a:endParaRPr lang="en-US" sz="1100" dirty="0">
                        <a:latin typeface="Garamond" panose="02020404030301010803" pitchFamily="18" charset="0"/>
                      </a:endParaRPr>
                    </a:p>
                    <a:p>
                      <a:r>
                        <a:rPr lang="en-US" sz="1100" dirty="0">
                          <a:latin typeface="Garamond" panose="02020404030301010803" pitchFamily="18" charset="0"/>
                        </a:rPr>
                        <a:t>If you sponsor 8 persons, then 8A is </a:t>
                      </a:r>
                    </a:p>
                    <a:p>
                      <a:r>
                        <a:rPr lang="en-US" sz="1100" dirty="0">
                          <a:latin typeface="Garamond" panose="02020404030301010803" pitchFamily="18" charset="0"/>
                        </a:rPr>
                        <a:t>8V</a:t>
                      </a:r>
                      <a:r>
                        <a:rPr lang="en-US" sz="1100" dirty="0">
                          <a:latin typeface="Garamond" panose="02020404030301010803" pitchFamily="18" charset="0"/>
                          <a:sym typeface="Wingdings" panose="05000000000000000000" pitchFamily="2" charset="2"/>
                        </a:rPr>
                        <a:t>8L1</a:t>
                      </a:r>
                      <a:r>
                        <a:rPr lang="en-US" sz="1100" dirty="0">
                          <a:latin typeface="Garamond" panose="02020404030301010803" pitchFamily="18" charset="0"/>
                        </a:rPr>
                        <a:t>= 64</a:t>
                      </a:r>
                    </a:p>
                    <a:p>
                      <a:endParaRPr lang="en-US" sz="1100" dirty="0">
                        <a:latin typeface="Garamond" panose="02020404030301010803" pitchFamily="18" charset="0"/>
                      </a:endParaRPr>
                    </a:p>
                  </a:txBody>
                  <a:tcPr/>
                </a:tc>
                <a:tc>
                  <a:txBody>
                    <a:bodyPr/>
                    <a:lstStyle/>
                    <a:p>
                      <a:r>
                        <a:rPr lang="en-US" sz="1100" strike="noStrike" dirty="0">
                          <a:latin typeface="Garamond" panose="02020404030301010803" pitchFamily="18" charset="0"/>
                        </a:rPr>
                        <a:t>A: V→L1 = 8 x 1 x 32</a:t>
                      </a:r>
                    </a:p>
                    <a:p>
                      <a:r>
                        <a:rPr lang="en-US" sz="1100" strike="noStrike" dirty="0">
                          <a:latin typeface="Garamond" panose="02020404030301010803" pitchFamily="18" charset="0"/>
                        </a:rPr>
                        <a:t>B: V→L2 = 8 x 2 </a:t>
                      </a:r>
                      <a:r>
                        <a:rPr lang="en-US" sz="1100" strike="noStrike" dirty="0">
                          <a:latin typeface="Garamond" panose="02020404030301010803" pitchFamily="18" charset="0"/>
                          <a:sym typeface="Wingdings" panose="05000000000000000000" pitchFamily="2" charset="2"/>
                        </a:rPr>
                        <a:t>x 32</a:t>
                      </a:r>
                      <a:endParaRPr lang="en-US" sz="1100" strike="noStrike" dirty="0">
                        <a:latin typeface="Garamond" panose="02020404030301010803" pitchFamily="18" charset="0"/>
                      </a:endParaRPr>
                    </a:p>
                    <a:p>
                      <a:r>
                        <a:rPr lang="en-US" sz="1100" strike="noStrike" dirty="0">
                          <a:latin typeface="Garamond" panose="02020404030301010803" pitchFamily="18" charset="0"/>
                        </a:rPr>
                        <a:t>C: V→L3 = 8 x 4 </a:t>
                      </a:r>
                      <a:r>
                        <a:rPr lang="en-US" sz="1100" strike="noStrike" dirty="0">
                          <a:latin typeface="Garamond" panose="02020404030301010803" pitchFamily="18" charset="0"/>
                          <a:sym typeface="Wingdings" panose="05000000000000000000" pitchFamily="2" charset="2"/>
                        </a:rPr>
                        <a:t>x 32</a:t>
                      </a:r>
                      <a:endParaRPr lang="en-US" sz="1100" strike="noStrike" dirty="0">
                        <a:latin typeface="Garamond" panose="02020404030301010803" pitchFamily="18" charset="0"/>
                      </a:endParaRPr>
                    </a:p>
                    <a:p>
                      <a:r>
                        <a:rPr lang="en-US" sz="1100" strike="noStrike" dirty="0">
                          <a:latin typeface="Garamond" panose="02020404030301010803" pitchFamily="18" charset="0"/>
                        </a:rPr>
                        <a:t>D: V→L4 = 8 x 8 </a:t>
                      </a:r>
                      <a:r>
                        <a:rPr lang="en-US" sz="1100" strike="noStrike" dirty="0">
                          <a:latin typeface="Garamond" panose="02020404030301010803" pitchFamily="18" charset="0"/>
                          <a:sym typeface="Wingdings" panose="05000000000000000000" pitchFamily="2" charset="2"/>
                        </a:rPr>
                        <a:t>x 32</a:t>
                      </a:r>
                      <a:endParaRPr lang="en-US" sz="1100" strike="noStrike" dirty="0">
                        <a:latin typeface="Garamond" panose="02020404030301010803" pitchFamily="18" charset="0"/>
                      </a:endParaRPr>
                    </a:p>
                    <a:p>
                      <a:r>
                        <a:rPr lang="en-US" sz="1100" strike="noStrike" dirty="0">
                          <a:latin typeface="Garamond" panose="02020404030301010803" pitchFamily="18" charset="0"/>
                        </a:rPr>
                        <a:t>E: V→L5 = 8 x16 </a:t>
                      </a:r>
                      <a:r>
                        <a:rPr lang="en-US" sz="1100" strike="noStrike" dirty="0">
                          <a:latin typeface="Garamond" panose="02020404030301010803" pitchFamily="18" charset="0"/>
                          <a:sym typeface="Wingdings" panose="05000000000000000000" pitchFamily="2" charset="2"/>
                        </a:rPr>
                        <a:t>x 32</a:t>
                      </a:r>
                      <a:endParaRPr lang="en-US" sz="1100" strike="noStrike" dirty="0">
                        <a:latin typeface="Garamond" panose="02020404030301010803" pitchFamily="18" charset="0"/>
                      </a:endParaRPr>
                    </a:p>
                    <a:p>
                      <a:r>
                        <a:rPr lang="en-US" sz="1100" strike="noStrike" dirty="0">
                          <a:latin typeface="Garamond" panose="02020404030301010803" pitchFamily="18" charset="0"/>
                        </a:rPr>
                        <a:t>F: V→L6 = 8 x32 x 32</a:t>
                      </a:r>
                    </a:p>
                    <a:p>
                      <a:r>
                        <a:rPr lang="en-US" sz="1100" strike="noStrike" dirty="0">
                          <a:latin typeface="Garamond" panose="02020404030301010803" pitchFamily="18" charset="0"/>
                        </a:rPr>
                        <a:t>G: V→L7 = 8x 64 </a:t>
                      </a:r>
                      <a:r>
                        <a:rPr lang="en-US" sz="1100" strike="noStrike" dirty="0">
                          <a:latin typeface="Garamond" panose="02020404030301010803" pitchFamily="18" charset="0"/>
                          <a:sym typeface="Wingdings" panose="05000000000000000000" pitchFamily="2" charset="2"/>
                        </a:rPr>
                        <a:t>x 32</a:t>
                      </a:r>
                      <a:endParaRPr lang="en-US" sz="1100" strike="noStrike" dirty="0">
                        <a:latin typeface="Garamond" panose="02020404030301010803" pitchFamily="18" charset="0"/>
                      </a:endParaRPr>
                    </a:p>
                    <a:p>
                      <a:r>
                        <a:rPr lang="en-US" sz="1100" strike="noStrike" dirty="0">
                          <a:latin typeface="Garamond" panose="02020404030301010803" pitchFamily="18" charset="0"/>
                        </a:rPr>
                        <a:t>H: V→L8=8 x128 </a:t>
                      </a:r>
                      <a:r>
                        <a:rPr lang="en-US" sz="1100" strike="noStrike" dirty="0">
                          <a:latin typeface="Garamond" panose="02020404030301010803" pitchFamily="18" charset="0"/>
                          <a:sym typeface="Wingdings" panose="05000000000000000000" pitchFamily="2" charset="2"/>
                        </a:rPr>
                        <a:t>x 32</a:t>
                      </a:r>
                      <a:endParaRPr lang="en-US" sz="1100" strike="noStrike" dirty="0">
                        <a:latin typeface="Garamond" panose="02020404030301010803" pitchFamily="18" charset="0"/>
                      </a:endParaRPr>
                    </a:p>
                  </a:txBody>
                  <a:tcPr/>
                </a:tc>
                <a:tc>
                  <a:txBody>
                    <a:bodyPr/>
                    <a:lstStyle/>
                    <a:p>
                      <a:r>
                        <a:rPr lang="en-US" sz="1100" dirty="0">
                          <a:latin typeface="Garamond" panose="02020404030301010803" pitchFamily="18" charset="0"/>
                        </a:rPr>
                        <a:t>A: V→L1=8x1x4.8=38.4</a:t>
                      </a:r>
                    </a:p>
                    <a:p>
                      <a:r>
                        <a:rPr lang="en-US" sz="1100" dirty="0">
                          <a:latin typeface="Garamond" panose="02020404030301010803" pitchFamily="18" charset="0"/>
                        </a:rPr>
                        <a:t>B: V→L2=8x2</a:t>
                      </a:r>
                      <a:r>
                        <a:rPr lang="en-US" sz="1100" dirty="0">
                          <a:latin typeface="Garamond" panose="02020404030301010803" pitchFamily="18" charset="0"/>
                          <a:sym typeface="Wingdings" panose="05000000000000000000" pitchFamily="2" charset="2"/>
                        </a:rPr>
                        <a:t>x4.8=76.8/115.2</a:t>
                      </a:r>
                      <a:endParaRPr lang="en-US" sz="1100" dirty="0">
                        <a:latin typeface="Garamond" panose="02020404030301010803" pitchFamily="18" charset="0"/>
                      </a:endParaRPr>
                    </a:p>
                    <a:p>
                      <a:r>
                        <a:rPr lang="en-US" sz="1100" dirty="0">
                          <a:latin typeface="Garamond" panose="02020404030301010803" pitchFamily="18" charset="0"/>
                        </a:rPr>
                        <a:t>C: V→L3=8x4</a:t>
                      </a:r>
                      <a:r>
                        <a:rPr lang="en-US" sz="1100" dirty="0">
                          <a:latin typeface="Garamond" panose="02020404030301010803" pitchFamily="18" charset="0"/>
                          <a:sym typeface="Wingdings" panose="05000000000000000000" pitchFamily="2" charset="2"/>
                        </a:rPr>
                        <a:t>x4.8=153.6/268.8</a:t>
                      </a:r>
                      <a:endParaRPr lang="en-US" sz="1100" dirty="0">
                        <a:latin typeface="Garamond" panose="02020404030301010803" pitchFamily="18" charset="0"/>
                      </a:endParaRPr>
                    </a:p>
                    <a:p>
                      <a:r>
                        <a:rPr lang="en-US" sz="1100" dirty="0">
                          <a:latin typeface="Garamond" panose="02020404030301010803" pitchFamily="18" charset="0"/>
                        </a:rPr>
                        <a:t>D:V→L4=8x8</a:t>
                      </a:r>
                      <a:r>
                        <a:rPr lang="en-US" sz="1100" dirty="0">
                          <a:latin typeface="Garamond" panose="02020404030301010803" pitchFamily="18" charset="0"/>
                          <a:sym typeface="Wingdings" panose="05000000000000000000" pitchFamily="2" charset="2"/>
                        </a:rPr>
                        <a:t>x4.8=307.2/576</a:t>
                      </a:r>
                      <a:endParaRPr lang="en-US" sz="1100" dirty="0">
                        <a:latin typeface="Garamond" panose="02020404030301010803" pitchFamily="18" charset="0"/>
                      </a:endParaRPr>
                    </a:p>
                    <a:p>
                      <a:r>
                        <a:rPr lang="en-US" sz="1100" dirty="0">
                          <a:latin typeface="Garamond" panose="02020404030301010803" pitchFamily="18" charset="0"/>
                        </a:rPr>
                        <a:t>E:V→L5=8x16</a:t>
                      </a:r>
                      <a:r>
                        <a:rPr lang="en-US" sz="1100" dirty="0">
                          <a:latin typeface="Garamond" panose="02020404030301010803" pitchFamily="18" charset="0"/>
                          <a:sym typeface="Wingdings" panose="05000000000000000000" pitchFamily="2" charset="2"/>
                        </a:rPr>
                        <a:t>x4.8=614.4/1190.4</a:t>
                      </a:r>
                      <a:endParaRPr lang="en-US" sz="1100" dirty="0">
                        <a:latin typeface="Garamond" panose="02020404030301010803" pitchFamily="18" charset="0"/>
                      </a:endParaRPr>
                    </a:p>
                    <a:p>
                      <a:r>
                        <a:rPr lang="en-US" sz="1100" dirty="0">
                          <a:latin typeface="Garamond" panose="02020404030301010803" pitchFamily="18" charset="0"/>
                        </a:rPr>
                        <a:t>F:V→L6=8x32x4.8=1228.8/2419.2</a:t>
                      </a:r>
                    </a:p>
                    <a:p>
                      <a:r>
                        <a:rPr lang="en-US" sz="1100" dirty="0">
                          <a:latin typeface="Garamond" panose="02020404030301010803" pitchFamily="18" charset="0"/>
                        </a:rPr>
                        <a:t>G:V→L7=8x64</a:t>
                      </a:r>
                      <a:r>
                        <a:rPr lang="en-US" sz="1100" dirty="0">
                          <a:latin typeface="Garamond" panose="02020404030301010803" pitchFamily="18" charset="0"/>
                          <a:sym typeface="Wingdings" panose="05000000000000000000" pitchFamily="2" charset="2"/>
                        </a:rPr>
                        <a:t>x4.8=2457.6/4876.8</a:t>
                      </a:r>
                      <a:endParaRPr lang="en-US" sz="1100" dirty="0">
                        <a:latin typeface="Garamond" panose="02020404030301010803" pitchFamily="18" charset="0"/>
                      </a:endParaRPr>
                    </a:p>
                    <a:p>
                      <a:r>
                        <a:rPr lang="en-US" sz="1100" dirty="0">
                          <a:latin typeface="Garamond" panose="02020404030301010803" pitchFamily="18" charset="0"/>
                        </a:rPr>
                        <a:t>H:V→L8=8x128</a:t>
                      </a:r>
                      <a:r>
                        <a:rPr lang="en-US" sz="1100" dirty="0">
                          <a:latin typeface="Garamond" panose="02020404030301010803" pitchFamily="18" charset="0"/>
                          <a:sym typeface="Wingdings" panose="05000000000000000000" pitchFamily="2" charset="2"/>
                        </a:rPr>
                        <a:t>x4.8=4915.2/9792</a:t>
                      </a:r>
                      <a:endParaRPr lang="en-US" sz="1100" dirty="0">
                        <a:latin typeface="Garamond" panose="02020404030301010803" pitchFamily="18" charset="0"/>
                      </a:endParaRPr>
                    </a:p>
                  </a:txBody>
                  <a:tcPr/>
                </a:tc>
                <a:tc>
                  <a:txBody>
                    <a:bodyPr/>
                    <a:lstStyle/>
                    <a:p>
                      <a:r>
                        <a:rPr lang="en-US" sz="1100" dirty="0">
                          <a:latin typeface="Garamond" panose="02020404030301010803" pitchFamily="18" charset="0"/>
                        </a:rPr>
                        <a:t>A: V→L1=8x1x4.8=38.4</a:t>
                      </a:r>
                    </a:p>
                    <a:p>
                      <a:r>
                        <a:rPr lang="en-US" sz="1100" dirty="0">
                          <a:latin typeface="Garamond" panose="02020404030301010803" pitchFamily="18" charset="0"/>
                        </a:rPr>
                        <a:t>B: V→L2=8x2</a:t>
                      </a:r>
                      <a:r>
                        <a:rPr lang="en-US" sz="1100" dirty="0">
                          <a:latin typeface="Garamond" panose="02020404030301010803" pitchFamily="18" charset="0"/>
                          <a:sym typeface="Wingdings" panose="05000000000000000000" pitchFamily="2" charset="2"/>
                        </a:rPr>
                        <a:t>x4.8=76.8/115.2</a:t>
                      </a:r>
                      <a:endParaRPr lang="en-US" sz="1100" dirty="0">
                        <a:latin typeface="Garamond" panose="02020404030301010803" pitchFamily="18" charset="0"/>
                      </a:endParaRPr>
                    </a:p>
                    <a:p>
                      <a:r>
                        <a:rPr lang="en-US" sz="1100" dirty="0">
                          <a:latin typeface="Garamond" panose="02020404030301010803" pitchFamily="18" charset="0"/>
                        </a:rPr>
                        <a:t>C: V→L3=8x4</a:t>
                      </a:r>
                      <a:r>
                        <a:rPr lang="en-US" sz="1100" dirty="0">
                          <a:latin typeface="Garamond" panose="02020404030301010803" pitchFamily="18" charset="0"/>
                          <a:sym typeface="Wingdings" panose="05000000000000000000" pitchFamily="2" charset="2"/>
                        </a:rPr>
                        <a:t>x4.8=153.6/268.8</a:t>
                      </a:r>
                      <a:endParaRPr lang="en-US" sz="1100" dirty="0">
                        <a:latin typeface="Garamond" panose="02020404030301010803" pitchFamily="18" charset="0"/>
                      </a:endParaRPr>
                    </a:p>
                    <a:p>
                      <a:r>
                        <a:rPr lang="en-US" sz="1100" dirty="0">
                          <a:latin typeface="Garamond" panose="02020404030301010803" pitchFamily="18" charset="0"/>
                        </a:rPr>
                        <a:t>D:V→L4=8x8</a:t>
                      </a:r>
                      <a:r>
                        <a:rPr lang="en-US" sz="1100" dirty="0">
                          <a:latin typeface="Garamond" panose="02020404030301010803" pitchFamily="18" charset="0"/>
                          <a:sym typeface="Wingdings" panose="05000000000000000000" pitchFamily="2" charset="2"/>
                        </a:rPr>
                        <a:t>x4.8=307.2/576</a:t>
                      </a:r>
                      <a:endParaRPr lang="en-US" sz="1100" dirty="0">
                        <a:latin typeface="Garamond" panose="02020404030301010803" pitchFamily="18" charset="0"/>
                      </a:endParaRPr>
                    </a:p>
                    <a:p>
                      <a:r>
                        <a:rPr lang="en-US" sz="1100" dirty="0">
                          <a:latin typeface="Garamond" panose="02020404030301010803" pitchFamily="18" charset="0"/>
                        </a:rPr>
                        <a:t>E:V→</a:t>
                      </a:r>
                      <a:r>
                        <a:rPr lang="en-US" sz="1000" dirty="0">
                          <a:latin typeface="Garamond" panose="02020404030301010803" pitchFamily="18" charset="0"/>
                        </a:rPr>
                        <a:t>L5=8x16</a:t>
                      </a:r>
                      <a:r>
                        <a:rPr lang="en-US" sz="1000" dirty="0">
                          <a:latin typeface="Garamond" panose="02020404030301010803" pitchFamily="18" charset="0"/>
                          <a:sym typeface="Wingdings" panose="05000000000000000000" pitchFamily="2" charset="2"/>
                        </a:rPr>
                        <a:t>x4.8=614.4/1190.4</a:t>
                      </a:r>
                      <a:endParaRPr lang="en-US" sz="1000" dirty="0">
                        <a:latin typeface="Garamond" panose="02020404030301010803" pitchFamily="18" charset="0"/>
                      </a:endParaRPr>
                    </a:p>
                    <a:p>
                      <a:r>
                        <a:rPr lang="en-US" sz="1100" dirty="0">
                          <a:latin typeface="Garamond" panose="02020404030301010803" pitchFamily="18" charset="0"/>
                        </a:rPr>
                        <a:t>F:V→</a:t>
                      </a:r>
                      <a:r>
                        <a:rPr lang="en-US" sz="1000" dirty="0">
                          <a:latin typeface="Garamond" panose="02020404030301010803" pitchFamily="18" charset="0"/>
                        </a:rPr>
                        <a:t>L6=8x32x4.8=1228.8/2419.2</a:t>
                      </a:r>
                    </a:p>
                    <a:p>
                      <a:r>
                        <a:rPr lang="en-US" sz="1100" dirty="0">
                          <a:latin typeface="Garamond" panose="02020404030301010803" pitchFamily="18" charset="0"/>
                        </a:rPr>
                        <a:t>G:</a:t>
                      </a:r>
                      <a:r>
                        <a:rPr lang="en-US" sz="1000" dirty="0">
                          <a:latin typeface="Garamond" panose="02020404030301010803" pitchFamily="18" charset="0"/>
                        </a:rPr>
                        <a:t>V→L7=8x64</a:t>
                      </a:r>
                      <a:r>
                        <a:rPr lang="en-US" sz="1000" dirty="0">
                          <a:latin typeface="Garamond" panose="02020404030301010803" pitchFamily="18" charset="0"/>
                          <a:sym typeface="Wingdings" panose="05000000000000000000" pitchFamily="2" charset="2"/>
                        </a:rPr>
                        <a:t>x4.8=2457.6/4876.8</a:t>
                      </a:r>
                      <a:endParaRPr lang="en-US" sz="1000" dirty="0">
                        <a:latin typeface="Garamond" panose="02020404030301010803" pitchFamily="18" charset="0"/>
                      </a:endParaRPr>
                    </a:p>
                    <a:p>
                      <a:r>
                        <a:rPr lang="en-US" sz="1100" dirty="0">
                          <a:latin typeface="Garamond" panose="02020404030301010803" pitchFamily="18" charset="0"/>
                        </a:rPr>
                        <a:t>H:</a:t>
                      </a:r>
                      <a:r>
                        <a:rPr lang="en-US" sz="1000" dirty="0">
                          <a:latin typeface="Garamond" panose="02020404030301010803" pitchFamily="18" charset="0"/>
                        </a:rPr>
                        <a:t>V→L8=8x128</a:t>
                      </a:r>
                      <a:r>
                        <a:rPr lang="en-US" sz="1000" dirty="0">
                          <a:latin typeface="Garamond" panose="02020404030301010803" pitchFamily="18" charset="0"/>
                          <a:sym typeface="Wingdings" panose="05000000000000000000" pitchFamily="2" charset="2"/>
                        </a:rPr>
                        <a:t>x4.8=4915.2/9792</a:t>
                      </a:r>
                      <a:endParaRPr lang="en-US" sz="1000" dirty="0">
                        <a:latin typeface="Garamond" panose="02020404030301010803" pitchFamily="18" charset="0"/>
                      </a:endParaRPr>
                    </a:p>
                  </a:txBody>
                  <a:tcPr/>
                </a:tc>
                <a:tc>
                  <a:txBody>
                    <a:bodyPr/>
                    <a:lstStyle/>
                    <a:p>
                      <a:r>
                        <a:rPr lang="en-US" sz="1000" dirty="0">
                          <a:latin typeface="Garamond" panose="02020404030301010803" pitchFamily="18" charset="0"/>
                        </a:rPr>
                        <a:t>Qualification</a:t>
                      </a:r>
                      <a:r>
                        <a:rPr lang="en-US" sz="1000" dirty="0">
                          <a:latin typeface="Garamond" panose="02020404030301010803" pitchFamily="18" charset="0"/>
                          <a:sym typeface="Wingdings" panose="05000000000000000000" pitchFamily="2" charset="2"/>
                        </a:rPr>
                        <a:t> PGSV = 10,000 CV</a:t>
                      </a:r>
                      <a:endParaRPr lang="en-US" sz="1000" dirty="0">
                        <a:latin typeface="Garamond" panose="02020404030301010803" pitchFamily="18" charset="0"/>
                      </a:endParaRPr>
                    </a:p>
                    <a:p>
                      <a:r>
                        <a:rPr lang="en-US" sz="1000" dirty="0">
                          <a:latin typeface="Garamond" panose="02020404030301010803" pitchFamily="18" charset="0"/>
                        </a:rPr>
                        <a:t>For CTS calculation, need to find out RGSV first when there is break away PGSV 10000 achieved by downline. Therefore CTS = EGSV + Breakaway volume 10,000 CV.</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Garamond" panose="02020404030301010803" pitchFamily="18" charset="0"/>
                        </a:rPr>
                        <a:t>CTS = 24,480 ÷ Summation of every individual Frontier’s CTS Pool x </a:t>
                      </a:r>
                    </a:p>
                  </a:txBody>
                  <a:tcPr/>
                </a:tc>
                <a:tc>
                  <a:txBody>
                    <a:bodyPr/>
                    <a:lstStyle/>
                    <a:p>
                      <a:r>
                        <a:rPr lang="en-US" sz="1100" dirty="0">
                          <a:latin typeface="Garamond" panose="02020404030301010803" pitchFamily="18" charset="0"/>
                        </a:rPr>
                        <a:t>GP is given to the 5 placement uplines who are above the V ACCOUNT OF THE member in Plan A when the member is purchasing a product at Plan B.</a:t>
                      </a:r>
                    </a:p>
                  </a:txBody>
                  <a:tcPr/>
                </a:tc>
                <a:extLst>
                  <a:ext uri="{0D108BD9-81ED-4DB2-BD59-A6C34878D82A}">
                    <a16:rowId xmlns:a16="http://schemas.microsoft.com/office/drawing/2014/main" val="1045630114"/>
                  </a:ext>
                </a:extLst>
              </a:tr>
              <a:tr h="366197">
                <a:tc>
                  <a:txBody>
                    <a:bodyPr/>
                    <a:lstStyle/>
                    <a:p>
                      <a:r>
                        <a:rPr lang="en-US" sz="1200" dirty="0">
                          <a:latin typeface="Garamond" panose="02020404030301010803" pitchFamily="18" charset="0"/>
                        </a:rPr>
                        <a:t>Referral Fee = 64</a:t>
                      </a:r>
                    </a:p>
                  </a:txBody>
                  <a:tcPr/>
                </a:tc>
                <a:tc>
                  <a:txBody>
                    <a:bodyPr/>
                    <a:lstStyle/>
                    <a:p>
                      <a:r>
                        <a:rPr lang="en-US" sz="1000" dirty="0">
                          <a:latin typeface="Garamond" panose="02020404030301010803" pitchFamily="18" charset="0"/>
                        </a:rPr>
                        <a:t>8 x 255 x 32 = RM65,280.00</a:t>
                      </a:r>
                    </a:p>
                  </a:txBody>
                  <a:tcPr/>
                </a:tc>
                <a:tc>
                  <a:txBody>
                    <a:bodyPr/>
                    <a:lstStyle/>
                    <a:p>
                      <a:r>
                        <a:rPr lang="en-US" sz="1200" dirty="0">
                          <a:latin typeface="Garamond" panose="02020404030301010803" pitchFamily="18" charset="0"/>
                        </a:rPr>
                        <a:t>L1 = 8 x 255 x 4.8 = RM9,792</a:t>
                      </a:r>
                    </a:p>
                  </a:txBody>
                  <a:tcPr/>
                </a:tc>
                <a:tc>
                  <a:txBody>
                    <a:bodyPr/>
                    <a:lstStyle/>
                    <a:p>
                      <a:r>
                        <a:rPr lang="en-US" sz="1200" dirty="0">
                          <a:latin typeface="Garamond" panose="02020404030301010803" pitchFamily="18" charset="0"/>
                        </a:rPr>
                        <a:t>Total = 8 x 255x4.8 = RM9,792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Total = 8 x 255x12 = RM24,480</a:t>
                      </a:r>
                    </a:p>
                  </a:txBody>
                  <a:tcPr/>
                </a:tc>
                <a:tc>
                  <a:txBody>
                    <a:bodyPr/>
                    <a:lstStyle/>
                    <a:p>
                      <a:endParaRPr lang="en-US" sz="1200" dirty="0">
                        <a:latin typeface="Garamond" panose="02020404030301010803" pitchFamily="18" charset="0"/>
                      </a:endParaRPr>
                    </a:p>
                  </a:txBody>
                  <a:tcPr/>
                </a:tc>
                <a:extLst>
                  <a:ext uri="{0D108BD9-81ED-4DB2-BD59-A6C34878D82A}">
                    <a16:rowId xmlns:a16="http://schemas.microsoft.com/office/drawing/2014/main" val="4091494062"/>
                  </a:ext>
                </a:extLst>
              </a:tr>
            </a:tbl>
          </a:graphicData>
        </a:graphic>
      </p:graphicFrame>
      <p:graphicFrame>
        <p:nvGraphicFramePr>
          <p:cNvPr id="7" name="Table 6">
            <a:extLst>
              <a:ext uri="{FF2B5EF4-FFF2-40B4-BE49-F238E27FC236}">
                <a16:creationId xmlns:a16="http://schemas.microsoft.com/office/drawing/2014/main" id="{0F19E1AF-3CE7-46FF-37CA-44636B68E383}"/>
              </a:ext>
            </a:extLst>
          </p:cNvPr>
          <p:cNvGraphicFramePr>
            <a:graphicFrameLocks noGrp="1"/>
          </p:cNvGraphicFramePr>
          <p:nvPr>
            <p:extLst>
              <p:ext uri="{D42A27DB-BD31-4B8C-83A1-F6EECF244321}">
                <p14:modId xmlns:p14="http://schemas.microsoft.com/office/powerpoint/2010/main" val="2135270779"/>
              </p:ext>
            </p:extLst>
          </p:nvPr>
        </p:nvGraphicFramePr>
        <p:xfrm>
          <a:off x="128016" y="3429000"/>
          <a:ext cx="11676888" cy="3380232"/>
        </p:xfrm>
        <a:graphic>
          <a:graphicData uri="http://schemas.openxmlformats.org/drawingml/2006/table">
            <a:tbl>
              <a:tblPr firstRow="1" bandRow="1">
                <a:tableStyleId>{5C22544A-7EE6-4342-B048-85BDC9FD1C3A}</a:tableStyleId>
              </a:tblPr>
              <a:tblGrid>
                <a:gridCol w="1444226">
                  <a:extLst>
                    <a:ext uri="{9D8B030D-6E8A-4147-A177-3AD203B41FA5}">
                      <a16:colId xmlns:a16="http://schemas.microsoft.com/office/drawing/2014/main" val="2101994021"/>
                    </a:ext>
                  </a:extLst>
                </a:gridCol>
                <a:gridCol w="1474996">
                  <a:extLst>
                    <a:ext uri="{9D8B030D-6E8A-4147-A177-3AD203B41FA5}">
                      <a16:colId xmlns:a16="http://schemas.microsoft.com/office/drawing/2014/main" val="3889373554"/>
                    </a:ext>
                  </a:extLst>
                </a:gridCol>
                <a:gridCol w="322919">
                  <a:extLst>
                    <a:ext uri="{9D8B030D-6E8A-4147-A177-3AD203B41FA5}">
                      <a16:colId xmlns:a16="http://schemas.microsoft.com/office/drawing/2014/main" val="3850221153"/>
                    </a:ext>
                  </a:extLst>
                </a:gridCol>
                <a:gridCol w="2344843">
                  <a:extLst>
                    <a:ext uri="{9D8B030D-6E8A-4147-A177-3AD203B41FA5}">
                      <a16:colId xmlns:a16="http://schemas.microsoft.com/office/drawing/2014/main" val="1680324762"/>
                    </a:ext>
                  </a:extLst>
                </a:gridCol>
                <a:gridCol w="251460">
                  <a:extLst>
                    <a:ext uri="{9D8B030D-6E8A-4147-A177-3AD203B41FA5}">
                      <a16:colId xmlns:a16="http://schemas.microsoft.com/office/drawing/2014/main" val="1568456905"/>
                    </a:ext>
                  </a:extLst>
                </a:gridCol>
                <a:gridCol w="2281428">
                  <a:extLst>
                    <a:ext uri="{9D8B030D-6E8A-4147-A177-3AD203B41FA5}">
                      <a16:colId xmlns:a16="http://schemas.microsoft.com/office/drawing/2014/main" val="3511719229"/>
                    </a:ext>
                  </a:extLst>
                </a:gridCol>
                <a:gridCol w="637794">
                  <a:extLst>
                    <a:ext uri="{9D8B030D-6E8A-4147-A177-3AD203B41FA5}">
                      <a16:colId xmlns:a16="http://schemas.microsoft.com/office/drawing/2014/main" val="386743585"/>
                    </a:ext>
                  </a:extLst>
                </a:gridCol>
                <a:gridCol w="1885950">
                  <a:extLst>
                    <a:ext uri="{9D8B030D-6E8A-4147-A177-3AD203B41FA5}">
                      <a16:colId xmlns:a16="http://schemas.microsoft.com/office/drawing/2014/main" val="2290325412"/>
                    </a:ext>
                  </a:extLst>
                </a:gridCol>
                <a:gridCol w="1033272">
                  <a:extLst>
                    <a:ext uri="{9D8B030D-6E8A-4147-A177-3AD203B41FA5}">
                      <a16:colId xmlns:a16="http://schemas.microsoft.com/office/drawing/2014/main" val="1458751874"/>
                    </a:ext>
                  </a:extLst>
                </a:gridCol>
              </a:tblGrid>
              <a:tr h="185420">
                <a:tc gridSpan="2">
                  <a:txBody>
                    <a:bodyPr/>
                    <a:lstStyle/>
                    <a:p>
                      <a:pPr algn="ctr"/>
                      <a:r>
                        <a:rPr lang="en-US" sz="1800" b="0" baseline="0" dirty="0"/>
                        <a:t>V1</a:t>
                      </a:r>
                      <a:r>
                        <a:rPr lang="en-US" sz="1200" b="0" baseline="0" dirty="0"/>
                        <a:t> </a:t>
                      </a:r>
                      <a:r>
                        <a:rPr lang="en-US" sz="1800" b="1" baseline="0" dirty="0">
                          <a:latin typeface="Garamond" panose="02020404030301010803" pitchFamily="18" charset="0"/>
                        </a:rPr>
                        <a:t>=</a:t>
                      </a:r>
                      <a:r>
                        <a:rPr lang="en-US" sz="1200" b="0" baseline="0" dirty="0"/>
                        <a:t> </a:t>
                      </a:r>
                      <a:r>
                        <a:rPr lang="en-US" sz="1800" baseline="0" dirty="0">
                          <a:latin typeface="Garamond" panose="02020404030301010803" pitchFamily="18" charset="0"/>
                        </a:rPr>
                        <a:t>4</a:t>
                      </a:r>
                      <a:r>
                        <a:rPr lang="en-US" sz="1800" dirty="0">
                          <a:latin typeface="Garamond" panose="02020404030301010803" pitchFamily="18" charset="0"/>
                        </a:rPr>
                        <a:t>0 CV</a:t>
                      </a:r>
                    </a:p>
                  </a:txBody>
                  <a:tcPr/>
                </a:tc>
                <a:tc hMerge="1">
                  <a:txBody>
                    <a:bodyPr/>
                    <a:lstStyle/>
                    <a:p>
                      <a:endParaRPr 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baseline="0" dirty="0"/>
                        <a:t>V2</a:t>
                      </a:r>
                      <a:r>
                        <a:rPr lang="en-US" sz="1200" b="0" baseline="0" dirty="0"/>
                        <a:t> </a:t>
                      </a:r>
                      <a:r>
                        <a:rPr lang="en-US" sz="1800" b="1" baseline="0" dirty="0">
                          <a:latin typeface="Garamond" panose="02020404030301010803" pitchFamily="18" charset="0"/>
                        </a:rPr>
                        <a:t>=</a:t>
                      </a:r>
                      <a:r>
                        <a:rPr lang="en-US" sz="1200" b="0" baseline="0" dirty="0"/>
                        <a:t> </a:t>
                      </a:r>
                      <a:r>
                        <a:rPr lang="en-US" sz="1800" baseline="0" dirty="0">
                          <a:latin typeface="Garamond" panose="02020404030301010803" pitchFamily="18" charset="0"/>
                        </a:rPr>
                        <a:t>4</a:t>
                      </a:r>
                      <a:r>
                        <a:rPr lang="en-US" sz="1800" dirty="0">
                          <a:latin typeface="Garamond" panose="02020404030301010803" pitchFamily="18" charset="0"/>
                        </a:rPr>
                        <a:t>0 CV</a:t>
                      </a:r>
                    </a:p>
                  </a:txBody>
                  <a:tcPr/>
                </a:tc>
                <a:tc hMerge="1">
                  <a:txBody>
                    <a:bodyPr/>
                    <a:lstStyle/>
                    <a:p>
                      <a:endParaRPr lang="en-US" dirty="0"/>
                    </a:p>
                  </a:txBody>
                  <a:tcPr/>
                </a:tc>
                <a:tc hMerge="1">
                  <a:txBody>
                    <a:bodyPr/>
                    <a:lstStyle/>
                    <a:p>
                      <a:endParaRPr lang="en-US"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baseline="0" dirty="0"/>
                        <a:t>V3</a:t>
                      </a:r>
                      <a:r>
                        <a:rPr lang="en-US" sz="1200" b="0" baseline="0" dirty="0"/>
                        <a:t> </a:t>
                      </a:r>
                      <a:r>
                        <a:rPr lang="en-US" sz="1800" b="1" baseline="0" dirty="0">
                          <a:latin typeface="Garamond" panose="02020404030301010803" pitchFamily="18" charset="0"/>
                        </a:rPr>
                        <a:t>=</a:t>
                      </a:r>
                      <a:r>
                        <a:rPr lang="en-US" sz="1200" b="0" baseline="0" dirty="0"/>
                        <a:t> </a:t>
                      </a:r>
                      <a:r>
                        <a:rPr lang="en-US" sz="1800" b="0" baseline="0" dirty="0">
                          <a:latin typeface="Garamond" panose="02020404030301010803" pitchFamily="18" charset="0"/>
                        </a:rPr>
                        <a:t>2</a:t>
                      </a:r>
                      <a:r>
                        <a:rPr lang="en-US" sz="1800" dirty="0">
                          <a:latin typeface="Garamond" panose="02020404030301010803" pitchFamily="18" charset="0"/>
                        </a:rPr>
                        <a:t>0 CV</a:t>
                      </a:r>
                    </a:p>
                  </a:txBody>
                  <a:tcPr/>
                </a:tc>
                <a:tc hMerge="1">
                  <a:txBody>
                    <a:bodyPr/>
                    <a:lstStyle/>
                    <a:p>
                      <a:endParaRPr lang="en-US" sz="1400"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baseline="0" dirty="0"/>
                        <a:t>V4</a:t>
                      </a:r>
                      <a:r>
                        <a:rPr lang="en-US" sz="1200" b="0" baseline="0" dirty="0"/>
                        <a:t> </a:t>
                      </a:r>
                      <a:r>
                        <a:rPr lang="en-US" sz="1800" b="1" baseline="0" dirty="0">
                          <a:latin typeface="Garamond" panose="02020404030301010803" pitchFamily="18" charset="0"/>
                        </a:rPr>
                        <a:t>=</a:t>
                      </a:r>
                      <a:r>
                        <a:rPr lang="en-US" sz="1200" b="0" baseline="0" dirty="0"/>
                        <a:t> </a:t>
                      </a:r>
                      <a:r>
                        <a:rPr lang="en-US" sz="1800" b="0" baseline="0" dirty="0">
                          <a:latin typeface="Garamond" panose="02020404030301010803" pitchFamily="18" charset="0"/>
                        </a:rPr>
                        <a:t>Remaining</a:t>
                      </a:r>
                      <a:r>
                        <a:rPr lang="en-US" sz="1800" dirty="0">
                          <a:latin typeface="Garamond" panose="02020404030301010803" pitchFamily="18" charset="0"/>
                        </a:rPr>
                        <a:t> CV</a:t>
                      </a:r>
                    </a:p>
                  </a:txBody>
                  <a:tcPr/>
                </a:tc>
                <a:tc hMerge="1">
                  <a:txBody>
                    <a:bodyPr/>
                    <a:lstStyle/>
                    <a:p>
                      <a:endParaRPr lang="en-US"/>
                    </a:p>
                  </a:txBody>
                  <a:tcPr/>
                </a:tc>
                <a:extLst>
                  <a:ext uri="{0D108BD9-81ED-4DB2-BD59-A6C34878D82A}">
                    <a16:rowId xmlns:a16="http://schemas.microsoft.com/office/drawing/2014/main" val="773066600"/>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strike="noStrike" dirty="0">
                          <a:latin typeface="Garamond" panose="02020404030301010803" pitchFamily="18" charset="0"/>
                        </a:rPr>
                        <a:t>MRF=10%x40CV = 4</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strike="noStrike" dirty="0">
                          <a:latin typeface="+mn-lt"/>
                        </a:rPr>
                        <a:t>DFI </a:t>
                      </a:r>
                      <a:r>
                        <a:rPr lang="en-US" sz="1100" strike="noStrike" dirty="0">
                          <a:latin typeface="Garamond" panose="02020404030301010803" pitchFamily="18" charset="0"/>
                        </a:rPr>
                        <a:t>= 40% x 40 CV = 16</a:t>
                      </a:r>
                    </a:p>
                  </a:txBody>
                  <a:tcPr/>
                </a:tc>
                <a:tc h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LB </a:t>
                      </a:r>
                      <a:r>
                        <a:rPr lang="en-US" sz="1400" dirty="0">
                          <a:latin typeface="Garamond" panose="02020404030301010803" pitchFamily="18" charset="0"/>
                        </a:rPr>
                        <a:t>= 6% x 40 CV = 2.4</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BB </a:t>
                      </a:r>
                      <a:r>
                        <a:rPr lang="en-US" sz="1400" dirty="0">
                          <a:latin typeface="Garamond" panose="02020404030301010803" pitchFamily="18" charset="0"/>
                        </a:rPr>
                        <a:t>= 6% x 20 CV = 1.2</a:t>
                      </a:r>
                      <a:endParaRPr lang="en-US" sz="1400" dirty="0"/>
                    </a:p>
                  </a:txBody>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CTS</a:t>
                      </a:r>
                      <a:r>
                        <a:rPr lang="en-US" sz="1800" dirty="0">
                          <a:latin typeface="Garamond" panose="02020404030301010803" pitchFamily="18" charset="0"/>
                        </a:rPr>
                        <a:t> </a:t>
                      </a:r>
                      <a:r>
                        <a:rPr lang="en-US" sz="1400" dirty="0">
                          <a:latin typeface="Garamond" panose="02020404030301010803" pitchFamily="18" charset="0"/>
                        </a:rPr>
                        <a:t>= 15% x 40 CV = 6</a:t>
                      </a:r>
                      <a:endParaRPr lang="en-US" sz="1800" dirty="0">
                        <a:latin typeface="Garamond" panose="02020404030301010803" pitchFamily="18" charset="0"/>
                      </a:endParaRPr>
                    </a:p>
                  </a:txBody>
                  <a:tcPr/>
                </a:tc>
                <a:tc h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latin typeface="Garamond" panose="02020404030301010803" pitchFamily="18" charset="0"/>
                        </a:rPr>
                        <a:t>PAGP</a:t>
                      </a:r>
                    </a:p>
                  </a:txBody>
                  <a:tcPr/>
                </a:tc>
                <a:extLst>
                  <a:ext uri="{0D108BD9-81ED-4DB2-BD59-A6C34878D82A}">
                    <a16:rowId xmlns:a16="http://schemas.microsoft.com/office/drawing/2014/main" val="1486636989"/>
                  </a:ext>
                </a:extLst>
              </a:tr>
              <a:tr h="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Guaranteed income earned by the Direct Sponsor</a:t>
                      </a:r>
                    </a:p>
                  </a:txBody>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strike="noStrike" dirty="0">
                          <a:latin typeface="Garamond" panose="02020404030301010803" pitchFamily="18" charset="0"/>
                        </a:rPr>
                        <a:t>Guaranteed and Exclusive Income for Qualified Frontier Partner only.</a:t>
                      </a:r>
                    </a:p>
                  </a:txBody>
                  <a:tcPr/>
                </a:tc>
                <a:tc hMerge="1">
                  <a:txBody>
                    <a:bodyPr/>
                    <a:lstStyle/>
                    <a:p>
                      <a:endParaRPr lang="en-US"/>
                    </a:p>
                  </a:txBody>
                  <a:tcPr/>
                </a:tc>
                <a:tc>
                  <a:txBody>
                    <a:bodyPr/>
                    <a:lstStyle/>
                    <a:p>
                      <a:pPr algn="just"/>
                      <a:endParaRPr lang="en-US" sz="1400" dirty="0"/>
                    </a:p>
                  </a:txBody>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Building Bonus is paid to Frontier or Team Leader until infinitive levels unless it is blocked by another active Frontier or Team Leader (Maintain PPV 80CV &amp; PGSV </a:t>
                      </a:r>
                      <a:r>
                        <a:rPr lang="en-US" sz="1100" dirty="0">
                          <a:solidFill>
                            <a:srgbClr val="FF0000"/>
                          </a:solidFill>
                          <a:latin typeface="Garamond" panose="02020404030301010803" pitchFamily="18" charset="0"/>
                        </a:rPr>
                        <a:t>5000CV</a:t>
                      </a:r>
                      <a:r>
                        <a:rPr lang="en-US" sz="1100" dirty="0">
                          <a:latin typeface="Garamond" panose="02020404030301010803" pitchFamily="18" charset="0"/>
                        </a:rPr>
                        <a:t>). GB 5% is given.</a:t>
                      </a:r>
                    </a:p>
                  </a:txBody>
                  <a:tcPr/>
                </a:tc>
                <a:tc hMerge="1">
                  <a:txBody>
                    <a:bodyPr/>
                    <a:lstStyle/>
                    <a:p>
                      <a:endParaRPr lang="en-US"/>
                    </a:p>
                  </a:txBody>
                  <a:tcPr/>
                </a:tc>
                <a:tc gridSpan="2">
                  <a:txBody>
                    <a:bodyPr/>
                    <a:lstStyle/>
                    <a:p>
                      <a:endParaRPr lang="en-US" sz="1400" dirty="0"/>
                    </a:p>
                  </a:txBody>
                  <a:tcPr/>
                </a:tc>
                <a:tc hMerge="1">
                  <a:txBody>
                    <a:bodyPr/>
                    <a:lstStyle/>
                    <a:p>
                      <a:endParaRPr lang="en-US"/>
                    </a:p>
                  </a:txBody>
                  <a:tcPr/>
                </a:tc>
                <a:tc>
                  <a:txBody>
                    <a:bodyPr/>
                    <a:lstStyle/>
                    <a:p>
                      <a:r>
                        <a:rPr lang="en-US" sz="1100" dirty="0">
                          <a:latin typeface="Garamond" panose="02020404030301010803" pitchFamily="18" charset="0"/>
                        </a:rPr>
                        <a:t>0.8% x 40 CV = 0.32 GP</a:t>
                      </a:r>
                    </a:p>
                  </a:txBody>
                  <a:tcPr/>
                </a:tc>
                <a:extLst>
                  <a:ext uri="{0D108BD9-81ED-4DB2-BD59-A6C34878D82A}">
                    <a16:rowId xmlns:a16="http://schemas.microsoft.com/office/drawing/2014/main" val="3681681622"/>
                  </a:ext>
                </a:extLst>
              </a:tr>
              <a:tr h="190039">
                <a:tc>
                  <a:txBody>
                    <a:bodyPr/>
                    <a:lstStyle/>
                    <a:p>
                      <a:endParaRPr lang="en-US" sz="1100" dirty="0">
                        <a:latin typeface="Garamond" panose="02020404030301010803" pitchFamily="18" charset="0"/>
                      </a:endParaRPr>
                    </a:p>
                  </a:txBody>
                  <a:tcPr/>
                </a:tc>
                <a:tc gridSpan="2">
                  <a:txBody>
                    <a:bodyPr/>
                    <a:lstStyle/>
                    <a:p>
                      <a:r>
                        <a:rPr lang="en-US" sz="1100" dirty="0">
                          <a:solidFill>
                            <a:schemeClr val="tx1"/>
                          </a:solidFill>
                          <a:latin typeface="Garamond" panose="02020404030301010803" pitchFamily="18" charset="0"/>
                        </a:rPr>
                        <a:t>A: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L2 = 8 x 1 x 16</a:t>
                      </a:r>
                    </a:p>
                    <a:p>
                      <a:r>
                        <a:rPr lang="en-US" sz="1100" dirty="0">
                          <a:solidFill>
                            <a:schemeClr val="tx1"/>
                          </a:solidFill>
                          <a:latin typeface="Garamond" panose="02020404030301010803" pitchFamily="18" charset="0"/>
                        </a:rPr>
                        <a:t>B: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L3 = 8 x 2 </a:t>
                      </a:r>
                      <a:r>
                        <a:rPr lang="en-US" sz="1100" dirty="0">
                          <a:solidFill>
                            <a:schemeClr val="tx1"/>
                          </a:solidFill>
                          <a:latin typeface="Garamond" panose="02020404030301010803" pitchFamily="18" charset="0"/>
                          <a:sym typeface="Wingdings" panose="05000000000000000000" pitchFamily="2" charset="2"/>
                        </a:rPr>
                        <a:t>x 16</a:t>
                      </a:r>
                      <a:endParaRPr lang="en-US" sz="1100" dirty="0">
                        <a:solidFill>
                          <a:schemeClr val="tx1"/>
                        </a:solidFill>
                        <a:latin typeface="Garamond" panose="02020404030301010803" pitchFamily="18" charset="0"/>
                      </a:endParaRPr>
                    </a:p>
                    <a:p>
                      <a:r>
                        <a:rPr lang="en-US" sz="1100" dirty="0">
                          <a:solidFill>
                            <a:schemeClr val="tx1"/>
                          </a:solidFill>
                          <a:latin typeface="Garamond" panose="02020404030301010803" pitchFamily="18" charset="0"/>
                        </a:rPr>
                        <a:t>C: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L4 = 8 x 4 </a:t>
                      </a:r>
                      <a:r>
                        <a:rPr lang="en-US" sz="1100" dirty="0">
                          <a:solidFill>
                            <a:schemeClr val="tx1"/>
                          </a:solidFill>
                          <a:latin typeface="Garamond" panose="02020404030301010803" pitchFamily="18" charset="0"/>
                          <a:sym typeface="Wingdings" panose="05000000000000000000" pitchFamily="2" charset="2"/>
                        </a:rPr>
                        <a:t>x 16</a:t>
                      </a:r>
                      <a:endParaRPr lang="en-US" sz="1100" dirty="0">
                        <a:solidFill>
                          <a:schemeClr val="tx1"/>
                        </a:solidFill>
                        <a:latin typeface="Garamond" panose="02020404030301010803" pitchFamily="18" charset="0"/>
                      </a:endParaRPr>
                    </a:p>
                    <a:p>
                      <a:r>
                        <a:rPr lang="en-US" sz="1100" dirty="0">
                          <a:solidFill>
                            <a:schemeClr val="tx1"/>
                          </a:solidFill>
                          <a:latin typeface="Garamond" panose="02020404030301010803" pitchFamily="18" charset="0"/>
                        </a:rPr>
                        <a:t>D: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L5 = 8 x 8 </a:t>
                      </a:r>
                      <a:r>
                        <a:rPr lang="en-US" sz="1100" dirty="0">
                          <a:solidFill>
                            <a:schemeClr val="tx1"/>
                          </a:solidFill>
                          <a:latin typeface="Garamond" panose="02020404030301010803" pitchFamily="18" charset="0"/>
                          <a:sym typeface="Wingdings" panose="05000000000000000000" pitchFamily="2" charset="2"/>
                        </a:rPr>
                        <a:t>x 16</a:t>
                      </a:r>
                      <a:endParaRPr lang="en-US" sz="1100" dirty="0">
                        <a:solidFill>
                          <a:schemeClr val="tx1"/>
                        </a:solidFill>
                        <a:latin typeface="Garamond" panose="02020404030301010803" pitchFamily="18" charset="0"/>
                      </a:endParaRPr>
                    </a:p>
                    <a:p>
                      <a:r>
                        <a:rPr lang="en-US" sz="1100" dirty="0">
                          <a:solidFill>
                            <a:schemeClr val="tx1"/>
                          </a:solidFill>
                          <a:latin typeface="Garamond" panose="02020404030301010803" pitchFamily="18" charset="0"/>
                        </a:rPr>
                        <a:t>E: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L6 = 8 x16 </a:t>
                      </a:r>
                      <a:r>
                        <a:rPr lang="en-US" sz="1100" dirty="0">
                          <a:solidFill>
                            <a:schemeClr val="tx1"/>
                          </a:solidFill>
                          <a:latin typeface="Garamond" panose="02020404030301010803" pitchFamily="18" charset="0"/>
                          <a:sym typeface="Wingdings" panose="05000000000000000000" pitchFamily="2" charset="2"/>
                        </a:rPr>
                        <a:t>x 16</a:t>
                      </a:r>
                      <a:endParaRPr lang="en-US" sz="1100" dirty="0">
                        <a:solidFill>
                          <a:schemeClr val="tx1"/>
                        </a:solidFill>
                        <a:latin typeface="Garamond" panose="02020404030301010803" pitchFamily="18" charset="0"/>
                      </a:endParaRPr>
                    </a:p>
                    <a:p>
                      <a:r>
                        <a:rPr lang="en-US" sz="1100" dirty="0">
                          <a:solidFill>
                            <a:schemeClr val="tx1"/>
                          </a:solidFill>
                          <a:latin typeface="Garamond" panose="02020404030301010803" pitchFamily="18" charset="0"/>
                        </a:rPr>
                        <a:t>F: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L7 = 8 x32x 16</a:t>
                      </a:r>
                    </a:p>
                    <a:p>
                      <a:r>
                        <a:rPr lang="en-US" sz="1100" dirty="0">
                          <a:solidFill>
                            <a:schemeClr val="tx1"/>
                          </a:solidFill>
                          <a:latin typeface="Garamond" panose="02020404030301010803" pitchFamily="18" charset="0"/>
                        </a:rPr>
                        <a:t>G::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L8 = 8x 64 </a:t>
                      </a:r>
                      <a:r>
                        <a:rPr lang="en-US" sz="1100" dirty="0">
                          <a:solidFill>
                            <a:schemeClr val="tx1"/>
                          </a:solidFill>
                          <a:latin typeface="Garamond" panose="02020404030301010803" pitchFamily="18" charset="0"/>
                          <a:sym typeface="Wingdings" panose="05000000000000000000" pitchFamily="2" charset="2"/>
                        </a:rPr>
                        <a:t>x 16</a:t>
                      </a:r>
                      <a:endParaRPr lang="en-US" sz="1100" dirty="0">
                        <a:solidFill>
                          <a:schemeClr val="tx1"/>
                        </a:solidFill>
                        <a:latin typeface="Garamond" panose="02020404030301010803" pitchFamily="18" charset="0"/>
                      </a:endParaRPr>
                    </a:p>
                    <a:p>
                      <a:r>
                        <a:rPr lang="en-US" sz="1100" dirty="0">
                          <a:solidFill>
                            <a:srgbClr val="FF0000"/>
                          </a:solidFill>
                          <a:latin typeface="Garamond" panose="02020404030301010803" pitchFamily="18" charset="0"/>
                        </a:rPr>
                        <a:t>H:</a:t>
                      </a:r>
                      <a:r>
                        <a:rPr lang="en-US" sz="1100" dirty="0">
                          <a:solidFill>
                            <a:schemeClr val="tx1"/>
                          </a:solidFill>
                          <a:latin typeface="Garamond" panose="02020404030301010803" pitchFamily="18" charset="0"/>
                        </a:rPr>
                        <a:t>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rgbClr val="FF0000"/>
                          </a:solidFill>
                          <a:latin typeface="Garamond" panose="02020404030301010803" pitchFamily="18" charset="0"/>
                        </a:rPr>
                        <a:t>L9</a:t>
                      </a:r>
                      <a:r>
                        <a:rPr lang="en-US" sz="1100" dirty="0">
                          <a:solidFill>
                            <a:schemeClr val="tx1"/>
                          </a:solidFill>
                          <a:latin typeface="Garamond" panose="02020404030301010803" pitchFamily="18" charset="0"/>
                        </a:rPr>
                        <a:t>=8</a:t>
                      </a:r>
                      <a:r>
                        <a:rPr lang="en-US" sz="1100" dirty="0">
                          <a:solidFill>
                            <a:srgbClr val="FF0000"/>
                          </a:solidFill>
                          <a:latin typeface="Garamond" panose="02020404030301010803" pitchFamily="18" charset="0"/>
                        </a:rPr>
                        <a:t> </a:t>
                      </a:r>
                      <a:r>
                        <a:rPr lang="en-US" sz="1100" dirty="0">
                          <a:solidFill>
                            <a:schemeClr val="tx1"/>
                          </a:solidFill>
                          <a:latin typeface="Garamond" panose="02020404030301010803" pitchFamily="18" charset="0"/>
                        </a:rPr>
                        <a:t>x</a:t>
                      </a:r>
                      <a:r>
                        <a:rPr lang="en-US" sz="1100" dirty="0">
                          <a:solidFill>
                            <a:srgbClr val="FF0000"/>
                          </a:solidFill>
                          <a:latin typeface="Garamond" panose="02020404030301010803" pitchFamily="18" charset="0"/>
                        </a:rPr>
                        <a:t>128 </a:t>
                      </a:r>
                      <a:r>
                        <a:rPr lang="en-US" sz="1100" dirty="0">
                          <a:solidFill>
                            <a:schemeClr val="tx1"/>
                          </a:solidFill>
                          <a:latin typeface="Garamond" panose="02020404030301010803" pitchFamily="18" charset="0"/>
                          <a:sym typeface="Wingdings" panose="05000000000000000000" pitchFamily="2" charset="2"/>
                        </a:rPr>
                        <a:t>x</a:t>
                      </a:r>
                      <a:r>
                        <a:rPr lang="en-US" sz="1100" dirty="0">
                          <a:solidFill>
                            <a:srgbClr val="FF0000"/>
                          </a:solidFill>
                          <a:latin typeface="Garamond" panose="02020404030301010803" pitchFamily="18" charset="0"/>
                          <a:sym typeface="Wingdings" panose="05000000000000000000" pitchFamily="2" charset="2"/>
                        </a:rPr>
                        <a:t> </a:t>
                      </a:r>
                      <a:r>
                        <a:rPr lang="en-US" sz="1100" dirty="0">
                          <a:solidFill>
                            <a:schemeClr val="tx1"/>
                          </a:solidFill>
                          <a:latin typeface="Garamond" panose="02020404030301010803" pitchFamily="18" charset="0"/>
                          <a:sym typeface="Wingdings" panose="05000000000000000000" pitchFamily="2" charset="2"/>
                        </a:rPr>
                        <a:t>16</a:t>
                      </a:r>
                      <a:endParaRPr lang="en-US" sz="1100" dirty="0">
                        <a:solidFill>
                          <a:schemeClr val="tx1"/>
                        </a:solidFill>
                        <a:latin typeface="Garamond" panose="02020404030301010803" pitchFamily="18" charset="0"/>
                      </a:endParaRPr>
                    </a:p>
                  </a:txBody>
                  <a:tcPr/>
                </a:tc>
                <a:tc hMerge="1">
                  <a:txBody>
                    <a:bodyPr/>
                    <a:lstStyle/>
                    <a:p>
                      <a:endParaRPr lang="en-US"/>
                    </a:p>
                  </a:txBody>
                  <a:tcPr/>
                </a:tc>
                <a:tc>
                  <a:txBody>
                    <a:bodyPr/>
                    <a:lstStyle/>
                    <a:p>
                      <a:r>
                        <a:rPr lang="en-US" sz="1100" dirty="0">
                          <a:latin typeface="Garamond" panose="02020404030301010803" pitchFamily="18" charset="0"/>
                        </a:rPr>
                        <a:t>A: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L2=</a:t>
                      </a:r>
                      <a:r>
                        <a:rPr lang="en-US" sz="1100" dirty="0">
                          <a:solidFill>
                            <a:schemeClr val="tx1"/>
                          </a:solidFill>
                          <a:latin typeface="Garamond" panose="02020404030301010803" pitchFamily="18" charset="0"/>
                        </a:rPr>
                        <a:t>8x1x2.4=19.2</a:t>
                      </a:r>
                      <a:endParaRPr lang="en-US" sz="1100" dirty="0">
                        <a:solidFill>
                          <a:srgbClr val="FF0000"/>
                        </a:solidFill>
                        <a:latin typeface="Garamond" panose="02020404030301010803" pitchFamily="18" charset="0"/>
                      </a:endParaRPr>
                    </a:p>
                    <a:p>
                      <a:r>
                        <a:rPr lang="en-US" sz="1100" dirty="0">
                          <a:latin typeface="Garamond" panose="02020404030301010803" pitchFamily="18" charset="0"/>
                        </a:rPr>
                        <a:t>B: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L3=8x2x2.4=38.4/57.6</a:t>
                      </a:r>
                      <a:endParaRPr lang="en-US" sz="1100" dirty="0">
                        <a:solidFill>
                          <a:srgbClr val="C00000"/>
                        </a:solidFill>
                        <a:latin typeface="Garamond" panose="02020404030301010803" pitchFamily="18" charset="0"/>
                      </a:endParaRPr>
                    </a:p>
                    <a:p>
                      <a:r>
                        <a:rPr lang="en-US" sz="1100" dirty="0">
                          <a:latin typeface="Garamond" panose="02020404030301010803" pitchFamily="18" charset="0"/>
                        </a:rPr>
                        <a:t>C: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L4</a:t>
                      </a:r>
                      <a:r>
                        <a:rPr lang="en-US" sz="1100" strike="noStrike" dirty="0">
                          <a:latin typeface="Garamond" panose="02020404030301010803" pitchFamily="18" charset="0"/>
                        </a:rPr>
                        <a:t>=8x4x2.4=76.8/134.4</a:t>
                      </a:r>
                      <a:endParaRPr lang="en-US" sz="1100" dirty="0">
                        <a:solidFill>
                          <a:srgbClr val="FF0000"/>
                        </a:solidFill>
                        <a:latin typeface="Garamond" panose="020204040303010108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D: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L5=8x8x2.4=153.6/288.0</a:t>
                      </a:r>
                    </a:p>
                    <a:p>
                      <a:r>
                        <a:rPr lang="en-US" sz="1100" dirty="0">
                          <a:latin typeface="Garamond" panose="02020404030301010803" pitchFamily="18" charset="0"/>
                        </a:rPr>
                        <a:t>E: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L6=8x16x2.4=307.2/595.2</a:t>
                      </a:r>
                      <a:endParaRPr lang="en-US" sz="1100" dirty="0">
                        <a:solidFill>
                          <a:srgbClr val="FF0000"/>
                        </a:solidFill>
                        <a:latin typeface="Garamond" panose="020204040303010108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F: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L7=8x32x2.4=614.4/1209.6</a:t>
                      </a:r>
                      <a:endParaRPr lang="en-US" sz="1100" dirty="0">
                        <a:solidFill>
                          <a:srgbClr val="C00000"/>
                        </a:solidFill>
                        <a:latin typeface="Garamond" panose="02020404030301010803" pitchFamily="18" charset="0"/>
                      </a:endParaRPr>
                    </a:p>
                    <a:p>
                      <a:r>
                        <a:rPr lang="en-US" sz="1100" dirty="0">
                          <a:latin typeface="Garamond" panose="02020404030301010803" pitchFamily="18" charset="0"/>
                        </a:rPr>
                        <a:t>G: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L8=8x64x2.4=1228.8/2438.4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strike="noStrike" dirty="0">
                          <a:solidFill>
                            <a:srgbClr val="C00000"/>
                          </a:solidFill>
                          <a:latin typeface="Garamond" panose="02020404030301010803" pitchFamily="18" charset="0"/>
                        </a:rPr>
                        <a:t>H: V1 </a:t>
                      </a:r>
                      <a:r>
                        <a:rPr lang="en-US" sz="1100" strike="noStrike" dirty="0">
                          <a:solidFill>
                            <a:srgbClr val="C00000"/>
                          </a:solidFill>
                          <a:latin typeface="Garamond" panose="02020404030301010803" pitchFamily="18" charset="0"/>
                          <a:sym typeface="Wingdings" panose="05000000000000000000" pitchFamily="2" charset="2"/>
                        </a:rPr>
                        <a:t> L9 </a:t>
                      </a:r>
                      <a:r>
                        <a:rPr lang="en-US" sz="1100" dirty="0">
                          <a:solidFill>
                            <a:srgbClr val="C00000"/>
                          </a:solidFill>
                          <a:latin typeface="Garamond" panose="02020404030301010803" pitchFamily="18" charset="0"/>
                        </a:rPr>
                        <a:t>= not qualified</a:t>
                      </a:r>
                    </a:p>
                  </a:txBody>
                  <a:tcPr/>
                </a:tc>
                <a:tc gridSpan="2">
                  <a:txBody>
                    <a:bodyPr/>
                    <a:lstStyle/>
                    <a:p>
                      <a:r>
                        <a:rPr lang="en-US" sz="1100" dirty="0">
                          <a:latin typeface="Garamond" panose="02020404030301010803" pitchFamily="18" charset="0"/>
                        </a:rPr>
                        <a:t>A: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L2=</a:t>
                      </a:r>
                      <a:r>
                        <a:rPr lang="en-US" sz="1100" dirty="0">
                          <a:solidFill>
                            <a:schemeClr val="tx1"/>
                          </a:solidFill>
                          <a:latin typeface="Garamond" panose="02020404030301010803" pitchFamily="18" charset="0"/>
                        </a:rPr>
                        <a:t>8x1x1.2=9.6</a:t>
                      </a:r>
                      <a:endParaRPr lang="en-US" sz="1100" dirty="0">
                        <a:solidFill>
                          <a:srgbClr val="FF0000"/>
                        </a:solidFill>
                        <a:latin typeface="Garamond" panose="02020404030301010803" pitchFamily="18" charset="0"/>
                      </a:endParaRPr>
                    </a:p>
                    <a:p>
                      <a:r>
                        <a:rPr lang="en-US" sz="1100" dirty="0">
                          <a:latin typeface="Garamond" panose="02020404030301010803" pitchFamily="18" charset="0"/>
                        </a:rPr>
                        <a:t>B: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L3=8x2x1.2=19.2/28.8</a:t>
                      </a:r>
                      <a:endParaRPr lang="en-US" sz="1100" dirty="0">
                        <a:solidFill>
                          <a:srgbClr val="C00000"/>
                        </a:solidFill>
                        <a:latin typeface="Garamond" panose="02020404030301010803" pitchFamily="18" charset="0"/>
                      </a:endParaRPr>
                    </a:p>
                    <a:p>
                      <a:r>
                        <a:rPr lang="en-US" sz="1100" dirty="0">
                          <a:latin typeface="Garamond" panose="02020404030301010803" pitchFamily="18" charset="0"/>
                        </a:rPr>
                        <a:t>C: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L4</a:t>
                      </a:r>
                      <a:r>
                        <a:rPr lang="en-US" sz="1100" strike="noStrike" dirty="0">
                          <a:latin typeface="Garamond" panose="02020404030301010803" pitchFamily="18" charset="0"/>
                        </a:rPr>
                        <a:t>=8x4x1.2=38.4/67.2</a:t>
                      </a:r>
                      <a:endParaRPr lang="en-US" sz="1100" dirty="0">
                        <a:solidFill>
                          <a:srgbClr val="FF0000"/>
                        </a:solidFill>
                        <a:latin typeface="Garamond" panose="020204040303010108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D: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L5=8x8x1.2=76.8/144</a:t>
                      </a:r>
                    </a:p>
                    <a:p>
                      <a:r>
                        <a:rPr lang="en-US" sz="1100" dirty="0">
                          <a:latin typeface="Garamond" panose="02020404030301010803" pitchFamily="18" charset="0"/>
                        </a:rPr>
                        <a:t>E: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L6=8x16x1.2=153.6/297.6</a:t>
                      </a:r>
                      <a:endParaRPr lang="en-US" sz="1100" dirty="0">
                        <a:solidFill>
                          <a:srgbClr val="FF0000"/>
                        </a:solidFill>
                        <a:latin typeface="Garamond" panose="020204040303010108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F: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L7=8x32x1.2=307.2/604.8</a:t>
                      </a:r>
                      <a:endParaRPr lang="en-US" sz="1100" dirty="0">
                        <a:solidFill>
                          <a:srgbClr val="C00000"/>
                        </a:solidFill>
                        <a:latin typeface="Garamond" panose="02020404030301010803" pitchFamily="18" charset="0"/>
                      </a:endParaRPr>
                    </a:p>
                    <a:p>
                      <a:r>
                        <a:rPr lang="en-US" sz="1100" dirty="0">
                          <a:latin typeface="Garamond" panose="02020404030301010803" pitchFamily="18" charset="0"/>
                        </a:rPr>
                        <a:t>G: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L8=8x64x1.2=614.4/1219.2</a:t>
                      </a:r>
                    </a:p>
                    <a:p>
                      <a:r>
                        <a:rPr lang="en-US" sz="1100" dirty="0">
                          <a:solidFill>
                            <a:srgbClr val="C00000"/>
                          </a:solidFill>
                          <a:latin typeface="Garamond" panose="02020404030301010803" pitchFamily="18" charset="0"/>
                        </a:rPr>
                        <a:t>H: </a:t>
                      </a:r>
                      <a:r>
                        <a:rPr lang="en-US" sz="1100" dirty="0">
                          <a:solidFill>
                            <a:schemeClr val="tx1"/>
                          </a:solidFill>
                          <a:latin typeface="Garamond" panose="02020404030301010803" pitchFamily="18" charset="0"/>
                        </a:rPr>
                        <a:t>V1 </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rgbClr val="C00000"/>
                          </a:solidFill>
                          <a:latin typeface="Garamond" panose="02020404030301010803" pitchFamily="18" charset="0"/>
                        </a:rPr>
                        <a:t>L9</a:t>
                      </a:r>
                      <a:r>
                        <a:rPr lang="en-US" sz="1100" dirty="0">
                          <a:solidFill>
                            <a:schemeClr val="tx1"/>
                          </a:solidFill>
                          <a:latin typeface="Garamond" panose="02020404030301010803" pitchFamily="18" charset="0"/>
                        </a:rPr>
                        <a:t>=8</a:t>
                      </a:r>
                      <a:r>
                        <a:rPr lang="en-US" sz="1100" dirty="0">
                          <a:solidFill>
                            <a:srgbClr val="C00000"/>
                          </a:solidFill>
                          <a:latin typeface="Garamond" panose="02020404030301010803" pitchFamily="18" charset="0"/>
                        </a:rPr>
                        <a:t> </a:t>
                      </a:r>
                      <a:r>
                        <a:rPr lang="en-US" sz="1100" dirty="0">
                          <a:solidFill>
                            <a:schemeClr val="tx1"/>
                          </a:solidFill>
                          <a:latin typeface="Garamond" panose="02020404030301010803" pitchFamily="18" charset="0"/>
                        </a:rPr>
                        <a:t>x</a:t>
                      </a:r>
                      <a:r>
                        <a:rPr lang="en-US" sz="1100" dirty="0">
                          <a:solidFill>
                            <a:srgbClr val="C00000"/>
                          </a:solidFill>
                          <a:latin typeface="Garamond" panose="02020404030301010803" pitchFamily="18" charset="0"/>
                        </a:rPr>
                        <a:t>128</a:t>
                      </a:r>
                      <a:r>
                        <a:rPr lang="en-US" sz="1100" dirty="0">
                          <a:solidFill>
                            <a:schemeClr val="tx1"/>
                          </a:solidFill>
                          <a:latin typeface="Garamond" panose="02020404030301010803" pitchFamily="18" charset="0"/>
                          <a:sym typeface="Wingdings" panose="05000000000000000000" pitchFamily="2" charset="2"/>
                        </a:rPr>
                        <a:t>x1.2=1228.8</a:t>
                      </a:r>
                      <a:r>
                        <a:rPr lang="en-US" sz="1100" dirty="0">
                          <a:latin typeface="Garamond" panose="02020404030301010803" pitchFamily="18" charset="0"/>
                          <a:sym typeface="Wingdings" panose="05000000000000000000" pitchFamily="2" charset="2"/>
                        </a:rPr>
                        <a:t>/2448.0</a:t>
                      </a:r>
                      <a:endParaRPr lang="en-US" sz="1100" dirty="0">
                        <a:solidFill>
                          <a:srgbClr val="C00000"/>
                        </a:solidFill>
                        <a:latin typeface="Garamond" panose="02020404030301010803" pitchFamily="18" charset="0"/>
                      </a:endParaRPr>
                    </a:p>
                  </a:txBody>
                  <a:tcPr/>
                </a:tc>
                <a:tc hMerge="1">
                  <a:txBody>
                    <a:bodyPr/>
                    <a:lstStyle/>
                    <a:p>
                      <a:endParaRPr lang="en-US"/>
                    </a:p>
                  </a:txBody>
                  <a:tcPr/>
                </a:tc>
                <a:tc gridSpan="2">
                  <a:txBody>
                    <a:bodyPr/>
                    <a:lstStyle/>
                    <a:p>
                      <a:r>
                        <a:rPr lang="en-US" sz="1100" dirty="0">
                          <a:latin typeface="Garamond" panose="02020404030301010803" pitchFamily="18" charset="0"/>
                        </a:rPr>
                        <a:t>A: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L2=8x1x6=48</a:t>
                      </a:r>
                    </a:p>
                    <a:p>
                      <a:r>
                        <a:rPr lang="en-US" sz="1100" dirty="0">
                          <a:latin typeface="Garamond" panose="02020404030301010803" pitchFamily="18" charset="0"/>
                        </a:rPr>
                        <a:t>B: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L3=8x2</a:t>
                      </a:r>
                      <a:r>
                        <a:rPr lang="en-US" sz="1100" dirty="0">
                          <a:latin typeface="Garamond" panose="02020404030301010803" pitchFamily="18" charset="0"/>
                          <a:sym typeface="Wingdings" panose="05000000000000000000" pitchFamily="2" charset="2"/>
                        </a:rPr>
                        <a:t>x6=96/ 144</a:t>
                      </a:r>
                    </a:p>
                    <a:p>
                      <a:r>
                        <a:rPr lang="en-US" sz="1100" dirty="0">
                          <a:latin typeface="Garamond" panose="02020404030301010803" pitchFamily="18" charset="0"/>
                        </a:rPr>
                        <a:t>C: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L4=8x4</a:t>
                      </a:r>
                      <a:r>
                        <a:rPr lang="en-US" sz="1100" dirty="0">
                          <a:latin typeface="Garamond" panose="02020404030301010803" pitchFamily="18" charset="0"/>
                          <a:sym typeface="Wingdings" panose="05000000000000000000" pitchFamily="2" charset="2"/>
                        </a:rPr>
                        <a:t>x6=192/ 336</a:t>
                      </a:r>
                      <a:endParaRPr lang="en-US" sz="1100" dirty="0">
                        <a:latin typeface="Garamond" panose="02020404030301010803" pitchFamily="18" charset="0"/>
                      </a:endParaRPr>
                    </a:p>
                    <a:p>
                      <a:r>
                        <a:rPr lang="en-US" sz="1100" dirty="0">
                          <a:latin typeface="Garamond" panose="02020404030301010803" pitchFamily="18" charset="0"/>
                        </a:rPr>
                        <a:t>D: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L5=8x8</a:t>
                      </a:r>
                      <a:r>
                        <a:rPr lang="en-US" sz="1100" dirty="0">
                          <a:latin typeface="Garamond" panose="02020404030301010803" pitchFamily="18" charset="0"/>
                          <a:sym typeface="Wingdings" panose="05000000000000000000" pitchFamily="2" charset="2"/>
                        </a:rPr>
                        <a:t>x6=384/ 720</a:t>
                      </a:r>
                      <a:endParaRPr lang="en-US" sz="1100" dirty="0">
                        <a:latin typeface="Garamond" panose="02020404030301010803" pitchFamily="18" charset="0"/>
                      </a:endParaRPr>
                    </a:p>
                    <a:p>
                      <a:r>
                        <a:rPr lang="en-US" sz="1100" dirty="0">
                          <a:latin typeface="Garamond" panose="02020404030301010803" pitchFamily="18" charset="0"/>
                        </a:rPr>
                        <a:t>E: V1</a:t>
                      </a:r>
                      <a:r>
                        <a:rPr lang="en-US" sz="1100" dirty="0">
                          <a:latin typeface="Garamond" panose="02020404030301010803" pitchFamily="18" charset="0"/>
                          <a:sym typeface="Wingdings" panose="05000000000000000000" pitchFamily="2" charset="2"/>
                        </a:rPr>
                        <a:t> L6</a:t>
                      </a:r>
                      <a:r>
                        <a:rPr lang="en-US" sz="1100" dirty="0">
                          <a:latin typeface="Garamond" panose="02020404030301010803" pitchFamily="18" charset="0"/>
                        </a:rPr>
                        <a:t>=8x16</a:t>
                      </a:r>
                      <a:r>
                        <a:rPr lang="en-US" sz="1100" dirty="0">
                          <a:latin typeface="Garamond" panose="02020404030301010803" pitchFamily="18" charset="0"/>
                          <a:sym typeface="Wingdings" panose="05000000000000000000" pitchFamily="2" charset="2"/>
                        </a:rPr>
                        <a:t>x6=768/ 1488</a:t>
                      </a:r>
                      <a:endParaRPr lang="en-US" sz="1100" dirty="0">
                        <a:latin typeface="Garamond" panose="02020404030301010803" pitchFamily="18" charset="0"/>
                      </a:endParaRPr>
                    </a:p>
                    <a:p>
                      <a:r>
                        <a:rPr lang="en-US" sz="1100" dirty="0">
                          <a:latin typeface="Garamond" panose="02020404030301010803" pitchFamily="18" charset="0"/>
                        </a:rPr>
                        <a:t>F: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L7=8x32x6=1536/3024</a:t>
                      </a:r>
                    </a:p>
                    <a:p>
                      <a:r>
                        <a:rPr lang="en-US" sz="1100" dirty="0">
                          <a:latin typeface="Garamond" panose="02020404030301010803" pitchFamily="18" charset="0"/>
                        </a:rPr>
                        <a:t>G: V1</a:t>
                      </a:r>
                      <a:r>
                        <a:rPr lang="en-US" sz="1100" dirty="0">
                          <a:latin typeface="Garamond" panose="02020404030301010803" pitchFamily="18" charset="0"/>
                          <a:sym typeface="Wingdings" panose="05000000000000000000" pitchFamily="2" charset="2"/>
                        </a:rPr>
                        <a:t></a:t>
                      </a:r>
                      <a:r>
                        <a:rPr lang="en-US" sz="1100" dirty="0">
                          <a:latin typeface="Garamond" panose="02020404030301010803" pitchFamily="18" charset="0"/>
                        </a:rPr>
                        <a:t>L8=8x64</a:t>
                      </a:r>
                      <a:r>
                        <a:rPr lang="en-US" sz="1100" dirty="0">
                          <a:latin typeface="Garamond" panose="02020404030301010803" pitchFamily="18" charset="0"/>
                          <a:sym typeface="Wingdings" panose="05000000000000000000" pitchFamily="2" charset="2"/>
                        </a:rPr>
                        <a:t>x6=3072/6096</a:t>
                      </a:r>
                      <a:endParaRPr lang="en-US" sz="1100" dirty="0">
                        <a:latin typeface="Garamond" panose="02020404030301010803" pitchFamily="18" charset="0"/>
                      </a:endParaRPr>
                    </a:p>
                    <a:p>
                      <a:r>
                        <a:rPr lang="en-US" sz="1100" dirty="0">
                          <a:solidFill>
                            <a:srgbClr val="C00000"/>
                          </a:solidFill>
                          <a:latin typeface="Garamond" panose="02020404030301010803" pitchFamily="18" charset="0"/>
                        </a:rPr>
                        <a:t>H: </a:t>
                      </a:r>
                      <a:r>
                        <a:rPr lang="en-US" sz="1100" dirty="0">
                          <a:solidFill>
                            <a:schemeClr val="tx1"/>
                          </a:solidFill>
                          <a:latin typeface="Garamond" panose="02020404030301010803" pitchFamily="18" charset="0"/>
                        </a:rPr>
                        <a:t>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rgbClr val="C00000"/>
                          </a:solidFill>
                          <a:latin typeface="Garamond" panose="02020404030301010803" pitchFamily="18" charset="0"/>
                        </a:rPr>
                        <a:t>L9</a:t>
                      </a:r>
                      <a:r>
                        <a:rPr lang="en-US" sz="1100" dirty="0">
                          <a:solidFill>
                            <a:schemeClr val="tx1"/>
                          </a:solidFill>
                          <a:latin typeface="Garamond" panose="02020404030301010803" pitchFamily="18" charset="0"/>
                        </a:rPr>
                        <a:t>=8x</a:t>
                      </a:r>
                      <a:r>
                        <a:rPr lang="en-US" sz="1100" dirty="0">
                          <a:solidFill>
                            <a:srgbClr val="C00000"/>
                          </a:solidFill>
                          <a:latin typeface="Garamond" panose="02020404030301010803" pitchFamily="18" charset="0"/>
                        </a:rPr>
                        <a:t>128</a:t>
                      </a:r>
                      <a:r>
                        <a:rPr lang="en-US" sz="1100" dirty="0">
                          <a:solidFill>
                            <a:schemeClr val="tx1"/>
                          </a:solidFill>
                          <a:latin typeface="Garamond" panose="02020404030301010803" pitchFamily="18" charset="0"/>
                          <a:sym typeface="Wingdings" panose="05000000000000000000" pitchFamily="2" charset="2"/>
                        </a:rPr>
                        <a:t>x6=6144/12240</a:t>
                      </a:r>
                      <a:endParaRPr lang="en-US" sz="1100" dirty="0">
                        <a:solidFill>
                          <a:schemeClr val="tx1"/>
                        </a:solidFill>
                        <a:latin typeface="Garamond" panose="02020404030301010803" pitchFamily="18" charset="0"/>
                      </a:endParaRPr>
                    </a:p>
                  </a:txBody>
                  <a:tcPr/>
                </a:tc>
                <a:tc hMerge="1">
                  <a:txBody>
                    <a:bodyPr/>
                    <a:lstStyle/>
                    <a:p>
                      <a:endParaRPr lang="en-US"/>
                    </a:p>
                  </a:txBody>
                  <a:tcPr/>
                </a:tc>
                <a:tc>
                  <a:txBody>
                    <a:bodyPr/>
                    <a:lstStyle/>
                    <a:p>
                      <a:r>
                        <a:rPr lang="en-US" sz="1200" dirty="0">
                          <a:solidFill>
                            <a:schemeClr val="tx1"/>
                          </a:solidFill>
                          <a:latin typeface="Garamond" panose="02020404030301010803" pitchFamily="18" charset="0"/>
                        </a:rPr>
                        <a:t>Depend on position at Plan A</a:t>
                      </a:r>
                    </a:p>
                  </a:txBody>
                  <a:tcPr/>
                </a:tc>
                <a:extLst>
                  <a:ext uri="{0D108BD9-81ED-4DB2-BD59-A6C34878D82A}">
                    <a16:rowId xmlns:a16="http://schemas.microsoft.com/office/drawing/2014/main" val="1045630114"/>
                  </a:ext>
                </a:extLst>
              </a:tr>
              <a:tr h="286512">
                <a:tc>
                  <a:txBody>
                    <a:bodyPr/>
                    <a:lstStyle/>
                    <a:p>
                      <a:endParaRPr lang="en-US" sz="1000" dirty="0">
                        <a:latin typeface="Garamond" panose="02020404030301010803" pitchFamily="18" charset="0"/>
                      </a:endParaRPr>
                    </a:p>
                  </a:txBody>
                  <a:tcPr/>
                </a:tc>
                <a:tc gridSpan="2">
                  <a:txBody>
                    <a:bodyPr/>
                    <a:lstStyle/>
                    <a:p>
                      <a:r>
                        <a:rPr lang="en-US" sz="1200" dirty="0">
                          <a:latin typeface="Garamond" panose="02020404030301010803" pitchFamily="18" charset="0"/>
                        </a:rPr>
                        <a:t>8 x </a:t>
                      </a:r>
                      <a:r>
                        <a:rPr lang="en-US" sz="1200" dirty="0">
                          <a:solidFill>
                            <a:srgbClr val="FF0000"/>
                          </a:solidFill>
                          <a:latin typeface="Garamond" panose="02020404030301010803" pitchFamily="18" charset="0"/>
                        </a:rPr>
                        <a:t>255</a:t>
                      </a:r>
                      <a:r>
                        <a:rPr lang="en-US" sz="1200" dirty="0">
                          <a:latin typeface="Garamond" panose="02020404030301010803" pitchFamily="18" charset="0"/>
                        </a:rPr>
                        <a:t> x 16 = 32,640.00</a:t>
                      </a:r>
                    </a:p>
                  </a:txBody>
                  <a:tcPr/>
                </a:tc>
                <a:tc hMerge="1">
                  <a:txBody>
                    <a:bodyPr/>
                    <a:lstStyle/>
                    <a:p>
                      <a:endParaRPr lang="en-US"/>
                    </a:p>
                  </a:txBody>
                  <a:tcPr/>
                </a:tc>
                <a:tc>
                  <a:txBody>
                    <a:bodyPr/>
                    <a:lstStyle/>
                    <a:p>
                      <a:r>
                        <a:rPr lang="en-US" sz="1200" dirty="0">
                          <a:latin typeface="Garamond" panose="02020404030301010803" pitchFamily="18" charset="0"/>
                        </a:rPr>
                        <a:t>L1 = 8 x </a:t>
                      </a:r>
                      <a:r>
                        <a:rPr lang="en-US" sz="1200" dirty="0">
                          <a:solidFill>
                            <a:srgbClr val="FF0000"/>
                          </a:solidFill>
                          <a:latin typeface="Garamond" panose="02020404030301010803" pitchFamily="18" charset="0"/>
                        </a:rPr>
                        <a:t>127</a:t>
                      </a:r>
                      <a:r>
                        <a:rPr lang="en-US" sz="1200" dirty="0">
                          <a:latin typeface="Garamond" panose="02020404030301010803" pitchFamily="18" charset="0"/>
                        </a:rPr>
                        <a:t> x 2.4 =2,438.40</a:t>
                      </a:r>
                    </a:p>
                  </a:txBody>
                  <a:tcPr/>
                </a:tc>
                <a:tc gridSpan="2">
                  <a:txBody>
                    <a:bodyPr/>
                    <a:lstStyle/>
                    <a:p>
                      <a:r>
                        <a:rPr lang="en-US" sz="1200" dirty="0">
                          <a:latin typeface="Garamond" panose="02020404030301010803" pitchFamily="18" charset="0"/>
                        </a:rPr>
                        <a:t>Total = 8 x </a:t>
                      </a:r>
                      <a:r>
                        <a:rPr lang="en-US" sz="1200" dirty="0">
                          <a:solidFill>
                            <a:srgbClr val="FF0000"/>
                          </a:solidFill>
                          <a:latin typeface="Garamond" panose="02020404030301010803" pitchFamily="18" charset="0"/>
                        </a:rPr>
                        <a:t>255</a:t>
                      </a:r>
                      <a:r>
                        <a:rPr lang="en-US" sz="1200" dirty="0">
                          <a:latin typeface="Garamond" panose="02020404030301010803" pitchFamily="18" charset="0"/>
                        </a:rPr>
                        <a:t> x 1.2 = 2,448.00</a:t>
                      </a:r>
                    </a:p>
                  </a:txBody>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Total = 8 x </a:t>
                      </a:r>
                      <a:r>
                        <a:rPr lang="en-US" sz="1200" dirty="0">
                          <a:solidFill>
                            <a:srgbClr val="FF0000"/>
                          </a:solidFill>
                          <a:latin typeface="Garamond" panose="02020404030301010803" pitchFamily="18" charset="0"/>
                        </a:rPr>
                        <a:t>255</a:t>
                      </a:r>
                      <a:r>
                        <a:rPr lang="en-US" sz="1200" dirty="0">
                          <a:latin typeface="Garamond" panose="02020404030301010803" pitchFamily="18" charset="0"/>
                        </a:rPr>
                        <a:t>x6 = 12,240.00</a:t>
                      </a:r>
                    </a:p>
                  </a:txBody>
                  <a:tcPr/>
                </a:tc>
                <a:tc h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Garamond" panose="02020404030301010803" pitchFamily="18" charset="0"/>
                      </a:endParaRPr>
                    </a:p>
                  </a:txBody>
                  <a:tcPr/>
                </a:tc>
                <a:extLst>
                  <a:ext uri="{0D108BD9-81ED-4DB2-BD59-A6C34878D82A}">
                    <a16:rowId xmlns:a16="http://schemas.microsoft.com/office/drawing/2014/main" val="4091494062"/>
                  </a:ext>
                </a:extLst>
              </a:tr>
            </a:tbl>
          </a:graphicData>
        </a:graphic>
      </p:graphicFrame>
      <p:sp>
        <p:nvSpPr>
          <p:cNvPr id="4" name="TextBox 3">
            <a:extLst>
              <a:ext uri="{FF2B5EF4-FFF2-40B4-BE49-F238E27FC236}">
                <a16:creationId xmlns:a16="http://schemas.microsoft.com/office/drawing/2014/main" id="{5FB2C02A-D47C-212C-4F8B-31DB097E30BD}"/>
              </a:ext>
            </a:extLst>
          </p:cNvPr>
          <p:cNvSpPr txBox="1"/>
          <p:nvPr/>
        </p:nvSpPr>
        <p:spPr>
          <a:xfrm>
            <a:off x="3433572" y="4217562"/>
            <a:ext cx="2136290" cy="276999"/>
          </a:xfrm>
          <a:prstGeom prst="rect">
            <a:avLst/>
          </a:prstGeom>
          <a:noFill/>
        </p:spPr>
        <p:txBody>
          <a:bodyPr wrap="none" rtlCol="0">
            <a:spAutoFit/>
          </a:bodyPr>
          <a:lstStyle/>
          <a:p>
            <a:r>
              <a:rPr lang="en-US" sz="1200" dirty="0"/>
              <a:t>Level</a:t>
            </a:r>
            <a:r>
              <a:rPr lang="en-US" sz="1200" baseline="-25000" dirty="0">
                <a:solidFill>
                  <a:srgbClr val="FF0000"/>
                </a:solidFill>
              </a:rPr>
              <a:t>v3</a:t>
            </a:r>
            <a:r>
              <a:rPr lang="en-US" sz="1200" dirty="0"/>
              <a:t> = distance at 5 + </a:t>
            </a:r>
            <a:r>
              <a:rPr lang="en-US" sz="1200" dirty="0">
                <a:solidFill>
                  <a:srgbClr val="FF0000"/>
                </a:solidFill>
              </a:rPr>
              <a:t>3</a:t>
            </a:r>
            <a:r>
              <a:rPr lang="en-US" sz="1200" dirty="0"/>
              <a:t> = L</a:t>
            </a:r>
            <a:r>
              <a:rPr lang="en-US" sz="1200" baseline="-25000" dirty="0"/>
              <a:t>8</a:t>
            </a:r>
            <a:endParaRPr lang="en-US" sz="1200" dirty="0"/>
          </a:p>
        </p:txBody>
      </p:sp>
      <p:sp>
        <p:nvSpPr>
          <p:cNvPr id="6" name="TextBox 5">
            <a:extLst>
              <a:ext uri="{FF2B5EF4-FFF2-40B4-BE49-F238E27FC236}">
                <a16:creationId xmlns:a16="http://schemas.microsoft.com/office/drawing/2014/main" id="{92DFCC9B-9E39-2458-6D05-3794A95BFD34}"/>
              </a:ext>
            </a:extLst>
          </p:cNvPr>
          <p:cNvSpPr txBox="1"/>
          <p:nvPr/>
        </p:nvSpPr>
        <p:spPr>
          <a:xfrm>
            <a:off x="3433572" y="4494561"/>
            <a:ext cx="2190793" cy="276999"/>
          </a:xfrm>
          <a:prstGeom prst="rect">
            <a:avLst/>
          </a:prstGeom>
          <a:noFill/>
        </p:spPr>
        <p:txBody>
          <a:bodyPr wrap="none" rtlCol="0">
            <a:spAutoFit/>
          </a:bodyPr>
          <a:lstStyle/>
          <a:p>
            <a:r>
              <a:rPr lang="en-US" sz="1200" dirty="0"/>
              <a:t>Level</a:t>
            </a:r>
            <a:r>
              <a:rPr lang="en-US" sz="1200" baseline="-25000" dirty="0">
                <a:solidFill>
                  <a:srgbClr val="FF0000"/>
                </a:solidFill>
              </a:rPr>
              <a:t>v4</a:t>
            </a:r>
            <a:r>
              <a:rPr lang="en-US" sz="1200" dirty="0"/>
              <a:t> = distance at 5 + </a:t>
            </a:r>
            <a:r>
              <a:rPr lang="en-US" sz="1200" dirty="0">
                <a:solidFill>
                  <a:srgbClr val="FF0000"/>
                </a:solidFill>
              </a:rPr>
              <a:t>4</a:t>
            </a:r>
            <a:r>
              <a:rPr lang="en-US" sz="1200" dirty="0"/>
              <a:t> = L</a:t>
            </a:r>
            <a:r>
              <a:rPr lang="en-US" sz="1200" baseline="-25000" dirty="0"/>
              <a:t>9</a:t>
            </a:r>
            <a:endParaRPr lang="en-US" sz="1200" dirty="0"/>
          </a:p>
        </p:txBody>
      </p:sp>
    </p:spTree>
    <p:extLst>
      <p:ext uri="{BB962C8B-B14F-4D97-AF65-F5344CB8AC3E}">
        <p14:creationId xmlns:p14="http://schemas.microsoft.com/office/powerpoint/2010/main" val="1399446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F6846-DEB2-BBDB-D664-3448CABFCDE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688D667-69F2-CEAE-ABFB-2B563368159F}"/>
              </a:ext>
            </a:extLst>
          </p:cNvPr>
          <p:cNvGraphicFramePr>
            <a:graphicFrameLocks noGrp="1"/>
          </p:cNvGraphicFramePr>
          <p:nvPr>
            <p:extLst>
              <p:ext uri="{D42A27DB-BD31-4B8C-83A1-F6EECF244321}">
                <p14:modId xmlns:p14="http://schemas.microsoft.com/office/powerpoint/2010/main" val="1479232170"/>
              </p:ext>
            </p:extLst>
          </p:nvPr>
        </p:nvGraphicFramePr>
        <p:xfrm>
          <a:off x="128016" y="48768"/>
          <a:ext cx="11676888" cy="3277037"/>
        </p:xfrm>
        <a:graphic>
          <a:graphicData uri="http://schemas.openxmlformats.org/drawingml/2006/table">
            <a:tbl>
              <a:tblPr firstRow="1" bandRow="1">
                <a:tableStyleId>{5C22544A-7EE6-4342-B048-85BDC9FD1C3A}</a:tableStyleId>
              </a:tblPr>
              <a:tblGrid>
                <a:gridCol w="1435513">
                  <a:extLst>
                    <a:ext uri="{9D8B030D-6E8A-4147-A177-3AD203B41FA5}">
                      <a16:colId xmlns:a16="http://schemas.microsoft.com/office/drawing/2014/main" val="2101994021"/>
                    </a:ext>
                  </a:extLst>
                </a:gridCol>
                <a:gridCol w="1625879">
                  <a:extLst>
                    <a:ext uri="{9D8B030D-6E8A-4147-A177-3AD203B41FA5}">
                      <a16:colId xmlns:a16="http://schemas.microsoft.com/office/drawing/2014/main" val="2833904939"/>
                    </a:ext>
                  </a:extLst>
                </a:gridCol>
                <a:gridCol w="2406720">
                  <a:extLst>
                    <a:ext uri="{9D8B030D-6E8A-4147-A177-3AD203B41FA5}">
                      <a16:colId xmlns:a16="http://schemas.microsoft.com/office/drawing/2014/main" val="1680324762"/>
                    </a:ext>
                  </a:extLst>
                </a:gridCol>
                <a:gridCol w="2651760">
                  <a:extLst>
                    <a:ext uri="{9D8B030D-6E8A-4147-A177-3AD203B41FA5}">
                      <a16:colId xmlns:a16="http://schemas.microsoft.com/office/drawing/2014/main" val="1568456905"/>
                    </a:ext>
                  </a:extLst>
                </a:gridCol>
                <a:gridCol w="2139696">
                  <a:extLst>
                    <a:ext uri="{9D8B030D-6E8A-4147-A177-3AD203B41FA5}">
                      <a16:colId xmlns:a16="http://schemas.microsoft.com/office/drawing/2014/main" val="386743585"/>
                    </a:ext>
                  </a:extLst>
                </a:gridCol>
                <a:gridCol w="1417320">
                  <a:extLst>
                    <a:ext uri="{9D8B030D-6E8A-4147-A177-3AD203B41FA5}">
                      <a16:colId xmlns:a16="http://schemas.microsoft.com/office/drawing/2014/main" val="2018446301"/>
                    </a:ext>
                  </a:extLst>
                </a:gridCol>
              </a:tblGrid>
              <a:tr h="361180">
                <a:tc gridSpan="6">
                  <a:txBody>
                    <a:bodyPr/>
                    <a:lstStyle/>
                    <a:p>
                      <a:pPr algn="ctr"/>
                      <a:r>
                        <a:rPr lang="en-US" sz="1800" dirty="0">
                          <a:latin typeface="Garamond" panose="02020404030301010803" pitchFamily="18" charset="0"/>
                        </a:rPr>
                        <a:t>V = 80 CV</a:t>
                      </a:r>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sz="1400" dirty="0"/>
                    </a:p>
                  </a:txBody>
                  <a:tcPr/>
                </a:tc>
                <a:tc hMerge="1">
                  <a:txBody>
                    <a:bodyPr/>
                    <a:lstStyle/>
                    <a:p>
                      <a:endParaRPr lang="en-US" dirty="0"/>
                    </a:p>
                  </a:txBody>
                  <a:tcPr/>
                </a:tc>
                <a:extLst>
                  <a:ext uri="{0D108BD9-81ED-4DB2-BD59-A6C34878D82A}">
                    <a16:rowId xmlns:a16="http://schemas.microsoft.com/office/drawing/2014/main" val="773066600"/>
                  </a:ext>
                </a:extLst>
              </a:tr>
              <a:tr h="3611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MRF=10%x80CV= 8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strike="noStrike" dirty="0">
                          <a:latin typeface="+mn-lt"/>
                        </a:rPr>
                        <a:t>DFI</a:t>
                      </a:r>
                      <a:r>
                        <a:rPr lang="en-US" sz="1000" strike="noStrike" dirty="0">
                          <a:latin typeface="Garamond" panose="02020404030301010803" pitchFamily="18" charset="0"/>
                        </a:rPr>
                        <a:t> =40% x 60 CV = 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LB </a:t>
                      </a:r>
                      <a:r>
                        <a:rPr lang="en-US" sz="1400" dirty="0">
                          <a:latin typeface="Garamond" panose="02020404030301010803" pitchFamily="18" charset="0"/>
                        </a:rPr>
                        <a:t>= 6% x 60 CV = 3.6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BB </a:t>
                      </a:r>
                      <a:r>
                        <a:rPr lang="en-US" sz="1400" dirty="0">
                          <a:latin typeface="Garamond" panose="02020404030301010803" pitchFamily="18" charset="0"/>
                        </a:rPr>
                        <a:t>= 6% x 60 CV = 3.6</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CTS</a:t>
                      </a:r>
                      <a:r>
                        <a:rPr lang="en-US" sz="1800" dirty="0">
                          <a:latin typeface="Garamond" panose="02020404030301010803" pitchFamily="18" charset="0"/>
                        </a:rPr>
                        <a:t> </a:t>
                      </a:r>
                      <a:r>
                        <a:rPr lang="en-US" sz="1400" dirty="0">
                          <a:latin typeface="Garamond" panose="02020404030301010803" pitchFamily="18" charset="0"/>
                        </a:rPr>
                        <a:t>= 15% x 60 CV = 9</a:t>
                      </a:r>
                      <a:endParaRPr lang="en-US" sz="1400" dirty="0"/>
                    </a:p>
                  </a:txBody>
                  <a:tcPr/>
                </a:tc>
                <a:tc>
                  <a:txBody>
                    <a:bodyPr/>
                    <a:lstStyle/>
                    <a:p>
                      <a:r>
                        <a:rPr lang="en-US" sz="1400" dirty="0"/>
                        <a:t>PAGP </a:t>
                      </a:r>
                      <a:r>
                        <a:rPr lang="en-US" sz="1000" dirty="0">
                          <a:latin typeface="Garamond" panose="02020404030301010803" pitchFamily="18" charset="0"/>
                        </a:rPr>
                        <a:t>(0.8% x 60 CV) = </a:t>
                      </a:r>
                      <a:r>
                        <a:rPr lang="en-US" sz="1400" dirty="0">
                          <a:latin typeface="Garamond" panose="02020404030301010803" pitchFamily="18" charset="0"/>
                        </a:rPr>
                        <a:t>0.48</a:t>
                      </a:r>
                    </a:p>
                  </a:txBody>
                  <a:tcPr/>
                </a:tc>
                <a:extLst>
                  <a:ext uri="{0D108BD9-81ED-4DB2-BD59-A6C34878D82A}">
                    <a16:rowId xmlns:a16="http://schemas.microsoft.com/office/drawing/2014/main" val="1486636989"/>
                  </a:ext>
                </a:extLst>
              </a:tr>
              <a:tr h="27432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Guaranteed income earned by the Direct Sponsor</a:t>
                      </a:r>
                    </a:p>
                  </a:txBody>
                  <a:tcPr/>
                </a:tc>
                <a:tc row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strike="noStrike" dirty="0">
                          <a:latin typeface="Garamond" panose="02020404030301010803" pitchFamily="18" charset="0"/>
                        </a:rPr>
                        <a:t>Guaranteed and Exclusive Income for Qualified Frontier Partner only.</a:t>
                      </a:r>
                    </a:p>
                  </a:txBody>
                  <a:tcPr/>
                </a:tc>
                <a:tc rowSpan="2">
                  <a:txBody>
                    <a:bodyPr/>
                    <a:lstStyle/>
                    <a:p>
                      <a:pPr algn="just"/>
                      <a:r>
                        <a:rPr lang="en-US" sz="1100" dirty="0">
                          <a:latin typeface="Garamond" panose="02020404030301010803" pitchFamily="18" charset="0"/>
                        </a:rPr>
                        <a:t>Monthly Maintenance PPV = 40 CV to qualify for LB. LB will pass up if a member is disqualified to receive his LB.</a:t>
                      </a:r>
                    </a:p>
                  </a:txBody>
                  <a:tcPr/>
                </a:tc>
                <a:tc rowSpan="2">
                  <a:txBody>
                    <a:bodyPr/>
                    <a:lstStyle/>
                    <a:p>
                      <a:pPr algn="just"/>
                      <a:r>
                        <a:rPr lang="en-US" sz="1000" dirty="0">
                          <a:latin typeface="Garamond" panose="02020404030301010803" pitchFamily="18" charset="0"/>
                        </a:rPr>
                        <a:t>To infinitive level unless it is blocked by another Frontier who is in your group also achieving PGSV 10,000CV. You get GB 5%.</a:t>
                      </a:r>
                    </a:p>
                  </a:txBody>
                  <a:tcPr/>
                </a:tc>
                <a:tc>
                  <a:txBody>
                    <a:bodyPr/>
                    <a:lstStyle/>
                    <a:p>
                      <a:pPr algn="ctr"/>
                      <a:r>
                        <a:rPr lang="en-US" sz="1100" dirty="0">
                          <a:latin typeface="Garamond" panose="02020404030301010803" pitchFamily="18" charset="0"/>
                        </a:rPr>
                        <a:t>CTS POOL</a:t>
                      </a:r>
                    </a:p>
                  </a:txBody>
                  <a:tcPr/>
                </a:tc>
                <a:tc rowSpan="2">
                  <a:txBody>
                    <a:bodyPr/>
                    <a:lstStyle/>
                    <a:p>
                      <a:r>
                        <a:rPr lang="en-US" dirty="0"/>
                        <a:t>0.48 GP</a:t>
                      </a:r>
                    </a:p>
                  </a:txBody>
                  <a:tcPr/>
                </a:tc>
                <a:extLst>
                  <a:ext uri="{0D108BD9-81ED-4DB2-BD59-A6C34878D82A}">
                    <a16:rowId xmlns:a16="http://schemas.microsoft.com/office/drawing/2014/main" val="3681681622"/>
                  </a:ext>
                </a:extLst>
              </a:tr>
              <a:tr h="2743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100" dirty="0">
                          <a:latin typeface="Garamond" panose="02020404030301010803" pitchFamily="18" charset="0"/>
                        </a:rPr>
                        <a:t>8x255x9 = 18,360 CV</a:t>
                      </a:r>
                    </a:p>
                  </a:txBody>
                  <a:tcPr/>
                </a:tc>
                <a:tc vMerge="1">
                  <a:txBody>
                    <a:bodyPr/>
                    <a:lstStyle/>
                    <a:p>
                      <a:endParaRPr lang="en-US"/>
                    </a:p>
                  </a:txBody>
                  <a:tcPr/>
                </a:tc>
                <a:extLst>
                  <a:ext uri="{0D108BD9-81ED-4DB2-BD59-A6C34878D82A}">
                    <a16:rowId xmlns:a16="http://schemas.microsoft.com/office/drawing/2014/main" val="4217230961"/>
                  </a:ext>
                </a:extLst>
              </a:tr>
              <a:tr h="1414623">
                <a:tc>
                  <a:txBody>
                    <a:bodyPr/>
                    <a:lstStyle/>
                    <a:p>
                      <a:r>
                        <a:rPr lang="en-US" sz="1100" dirty="0">
                          <a:latin typeface="Garamond" panose="02020404030301010803" pitchFamily="18" charset="0"/>
                        </a:rPr>
                        <a:t>A:V</a:t>
                      </a:r>
                      <a:r>
                        <a:rPr lang="en-US" sz="1100" dirty="0">
                          <a:latin typeface="Garamond" panose="02020404030301010803" pitchFamily="18" charset="0"/>
                          <a:sym typeface="Wingdings" panose="05000000000000000000" pitchFamily="2" charset="2"/>
                        </a:rPr>
                        <a:t></a:t>
                      </a:r>
                      <a:r>
                        <a:rPr lang="en-US" sz="1100" dirty="0">
                          <a:latin typeface="Garamond" panose="02020404030301010803" pitchFamily="18" charset="0"/>
                        </a:rPr>
                        <a:t> L1 = 8</a:t>
                      </a:r>
                    </a:p>
                    <a:p>
                      <a:endParaRPr lang="en-US" sz="1100" dirty="0">
                        <a:latin typeface="Garamond" panose="02020404030301010803" pitchFamily="18" charset="0"/>
                      </a:endParaRPr>
                    </a:p>
                    <a:p>
                      <a:r>
                        <a:rPr lang="en-US" sz="1100" dirty="0">
                          <a:latin typeface="Garamond" panose="02020404030301010803" pitchFamily="18" charset="0"/>
                        </a:rPr>
                        <a:t>If you sponsor 8 persons, then 8A is </a:t>
                      </a:r>
                    </a:p>
                    <a:p>
                      <a:r>
                        <a:rPr lang="en-US" sz="1100" dirty="0">
                          <a:latin typeface="Garamond" panose="02020404030301010803" pitchFamily="18" charset="0"/>
                        </a:rPr>
                        <a:t>8V</a:t>
                      </a:r>
                      <a:r>
                        <a:rPr lang="en-US" sz="1100" dirty="0">
                          <a:latin typeface="Garamond" panose="02020404030301010803" pitchFamily="18" charset="0"/>
                          <a:sym typeface="Wingdings" panose="05000000000000000000" pitchFamily="2" charset="2"/>
                        </a:rPr>
                        <a:t>8L1</a:t>
                      </a:r>
                      <a:r>
                        <a:rPr lang="en-US" sz="1100" dirty="0">
                          <a:latin typeface="Garamond" panose="02020404030301010803" pitchFamily="18" charset="0"/>
                        </a:rPr>
                        <a:t>= 64</a:t>
                      </a:r>
                    </a:p>
                    <a:p>
                      <a:endParaRPr lang="en-US" sz="1100" dirty="0">
                        <a:latin typeface="Garamond" panose="02020404030301010803" pitchFamily="18" charset="0"/>
                      </a:endParaRPr>
                    </a:p>
                  </a:txBody>
                  <a:tcPr/>
                </a:tc>
                <a:tc>
                  <a:txBody>
                    <a:bodyPr/>
                    <a:lstStyle/>
                    <a:p>
                      <a:r>
                        <a:rPr lang="en-US" sz="1100" strike="noStrike" dirty="0">
                          <a:latin typeface="Garamond" panose="02020404030301010803" pitchFamily="18" charset="0"/>
                        </a:rPr>
                        <a:t>A: V→L1 = 8 x 1 x 24</a:t>
                      </a:r>
                    </a:p>
                    <a:p>
                      <a:r>
                        <a:rPr lang="en-US" sz="1100" strike="noStrike" dirty="0">
                          <a:latin typeface="Garamond" panose="02020404030301010803" pitchFamily="18" charset="0"/>
                        </a:rPr>
                        <a:t>B: V→L2 = 8 x 2 </a:t>
                      </a:r>
                      <a:r>
                        <a:rPr lang="en-US" sz="1100" strike="noStrike" dirty="0">
                          <a:latin typeface="Garamond" panose="02020404030301010803" pitchFamily="18" charset="0"/>
                          <a:sym typeface="Wingdings" panose="05000000000000000000" pitchFamily="2" charset="2"/>
                        </a:rPr>
                        <a:t>x 24</a:t>
                      </a:r>
                      <a:endParaRPr lang="en-US" sz="1100" strike="noStrike" dirty="0">
                        <a:latin typeface="Garamond" panose="02020404030301010803" pitchFamily="18" charset="0"/>
                      </a:endParaRPr>
                    </a:p>
                    <a:p>
                      <a:r>
                        <a:rPr lang="en-US" sz="1100" strike="noStrike" dirty="0">
                          <a:latin typeface="Garamond" panose="02020404030301010803" pitchFamily="18" charset="0"/>
                        </a:rPr>
                        <a:t>C: V→L3 = 8 x 4 </a:t>
                      </a:r>
                      <a:r>
                        <a:rPr lang="en-US" sz="1100" strike="noStrike" dirty="0">
                          <a:latin typeface="Garamond" panose="02020404030301010803" pitchFamily="18" charset="0"/>
                          <a:sym typeface="Wingdings" panose="05000000000000000000" pitchFamily="2" charset="2"/>
                        </a:rPr>
                        <a:t>x 24</a:t>
                      </a:r>
                      <a:endParaRPr lang="en-US" sz="1100" strike="noStrike" dirty="0">
                        <a:latin typeface="Garamond" panose="02020404030301010803" pitchFamily="18" charset="0"/>
                      </a:endParaRPr>
                    </a:p>
                    <a:p>
                      <a:r>
                        <a:rPr lang="en-US" sz="1100" strike="noStrike" dirty="0">
                          <a:latin typeface="Garamond" panose="02020404030301010803" pitchFamily="18" charset="0"/>
                        </a:rPr>
                        <a:t>D: V→L4 = 8 x 8 </a:t>
                      </a:r>
                      <a:r>
                        <a:rPr lang="en-US" sz="1100" strike="noStrike" dirty="0">
                          <a:latin typeface="Garamond" panose="02020404030301010803" pitchFamily="18" charset="0"/>
                          <a:sym typeface="Wingdings" panose="05000000000000000000" pitchFamily="2" charset="2"/>
                        </a:rPr>
                        <a:t>x 24</a:t>
                      </a:r>
                      <a:endParaRPr lang="en-US" sz="1100" strike="noStrike" dirty="0">
                        <a:latin typeface="Garamond" panose="02020404030301010803" pitchFamily="18" charset="0"/>
                      </a:endParaRPr>
                    </a:p>
                    <a:p>
                      <a:r>
                        <a:rPr lang="en-US" sz="1100" strike="noStrike" dirty="0">
                          <a:latin typeface="Garamond" panose="02020404030301010803" pitchFamily="18" charset="0"/>
                        </a:rPr>
                        <a:t>E: V→L5 = 8 x16 </a:t>
                      </a:r>
                      <a:r>
                        <a:rPr lang="en-US" sz="1100" strike="noStrike" dirty="0">
                          <a:latin typeface="Garamond" panose="02020404030301010803" pitchFamily="18" charset="0"/>
                          <a:sym typeface="Wingdings" panose="05000000000000000000" pitchFamily="2" charset="2"/>
                        </a:rPr>
                        <a:t>x 24</a:t>
                      </a:r>
                      <a:endParaRPr lang="en-US" sz="1100" strike="noStrike" dirty="0">
                        <a:latin typeface="Garamond" panose="02020404030301010803" pitchFamily="18" charset="0"/>
                      </a:endParaRPr>
                    </a:p>
                    <a:p>
                      <a:r>
                        <a:rPr lang="en-US" sz="1100" strike="noStrike" dirty="0">
                          <a:latin typeface="Garamond" panose="02020404030301010803" pitchFamily="18" charset="0"/>
                        </a:rPr>
                        <a:t>F: V→L6 = 8 x32 x 24</a:t>
                      </a:r>
                    </a:p>
                    <a:p>
                      <a:r>
                        <a:rPr lang="en-US" sz="1100" strike="noStrike" dirty="0">
                          <a:latin typeface="Garamond" panose="02020404030301010803" pitchFamily="18" charset="0"/>
                        </a:rPr>
                        <a:t>G: V→L7 = 8x 64 </a:t>
                      </a:r>
                      <a:r>
                        <a:rPr lang="en-US" sz="1100" strike="noStrike" dirty="0">
                          <a:latin typeface="Garamond" panose="02020404030301010803" pitchFamily="18" charset="0"/>
                          <a:sym typeface="Wingdings" panose="05000000000000000000" pitchFamily="2" charset="2"/>
                        </a:rPr>
                        <a:t>x 24</a:t>
                      </a:r>
                      <a:endParaRPr lang="en-US" sz="1100" strike="noStrike" dirty="0">
                        <a:latin typeface="Garamond" panose="02020404030301010803" pitchFamily="18" charset="0"/>
                      </a:endParaRPr>
                    </a:p>
                    <a:p>
                      <a:r>
                        <a:rPr lang="en-US" sz="1100" strike="noStrike" dirty="0">
                          <a:latin typeface="Garamond" panose="02020404030301010803" pitchFamily="18" charset="0"/>
                        </a:rPr>
                        <a:t>H: V→L8=8 x128 </a:t>
                      </a:r>
                      <a:r>
                        <a:rPr lang="en-US" sz="1100" strike="noStrike" dirty="0">
                          <a:latin typeface="Garamond" panose="02020404030301010803" pitchFamily="18" charset="0"/>
                          <a:sym typeface="Wingdings" panose="05000000000000000000" pitchFamily="2" charset="2"/>
                        </a:rPr>
                        <a:t>x 24</a:t>
                      </a:r>
                      <a:endParaRPr lang="en-US" sz="1100" strike="noStrike" dirty="0">
                        <a:latin typeface="Garamond" panose="02020404030301010803" pitchFamily="18" charset="0"/>
                      </a:endParaRPr>
                    </a:p>
                  </a:txBody>
                  <a:tcPr/>
                </a:tc>
                <a:tc>
                  <a:txBody>
                    <a:bodyPr/>
                    <a:lstStyle/>
                    <a:p>
                      <a:r>
                        <a:rPr lang="en-US" sz="1100" dirty="0">
                          <a:latin typeface="Garamond" panose="02020404030301010803" pitchFamily="18" charset="0"/>
                        </a:rPr>
                        <a:t>A: V→L1=8x1x3.6=28.8</a:t>
                      </a:r>
                    </a:p>
                    <a:p>
                      <a:r>
                        <a:rPr lang="en-US" sz="1100" dirty="0">
                          <a:latin typeface="Garamond" panose="02020404030301010803" pitchFamily="18" charset="0"/>
                        </a:rPr>
                        <a:t>B: V→L2=8x2</a:t>
                      </a:r>
                      <a:r>
                        <a:rPr lang="en-US" sz="1100" dirty="0">
                          <a:latin typeface="Garamond" panose="02020404030301010803" pitchFamily="18" charset="0"/>
                          <a:sym typeface="Wingdings" panose="05000000000000000000" pitchFamily="2" charset="2"/>
                        </a:rPr>
                        <a:t>x3.6=57.6/86.4</a:t>
                      </a:r>
                      <a:endParaRPr lang="en-US" sz="1100" dirty="0">
                        <a:latin typeface="Garamond" panose="02020404030301010803" pitchFamily="18" charset="0"/>
                      </a:endParaRPr>
                    </a:p>
                    <a:p>
                      <a:r>
                        <a:rPr lang="en-US" sz="1100" dirty="0">
                          <a:latin typeface="Garamond" panose="02020404030301010803" pitchFamily="18" charset="0"/>
                        </a:rPr>
                        <a:t>C: V→L3=8x4</a:t>
                      </a:r>
                      <a:r>
                        <a:rPr lang="en-US" sz="1100" dirty="0">
                          <a:latin typeface="Garamond" panose="02020404030301010803" pitchFamily="18" charset="0"/>
                          <a:sym typeface="Wingdings" panose="05000000000000000000" pitchFamily="2" charset="2"/>
                        </a:rPr>
                        <a:t>x3.6=115.2/201.6</a:t>
                      </a:r>
                      <a:endParaRPr lang="en-US" sz="1100" dirty="0">
                        <a:latin typeface="Garamond" panose="02020404030301010803" pitchFamily="18" charset="0"/>
                      </a:endParaRPr>
                    </a:p>
                    <a:p>
                      <a:r>
                        <a:rPr lang="en-US" sz="1100" dirty="0">
                          <a:latin typeface="Garamond" panose="02020404030301010803" pitchFamily="18" charset="0"/>
                        </a:rPr>
                        <a:t>D:V→L4=8x8</a:t>
                      </a:r>
                      <a:r>
                        <a:rPr lang="en-US" sz="1100" dirty="0">
                          <a:latin typeface="Garamond" panose="02020404030301010803" pitchFamily="18" charset="0"/>
                          <a:sym typeface="Wingdings" panose="05000000000000000000" pitchFamily="2" charset="2"/>
                        </a:rPr>
                        <a:t>x3.6=230.4/432</a:t>
                      </a:r>
                      <a:endParaRPr lang="en-US" sz="1100" dirty="0">
                        <a:latin typeface="Garamond" panose="02020404030301010803" pitchFamily="18" charset="0"/>
                      </a:endParaRPr>
                    </a:p>
                    <a:p>
                      <a:r>
                        <a:rPr lang="en-US" sz="1100" dirty="0">
                          <a:latin typeface="Garamond" panose="02020404030301010803" pitchFamily="18" charset="0"/>
                        </a:rPr>
                        <a:t>E:V→L5=8x16</a:t>
                      </a:r>
                      <a:r>
                        <a:rPr lang="en-US" sz="1100" dirty="0">
                          <a:latin typeface="Garamond" panose="02020404030301010803" pitchFamily="18" charset="0"/>
                          <a:sym typeface="Wingdings" panose="05000000000000000000" pitchFamily="2" charset="2"/>
                        </a:rPr>
                        <a:t>x3.6=460.8/892.8</a:t>
                      </a:r>
                      <a:endParaRPr lang="en-US" sz="1100" dirty="0">
                        <a:latin typeface="Garamond" panose="02020404030301010803" pitchFamily="18" charset="0"/>
                      </a:endParaRPr>
                    </a:p>
                    <a:p>
                      <a:r>
                        <a:rPr lang="en-US" sz="1100" dirty="0">
                          <a:latin typeface="Garamond" panose="02020404030301010803" pitchFamily="18" charset="0"/>
                        </a:rPr>
                        <a:t>F:V→L6=8x32x3.6=921.6/1814.4</a:t>
                      </a:r>
                    </a:p>
                    <a:p>
                      <a:r>
                        <a:rPr lang="en-US" sz="1100" dirty="0">
                          <a:latin typeface="Garamond" panose="02020404030301010803" pitchFamily="18" charset="0"/>
                        </a:rPr>
                        <a:t>G:V→L7=8x64</a:t>
                      </a:r>
                      <a:r>
                        <a:rPr lang="en-US" sz="1100" dirty="0">
                          <a:latin typeface="Garamond" panose="02020404030301010803" pitchFamily="18" charset="0"/>
                          <a:sym typeface="Wingdings" panose="05000000000000000000" pitchFamily="2" charset="2"/>
                        </a:rPr>
                        <a:t>x3.6=1843.2/3657.6</a:t>
                      </a:r>
                      <a:endParaRPr lang="en-US" sz="1100" dirty="0">
                        <a:latin typeface="Garamond" panose="02020404030301010803" pitchFamily="18" charset="0"/>
                      </a:endParaRPr>
                    </a:p>
                    <a:p>
                      <a:r>
                        <a:rPr lang="en-US" sz="1100" dirty="0">
                          <a:latin typeface="Garamond" panose="02020404030301010803" pitchFamily="18" charset="0"/>
                        </a:rPr>
                        <a:t>H:V→L8=8x128</a:t>
                      </a:r>
                      <a:r>
                        <a:rPr lang="en-US" sz="1100" dirty="0">
                          <a:latin typeface="Garamond" panose="02020404030301010803" pitchFamily="18" charset="0"/>
                          <a:sym typeface="Wingdings" panose="05000000000000000000" pitchFamily="2" charset="2"/>
                        </a:rPr>
                        <a:t>x3.6=3686.4/7344</a:t>
                      </a:r>
                      <a:endParaRPr lang="en-US" sz="1100" dirty="0">
                        <a:latin typeface="Garamond" panose="02020404030301010803" pitchFamily="18" charset="0"/>
                      </a:endParaRPr>
                    </a:p>
                  </a:txBody>
                  <a:tcPr/>
                </a:tc>
                <a:tc>
                  <a:txBody>
                    <a:bodyPr/>
                    <a:lstStyle/>
                    <a:p>
                      <a:r>
                        <a:rPr lang="en-US" sz="1100" dirty="0">
                          <a:latin typeface="Garamond" panose="02020404030301010803" pitchFamily="18" charset="0"/>
                        </a:rPr>
                        <a:t>A: V→L1=8x1x3.6=28.8</a:t>
                      </a:r>
                    </a:p>
                    <a:p>
                      <a:r>
                        <a:rPr lang="en-US" sz="1100" dirty="0">
                          <a:latin typeface="Garamond" panose="02020404030301010803" pitchFamily="18" charset="0"/>
                        </a:rPr>
                        <a:t>B: V→L2=8x2</a:t>
                      </a:r>
                      <a:r>
                        <a:rPr lang="en-US" sz="1100" dirty="0">
                          <a:latin typeface="Garamond" panose="02020404030301010803" pitchFamily="18" charset="0"/>
                          <a:sym typeface="Wingdings" panose="05000000000000000000" pitchFamily="2" charset="2"/>
                        </a:rPr>
                        <a:t>x3.6=57.6/86.4</a:t>
                      </a:r>
                      <a:endParaRPr lang="en-US" sz="1100" dirty="0">
                        <a:latin typeface="Garamond" panose="02020404030301010803" pitchFamily="18" charset="0"/>
                      </a:endParaRPr>
                    </a:p>
                    <a:p>
                      <a:r>
                        <a:rPr lang="en-US" sz="1100" dirty="0">
                          <a:latin typeface="Garamond" panose="02020404030301010803" pitchFamily="18" charset="0"/>
                        </a:rPr>
                        <a:t>C: V→L3=8x4</a:t>
                      </a:r>
                      <a:r>
                        <a:rPr lang="en-US" sz="1100" dirty="0">
                          <a:latin typeface="Garamond" panose="02020404030301010803" pitchFamily="18" charset="0"/>
                          <a:sym typeface="Wingdings" panose="05000000000000000000" pitchFamily="2" charset="2"/>
                        </a:rPr>
                        <a:t>x3.6=115.2/201.6</a:t>
                      </a:r>
                      <a:endParaRPr lang="en-US" sz="1100" dirty="0">
                        <a:latin typeface="Garamond" panose="02020404030301010803" pitchFamily="18" charset="0"/>
                      </a:endParaRPr>
                    </a:p>
                    <a:p>
                      <a:r>
                        <a:rPr lang="en-US" sz="1100" dirty="0">
                          <a:latin typeface="Garamond" panose="02020404030301010803" pitchFamily="18" charset="0"/>
                        </a:rPr>
                        <a:t>D:V→L4=8x8</a:t>
                      </a:r>
                      <a:r>
                        <a:rPr lang="en-US" sz="1100" dirty="0">
                          <a:latin typeface="Garamond" panose="02020404030301010803" pitchFamily="18" charset="0"/>
                          <a:sym typeface="Wingdings" panose="05000000000000000000" pitchFamily="2" charset="2"/>
                        </a:rPr>
                        <a:t>x3.6=230.4/432</a:t>
                      </a:r>
                      <a:endParaRPr lang="en-US" sz="1100" dirty="0">
                        <a:latin typeface="Garamond" panose="02020404030301010803" pitchFamily="18" charset="0"/>
                      </a:endParaRPr>
                    </a:p>
                    <a:p>
                      <a:r>
                        <a:rPr lang="en-US" sz="1100" dirty="0">
                          <a:latin typeface="Garamond" panose="02020404030301010803" pitchFamily="18" charset="0"/>
                        </a:rPr>
                        <a:t>E:V→L5=8x16</a:t>
                      </a:r>
                      <a:r>
                        <a:rPr lang="en-US" sz="1100" dirty="0">
                          <a:latin typeface="Garamond" panose="02020404030301010803" pitchFamily="18" charset="0"/>
                          <a:sym typeface="Wingdings" panose="05000000000000000000" pitchFamily="2" charset="2"/>
                        </a:rPr>
                        <a:t>x3.6=460.8/892.8</a:t>
                      </a:r>
                    </a:p>
                    <a:p>
                      <a:r>
                        <a:rPr lang="en-US" sz="1100" dirty="0">
                          <a:latin typeface="Garamond" panose="02020404030301010803" pitchFamily="18" charset="0"/>
                        </a:rPr>
                        <a:t>F:V→L6=8x32x3.6=921.6/1814.4</a:t>
                      </a:r>
                    </a:p>
                    <a:p>
                      <a:r>
                        <a:rPr lang="en-US" sz="1100" dirty="0">
                          <a:latin typeface="Garamond" panose="02020404030301010803" pitchFamily="18" charset="0"/>
                        </a:rPr>
                        <a:t>G:</a:t>
                      </a:r>
                      <a:r>
                        <a:rPr lang="en-US" sz="1000" dirty="0">
                          <a:latin typeface="Garamond" panose="02020404030301010803" pitchFamily="18" charset="0"/>
                        </a:rPr>
                        <a:t>V→</a:t>
                      </a:r>
                      <a:r>
                        <a:rPr lang="en-US" sz="1100" dirty="0">
                          <a:latin typeface="Garamond" panose="02020404030301010803" pitchFamily="18" charset="0"/>
                        </a:rPr>
                        <a:t>L7=8x64</a:t>
                      </a:r>
                      <a:r>
                        <a:rPr lang="en-US" sz="1100" dirty="0">
                          <a:latin typeface="Garamond" panose="02020404030301010803" pitchFamily="18" charset="0"/>
                          <a:sym typeface="Wingdings" panose="05000000000000000000" pitchFamily="2" charset="2"/>
                        </a:rPr>
                        <a:t>x3.6=1843.2/3657.6</a:t>
                      </a:r>
                      <a:endParaRPr lang="en-US" sz="1100" dirty="0">
                        <a:latin typeface="Garamond" panose="02020404030301010803" pitchFamily="18" charset="0"/>
                      </a:endParaRPr>
                    </a:p>
                    <a:p>
                      <a:r>
                        <a:rPr lang="en-US" sz="1100" dirty="0">
                          <a:latin typeface="Garamond" panose="02020404030301010803" pitchFamily="18" charset="0"/>
                        </a:rPr>
                        <a:t>H:</a:t>
                      </a:r>
                      <a:r>
                        <a:rPr lang="en-US" sz="1000" dirty="0">
                          <a:latin typeface="Garamond" panose="02020404030301010803" pitchFamily="18" charset="0"/>
                        </a:rPr>
                        <a:t>V→</a:t>
                      </a:r>
                      <a:r>
                        <a:rPr lang="en-US" sz="1100" dirty="0">
                          <a:latin typeface="Garamond" panose="02020404030301010803" pitchFamily="18" charset="0"/>
                        </a:rPr>
                        <a:t>L8=8x128</a:t>
                      </a:r>
                      <a:r>
                        <a:rPr lang="en-US" sz="1100" dirty="0">
                          <a:latin typeface="Garamond" panose="02020404030301010803" pitchFamily="18" charset="0"/>
                          <a:sym typeface="Wingdings" panose="05000000000000000000" pitchFamily="2" charset="2"/>
                        </a:rPr>
                        <a:t>x3.6=3686.4/7344</a:t>
                      </a:r>
                      <a:endParaRPr lang="en-US" sz="1100" dirty="0">
                        <a:latin typeface="Garamond" panose="02020404030301010803" pitchFamily="18" charset="0"/>
                      </a:endParaRPr>
                    </a:p>
                  </a:txBody>
                  <a:tcPr/>
                </a:tc>
                <a:tc>
                  <a:txBody>
                    <a:bodyPr/>
                    <a:lstStyle/>
                    <a:p>
                      <a:r>
                        <a:rPr lang="en-US" sz="1000" dirty="0">
                          <a:latin typeface="Garamond" panose="02020404030301010803" pitchFamily="18" charset="0"/>
                        </a:rPr>
                        <a:t>Qualification</a:t>
                      </a:r>
                      <a:r>
                        <a:rPr lang="en-US" sz="1000" dirty="0">
                          <a:latin typeface="Garamond" panose="02020404030301010803" pitchFamily="18" charset="0"/>
                          <a:sym typeface="Wingdings" panose="05000000000000000000" pitchFamily="2" charset="2"/>
                        </a:rPr>
                        <a:t> PGSV = 10,000 CV</a:t>
                      </a:r>
                      <a:endParaRPr lang="en-US" sz="1000" dirty="0">
                        <a:latin typeface="Garamond" panose="02020404030301010803" pitchFamily="18" charset="0"/>
                      </a:endParaRPr>
                    </a:p>
                    <a:p>
                      <a:r>
                        <a:rPr lang="en-US" sz="1000" dirty="0">
                          <a:latin typeface="Garamond" panose="02020404030301010803" pitchFamily="18" charset="0"/>
                        </a:rPr>
                        <a:t>For CTS calculation, need to find out RGSV first when there is break away PGSV 10000 achieved by downline. Therefore CTS = EGSV + Breakaway volume 10,000 CV.</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Garamond" panose="02020404030301010803" pitchFamily="18" charset="0"/>
                        </a:rPr>
                        <a:t>CTS = 24,480 ÷ Summation of every individual Frontier’s CTS Pool x </a:t>
                      </a:r>
                    </a:p>
                  </a:txBody>
                  <a:tcPr/>
                </a:tc>
                <a:tc>
                  <a:txBody>
                    <a:bodyPr/>
                    <a:lstStyle/>
                    <a:p>
                      <a:r>
                        <a:rPr lang="en-US" sz="1100" dirty="0">
                          <a:latin typeface="Garamond" panose="02020404030301010803" pitchFamily="18" charset="0"/>
                        </a:rPr>
                        <a:t>GP is given to the 5 placement uplines who are above the V ACCOUNT OF THE member in Plan A when the member is purchasing a product at Plan B.</a:t>
                      </a:r>
                    </a:p>
                  </a:txBody>
                  <a:tcPr/>
                </a:tc>
                <a:extLst>
                  <a:ext uri="{0D108BD9-81ED-4DB2-BD59-A6C34878D82A}">
                    <a16:rowId xmlns:a16="http://schemas.microsoft.com/office/drawing/2014/main" val="1045630114"/>
                  </a:ext>
                </a:extLst>
              </a:tr>
              <a:tr h="366197">
                <a:tc>
                  <a:txBody>
                    <a:bodyPr/>
                    <a:lstStyle/>
                    <a:p>
                      <a:r>
                        <a:rPr lang="en-US" sz="1200" dirty="0">
                          <a:latin typeface="Garamond" panose="02020404030301010803" pitchFamily="18" charset="0"/>
                        </a:rPr>
                        <a:t>Referral Fee = 64</a:t>
                      </a:r>
                    </a:p>
                  </a:txBody>
                  <a:tcPr/>
                </a:tc>
                <a:tc>
                  <a:txBody>
                    <a:bodyPr/>
                    <a:lstStyle/>
                    <a:p>
                      <a:r>
                        <a:rPr lang="en-US" sz="1000" dirty="0">
                          <a:latin typeface="Garamond" panose="02020404030301010803" pitchFamily="18" charset="0"/>
                        </a:rPr>
                        <a:t>8 x 255 x 24 = RM48,960.00</a:t>
                      </a:r>
                    </a:p>
                  </a:txBody>
                  <a:tcPr/>
                </a:tc>
                <a:tc>
                  <a:txBody>
                    <a:bodyPr/>
                    <a:lstStyle/>
                    <a:p>
                      <a:r>
                        <a:rPr lang="en-US" sz="1200" dirty="0">
                          <a:latin typeface="Garamond" panose="02020404030301010803" pitchFamily="18" charset="0"/>
                        </a:rPr>
                        <a:t>L1 = 8 x 255 x 3.6 = RM7,344</a:t>
                      </a:r>
                    </a:p>
                  </a:txBody>
                  <a:tcPr/>
                </a:tc>
                <a:tc>
                  <a:txBody>
                    <a:bodyPr/>
                    <a:lstStyle/>
                    <a:p>
                      <a:r>
                        <a:rPr lang="en-US" sz="1200" dirty="0">
                          <a:latin typeface="Garamond" panose="02020404030301010803" pitchFamily="18" charset="0"/>
                        </a:rPr>
                        <a:t>Total = 8 x 255x3.6 = RM7,344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Total = 8 x 255x9 = RM18,360</a:t>
                      </a:r>
                    </a:p>
                  </a:txBody>
                  <a:tcPr/>
                </a:tc>
                <a:tc>
                  <a:txBody>
                    <a:bodyPr/>
                    <a:lstStyle/>
                    <a:p>
                      <a:endParaRPr lang="en-US" sz="1200" dirty="0">
                        <a:latin typeface="Garamond" panose="02020404030301010803" pitchFamily="18" charset="0"/>
                      </a:endParaRPr>
                    </a:p>
                  </a:txBody>
                  <a:tcPr/>
                </a:tc>
                <a:extLst>
                  <a:ext uri="{0D108BD9-81ED-4DB2-BD59-A6C34878D82A}">
                    <a16:rowId xmlns:a16="http://schemas.microsoft.com/office/drawing/2014/main" val="4091494062"/>
                  </a:ext>
                </a:extLst>
              </a:tr>
            </a:tbl>
          </a:graphicData>
        </a:graphic>
      </p:graphicFrame>
      <p:graphicFrame>
        <p:nvGraphicFramePr>
          <p:cNvPr id="7" name="Table 6">
            <a:extLst>
              <a:ext uri="{FF2B5EF4-FFF2-40B4-BE49-F238E27FC236}">
                <a16:creationId xmlns:a16="http://schemas.microsoft.com/office/drawing/2014/main" id="{678A9599-68D3-4D35-1A3B-2E9A3EC20D4D}"/>
              </a:ext>
            </a:extLst>
          </p:cNvPr>
          <p:cNvGraphicFramePr>
            <a:graphicFrameLocks noGrp="1"/>
          </p:cNvGraphicFramePr>
          <p:nvPr>
            <p:extLst>
              <p:ext uri="{D42A27DB-BD31-4B8C-83A1-F6EECF244321}">
                <p14:modId xmlns:p14="http://schemas.microsoft.com/office/powerpoint/2010/main" val="3322123714"/>
              </p:ext>
            </p:extLst>
          </p:nvPr>
        </p:nvGraphicFramePr>
        <p:xfrm>
          <a:off x="128016" y="3429000"/>
          <a:ext cx="11676888" cy="3380232"/>
        </p:xfrm>
        <a:graphic>
          <a:graphicData uri="http://schemas.openxmlformats.org/drawingml/2006/table">
            <a:tbl>
              <a:tblPr firstRow="1" bandRow="1">
                <a:tableStyleId>{5C22544A-7EE6-4342-B048-85BDC9FD1C3A}</a:tableStyleId>
              </a:tblPr>
              <a:tblGrid>
                <a:gridCol w="1444226">
                  <a:extLst>
                    <a:ext uri="{9D8B030D-6E8A-4147-A177-3AD203B41FA5}">
                      <a16:colId xmlns:a16="http://schemas.microsoft.com/office/drawing/2014/main" val="2101994021"/>
                    </a:ext>
                  </a:extLst>
                </a:gridCol>
                <a:gridCol w="1474996">
                  <a:extLst>
                    <a:ext uri="{9D8B030D-6E8A-4147-A177-3AD203B41FA5}">
                      <a16:colId xmlns:a16="http://schemas.microsoft.com/office/drawing/2014/main" val="3889373554"/>
                    </a:ext>
                  </a:extLst>
                </a:gridCol>
                <a:gridCol w="322919">
                  <a:extLst>
                    <a:ext uri="{9D8B030D-6E8A-4147-A177-3AD203B41FA5}">
                      <a16:colId xmlns:a16="http://schemas.microsoft.com/office/drawing/2014/main" val="3850221153"/>
                    </a:ext>
                  </a:extLst>
                </a:gridCol>
                <a:gridCol w="2344843">
                  <a:extLst>
                    <a:ext uri="{9D8B030D-6E8A-4147-A177-3AD203B41FA5}">
                      <a16:colId xmlns:a16="http://schemas.microsoft.com/office/drawing/2014/main" val="1680324762"/>
                    </a:ext>
                  </a:extLst>
                </a:gridCol>
                <a:gridCol w="251460">
                  <a:extLst>
                    <a:ext uri="{9D8B030D-6E8A-4147-A177-3AD203B41FA5}">
                      <a16:colId xmlns:a16="http://schemas.microsoft.com/office/drawing/2014/main" val="1568456905"/>
                    </a:ext>
                  </a:extLst>
                </a:gridCol>
                <a:gridCol w="2281428">
                  <a:extLst>
                    <a:ext uri="{9D8B030D-6E8A-4147-A177-3AD203B41FA5}">
                      <a16:colId xmlns:a16="http://schemas.microsoft.com/office/drawing/2014/main" val="3511719229"/>
                    </a:ext>
                  </a:extLst>
                </a:gridCol>
                <a:gridCol w="637794">
                  <a:extLst>
                    <a:ext uri="{9D8B030D-6E8A-4147-A177-3AD203B41FA5}">
                      <a16:colId xmlns:a16="http://schemas.microsoft.com/office/drawing/2014/main" val="386743585"/>
                    </a:ext>
                  </a:extLst>
                </a:gridCol>
                <a:gridCol w="1885950">
                  <a:extLst>
                    <a:ext uri="{9D8B030D-6E8A-4147-A177-3AD203B41FA5}">
                      <a16:colId xmlns:a16="http://schemas.microsoft.com/office/drawing/2014/main" val="2290325412"/>
                    </a:ext>
                  </a:extLst>
                </a:gridCol>
                <a:gridCol w="1033272">
                  <a:extLst>
                    <a:ext uri="{9D8B030D-6E8A-4147-A177-3AD203B41FA5}">
                      <a16:colId xmlns:a16="http://schemas.microsoft.com/office/drawing/2014/main" val="1458751874"/>
                    </a:ext>
                  </a:extLst>
                </a:gridCol>
              </a:tblGrid>
              <a:tr h="185420">
                <a:tc gridSpan="2">
                  <a:txBody>
                    <a:bodyPr/>
                    <a:lstStyle/>
                    <a:p>
                      <a:pPr algn="ctr"/>
                      <a:r>
                        <a:rPr lang="en-US" sz="1800" b="0" baseline="0" dirty="0"/>
                        <a:t>V1</a:t>
                      </a:r>
                      <a:r>
                        <a:rPr lang="en-US" sz="1200" b="0" baseline="0" dirty="0"/>
                        <a:t> </a:t>
                      </a:r>
                      <a:r>
                        <a:rPr lang="en-US" sz="1800" b="1" baseline="0" dirty="0">
                          <a:latin typeface="Garamond" panose="02020404030301010803" pitchFamily="18" charset="0"/>
                        </a:rPr>
                        <a:t>=</a:t>
                      </a:r>
                      <a:r>
                        <a:rPr lang="en-US" sz="1200" b="0" baseline="0" dirty="0"/>
                        <a:t> </a:t>
                      </a:r>
                      <a:r>
                        <a:rPr lang="en-US" sz="1800" baseline="0" dirty="0">
                          <a:latin typeface="Garamond" panose="02020404030301010803" pitchFamily="18" charset="0"/>
                        </a:rPr>
                        <a:t>3</a:t>
                      </a:r>
                      <a:r>
                        <a:rPr lang="en-US" sz="1800" dirty="0">
                          <a:latin typeface="Garamond" panose="02020404030301010803" pitchFamily="18" charset="0"/>
                        </a:rPr>
                        <a:t>0 CV</a:t>
                      </a:r>
                    </a:p>
                  </a:txBody>
                  <a:tcPr/>
                </a:tc>
                <a:tc hMerge="1">
                  <a:txBody>
                    <a:bodyPr/>
                    <a:lstStyle/>
                    <a:p>
                      <a:endParaRPr 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baseline="0" dirty="0"/>
                        <a:t>V2</a:t>
                      </a:r>
                      <a:r>
                        <a:rPr lang="en-US" sz="1200" b="0" baseline="0" dirty="0"/>
                        <a:t> </a:t>
                      </a:r>
                      <a:r>
                        <a:rPr lang="en-US" sz="1800" b="1" baseline="0" dirty="0">
                          <a:latin typeface="Garamond" panose="02020404030301010803" pitchFamily="18" charset="0"/>
                        </a:rPr>
                        <a:t>=</a:t>
                      </a:r>
                      <a:r>
                        <a:rPr lang="en-US" sz="1200" b="0" baseline="0" dirty="0"/>
                        <a:t> </a:t>
                      </a:r>
                      <a:r>
                        <a:rPr lang="en-US" sz="1800" baseline="0" dirty="0">
                          <a:latin typeface="Garamond" panose="02020404030301010803" pitchFamily="18" charset="0"/>
                        </a:rPr>
                        <a:t>4</a:t>
                      </a:r>
                      <a:r>
                        <a:rPr lang="en-US" sz="1800" dirty="0">
                          <a:latin typeface="Garamond" panose="02020404030301010803" pitchFamily="18" charset="0"/>
                        </a:rPr>
                        <a:t>0 CV</a:t>
                      </a:r>
                    </a:p>
                  </a:txBody>
                  <a:tcPr/>
                </a:tc>
                <a:tc hMerge="1">
                  <a:txBody>
                    <a:bodyPr/>
                    <a:lstStyle/>
                    <a:p>
                      <a:endParaRPr lang="en-US" dirty="0"/>
                    </a:p>
                  </a:txBody>
                  <a:tcPr/>
                </a:tc>
                <a:tc hMerge="1">
                  <a:txBody>
                    <a:bodyPr/>
                    <a:lstStyle/>
                    <a:p>
                      <a:endParaRPr lang="en-US"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baseline="0" dirty="0"/>
                        <a:t>V3</a:t>
                      </a:r>
                      <a:r>
                        <a:rPr lang="en-US" sz="1200" b="0" baseline="0" dirty="0"/>
                        <a:t> </a:t>
                      </a:r>
                      <a:r>
                        <a:rPr lang="en-US" sz="1800" b="1" baseline="0" dirty="0">
                          <a:latin typeface="Garamond" panose="02020404030301010803" pitchFamily="18" charset="0"/>
                        </a:rPr>
                        <a:t>=</a:t>
                      </a:r>
                      <a:r>
                        <a:rPr lang="en-US" sz="1200" b="0" baseline="0" dirty="0"/>
                        <a:t> </a:t>
                      </a:r>
                      <a:r>
                        <a:rPr lang="en-US" sz="1800" b="0" baseline="0" dirty="0">
                          <a:latin typeface="Garamond" panose="02020404030301010803" pitchFamily="18" charset="0"/>
                        </a:rPr>
                        <a:t>2</a:t>
                      </a:r>
                      <a:r>
                        <a:rPr lang="en-US" sz="1800" dirty="0">
                          <a:latin typeface="Garamond" panose="02020404030301010803" pitchFamily="18" charset="0"/>
                        </a:rPr>
                        <a:t>0 CV</a:t>
                      </a:r>
                    </a:p>
                  </a:txBody>
                  <a:tcPr/>
                </a:tc>
                <a:tc hMerge="1">
                  <a:txBody>
                    <a:bodyPr/>
                    <a:lstStyle/>
                    <a:p>
                      <a:endParaRPr lang="en-US" sz="1400"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baseline="0" dirty="0"/>
                        <a:t>V4</a:t>
                      </a:r>
                      <a:r>
                        <a:rPr lang="en-US" sz="1200" b="0" baseline="0" dirty="0"/>
                        <a:t> </a:t>
                      </a:r>
                      <a:r>
                        <a:rPr lang="en-US" sz="1800" b="1" baseline="0" dirty="0">
                          <a:latin typeface="Garamond" panose="02020404030301010803" pitchFamily="18" charset="0"/>
                        </a:rPr>
                        <a:t>=</a:t>
                      </a:r>
                      <a:r>
                        <a:rPr lang="en-US" sz="1200" b="0" baseline="0" dirty="0"/>
                        <a:t> </a:t>
                      </a:r>
                      <a:r>
                        <a:rPr lang="en-US" sz="1800" b="0" baseline="0" dirty="0">
                          <a:latin typeface="Garamond" panose="02020404030301010803" pitchFamily="18" charset="0"/>
                        </a:rPr>
                        <a:t>Remaining</a:t>
                      </a:r>
                      <a:r>
                        <a:rPr lang="en-US" sz="1800" dirty="0">
                          <a:latin typeface="Garamond" panose="02020404030301010803" pitchFamily="18" charset="0"/>
                        </a:rPr>
                        <a:t> CV</a:t>
                      </a:r>
                    </a:p>
                  </a:txBody>
                  <a:tcPr/>
                </a:tc>
                <a:tc hMerge="1">
                  <a:txBody>
                    <a:bodyPr/>
                    <a:lstStyle/>
                    <a:p>
                      <a:endParaRPr lang="en-US"/>
                    </a:p>
                  </a:txBody>
                  <a:tcPr/>
                </a:tc>
                <a:extLst>
                  <a:ext uri="{0D108BD9-81ED-4DB2-BD59-A6C34878D82A}">
                    <a16:rowId xmlns:a16="http://schemas.microsoft.com/office/drawing/2014/main" val="773066600"/>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strike="noStrike" dirty="0">
                          <a:latin typeface="Garamond" panose="02020404030301010803" pitchFamily="18" charset="0"/>
                        </a:rPr>
                        <a:t>MRF=10%x40CV = 4</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strike="noStrike" dirty="0">
                          <a:latin typeface="+mn-lt"/>
                        </a:rPr>
                        <a:t>DFI </a:t>
                      </a:r>
                      <a:r>
                        <a:rPr lang="en-US" sz="1100" strike="noStrike" dirty="0">
                          <a:latin typeface="Garamond" panose="02020404030301010803" pitchFamily="18" charset="0"/>
                        </a:rPr>
                        <a:t>= 30% x 40 CV = 12</a:t>
                      </a:r>
                    </a:p>
                  </a:txBody>
                  <a:tcPr/>
                </a:tc>
                <a:tc h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LB </a:t>
                      </a:r>
                      <a:r>
                        <a:rPr lang="en-US" sz="1400" dirty="0">
                          <a:latin typeface="Garamond" panose="02020404030301010803" pitchFamily="18" charset="0"/>
                        </a:rPr>
                        <a:t>= 6% x 40 CV = 2.4</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BB </a:t>
                      </a:r>
                      <a:r>
                        <a:rPr lang="en-US" sz="1400" dirty="0">
                          <a:latin typeface="Garamond" panose="02020404030301010803" pitchFamily="18" charset="0"/>
                        </a:rPr>
                        <a:t>= 6% x 20 CV = 1.2</a:t>
                      </a:r>
                      <a:endParaRPr lang="en-US" sz="1400" dirty="0"/>
                    </a:p>
                  </a:txBody>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rPr>
                        <a:t>CTS</a:t>
                      </a:r>
                      <a:r>
                        <a:rPr lang="en-US" sz="1800" dirty="0">
                          <a:latin typeface="Garamond" panose="02020404030301010803" pitchFamily="18" charset="0"/>
                        </a:rPr>
                        <a:t> </a:t>
                      </a:r>
                      <a:r>
                        <a:rPr lang="en-US" sz="1400" dirty="0">
                          <a:latin typeface="Garamond" panose="02020404030301010803" pitchFamily="18" charset="0"/>
                        </a:rPr>
                        <a:t>= 15% x 40 CV = 6</a:t>
                      </a:r>
                      <a:endParaRPr lang="en-US" sz="1800" dirty="0">
                        <a:latin typeface="Garamond" panose="02020404030301010803" pitchFamily="18" charset="0"/>
                      </a:endParaRPr>
                    </a:p>
                  </a:txBody>
                  <a:tcPr/>
                </a:tc>
                <a:tc h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latin typeface="Garamond" panose="02020404030301010803" pitchFamily="18" charset="0"/>
                        </a:rPr>
                        <a:t>PAGP</a:t>
                      </a:r>
                    </a:p>
                  </a:txBody>
                  <a:tcPr/>
                </a:tc>
                <a:extLst>
                  <a:ext uri="{0D108BD9-81ED-4DB2-BD59-A6C34878D82A}">
                    <a16:rowId xmlns:a16="http://schemas.microsoft.com/office/drawing/2014/main" val="1486636989"/>
                  </a:ext>
                </a:extLst>
              </a:tr>
              <a:tr h="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Guaranteed income earned by the Direct Sponsor</a:t>
                      </a:r>
                    </a:p>
                  </a:txBody>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strike="noStrike" dirty="0">
                          <a:latin typeface="Garamond" panose="02020404030301010803" pitchFamily="18" charset="0"/>
                        </a:rPr>
                        <a:t>Guaranteed and Exclusive Income for Qualified Frontier Partner only.</a:t>
                      </a:r>
                    </a:p>
                  </a:txBody>
                  <a:tcPr/>
                </a:tc>
                <a:tc hMerge="1">
                  <a:txBody>
                    <a:bodyPr/>
                    <a:lstStyle/>
                    <a:p>
                      <a:endParaRPr lang="en-US"/>
                    </a:p>
                  </a:txBody>
                  <a:tcPr/>
                </a:tc>
                <a:tc>
                  <a:txBody>
                    <a:bodyPr/>
                    <a:lstStyle/>
                    <a:p>
                      <a:pPr algn="just"/>
                      <a:endParaRPr lang="en-US" sz="1400" dirty="0"/>
                    </a:p>
                  </a:txBody>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Building Bonus is paid to Frontier or Team Leader until infinitive levels unless it is blocked by another active Frontier or Team Leader (Maintain PPV 80CV &amp; PGSV 3000CV). GB 5% is given.</a:t>
                      </a:r>
                    </a:p>
                  </a:txBody>
                  <a:tcPr/>
                </a:tc>
                <a:tc hMerge="1">
                  <a:txBody>
                    <a:bodyPr/>
                    <a:lstStyle/>
                    <a:p>
                      <a:endParaRPr lang="en-US"/>
                    </a:p>
                  </a:txBody>
                  <a:tcPr/>
                </a:tc>
                <a:tc gridSpan="2">
                  <a:txBody>
                    <a:bodyPr/>
                    <a:lstStyle/>
                    <a:p>
                      <a:endParaRPr lang="en-US" sz="1400" dirty="0"/>
                    </a:p>
                  </a:txBody>
                  <a:tcPr/>
                </a:tc>
                <a:tc hMerge="1">
                  <a:txBody>
                    <a:bodyPr/>
                    <a:lstStyle/>
                    <a:p>
                      <a:endParaRPr lang="en-US"/>
                    </a:p>
                  </a:txBody>
                  <a:tcPr/>
                </a:tc>
                <a:tc>
                  <a:txBody>
                    <a:bodyPr/>
                    <a:lstStyle/>
                    <a:p>
                      <a:r>
                        <a:rPr lang="en-US" sz="1100" dirty="0">
                          <a:latin typeface="Garamond" panose="02020404030301010803" pitchFamily="18" charset="0"/>
                        </a:rPr>
                        <a:t>0.8% x 40 CV = 0.32 GP</a:t>
                      </a:r>
                    </a:p>
                  </a:txBody>
                  <a:tcPr/>
                </a:tc>
                <a:extLst>
                  <a:ext uri="{0D108BD9-81ED-4DB2-BD59-A6C34878D82A}">
                    <a16:rowId xmlns:a16="http://schemas.microsoft.com/office/drawing/2014/main" val="3681681622"/>
                  </a:ext>
                </a:extLst>
              </a:tr>
              <a:tr h="190039">
                <a:tc>
                  <a:txBody>
                    <a:bodyPr/>
                    <a:lstStyle/>
                    <a:p>
                      <a:endParaRPr lang="en-US" sz="1100" dirty="0">
                        <a:latin typeface="Garamond" panose="02020404030301010803" pitchFamily="18" charset="0"/>
                      </a:endParaRPr>
                    </a:p>
                  </a:txBody>
                  <a:tcPr/>
                </a:tc>
                <a:tc gridSpan="2">
                  <a:txBody>
                    <a:bodyPr/>
                    <a:lstStyle/>
                    <a:p>
                      <a:r>
                        <a:rPr lang="en-US" sz="1100" dirty="0">
                          <a:solidFill>
                            <a:schemeClr val="tx1"/>
                          </a:solidFill>
                          <a:latin typeface="Garamond" panose="02020404030301010803" pitchFamily="18" charset="0"/>
                        </a:rPr>
                        <a:t>A: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L2 = 8 x 1 x 12</a:t>
                      </a:r>
                    </a:p>
                    <a:p>
                      <a:r>
                        <a:rPr lang="en-US" sz="1100" dirty="0">
                          <a:solidFill>
                            <a:schemeClr val="tx1"/>
                          </a:solidFill>
                          <a:latin typeface="Garamond" panose="02020404030301010803" pitchFamily="18" charset="0"/>
                        </a:rPr>
                        <a:t>B: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L3 = 8 x 2 </a:t>
                      </a:r>
                      <a:r>
                        <a:rPr lang="en-US" sz="1100" dirty="0">
                          <a:solidFill>
                            <a:schemeClr val="tx1"/>
                          </a:solidFill>
                          <a:latin typeface="Garamond" panose="02020404030301010803" pitchFamily="18" charset="0"/>
                          <a:sym typeface="Wingdings" panose="05000000000000000000" pitchFamily="2" charset="2"/>
                        </a:rPr>
                        <a:t>x 12</a:t>
                      </a:r>
                      <a:endParaRPr lang="en-US" sz="1100" dirty="0">
                        <a:solidFill>
                          <a:schemeClr val="tx1"/>
                        </a:solidFill>
                        <a:latin typeface="Garamond" panose="02020404030301010803" pitchFamily="18" charset="0"/>
                      </a:endParaRPr>
                    </a:p>
                    <a:p>
                      <a:r>
                        <a:rPr lang="en-US" sz="1100" dirty="0">
                          <a:solidFill>
                            <a:schemeClr val="tx1"/>
                          </a:solidFill>
                          <a:latin typeface="Garamond" panose="02020404030301010803" pitchFamily="18" charset="0"/>
                        </a:rPr>
                        <a:t>C: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L4 = 8 x 4 </a:t>
                      </a:r>
                      <a:r>
                        <a:rPr lang="en-US" sz="1100" dirty="0">
                          <a:solidFill>
                            <a:schemeClr val="tx1"/>
                          </a:solidFill>
                          <a:latin typeface="Garamond" panose="02020404030301010803" pitchFamily="18" charset="0"/>
                          <a:sym typeface="Wingdings" panose="05000000000000000000" pitchFamily="2" charset="2"/>
                        </a:rPr>
                        <a:t>x 12</a:t>
                      </a:r>
                      <a:endParaRPr lang="en-US" sz="1100" dirty="0">
                        <a:solidFill>
                          <a:schemeClr val="tx1"/>
                        </a:solidFill>
                        <a:latin typeface="Garamond" panose="02020404030301010803" pitchFamily="18" charset="0"/>
                      </a:endParaRPr>
                    </a:p>
                    <a:p>
                      <a:r>
                        <a:rPr lang="en-US" sz="1100" dirty="0">
                          <a:solidFill>
                            <a:schemeClr val="tx1"/>
                          </a:solidFill>
                          <a:latin typeface="Garamond" panose="02020404030301010803" pitchFamily="18" charset="0"/>
                        </a:rPr>
                        <a:t>D: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L5 = 8 x 8 </a:t>
                      </a:r>
                      <a:r>
                        <a:rPr lang="en-US" sz="1100" dirty="0">
                          <a:solidFill>
                            <a:schemeClr val="tx1"/>
                          </a:solidFill>
                          <a:latin typeface="Garamond" panose="02020404030301010803" pitchFamily="18" charset="0"/>
                          <a:sym typeface="Wingdings" panose="05000000000000000000" pitchFamily="2" charset="2"/>
                        </a:rPr>
                        <a:t>x 12</a:t>
                      </a:r>
                      <a:endParaRPr lang="en-US" sz="1100" dirty="0">
                        <a:solidFill>
                          <a:schemeClr val="tx1"/>
                        </a:solidFill>
                        <a:latin typeface="Garamond" panose="02020404030301010803" pitchFamily="18" charset="0"/>
                      </a:endParaRPr>
                    </a:p>
                    <a:p>
                      <a:r>
                        <a:rPr lang="en-US" sz="1100" dirty="0">
                          <a:solidFill>
                            <a:schemeClr val="tx1"/>
                          </a:solidFill>
                          <a:latin typeface="Garamond" panose="02020404030301010803" pitchFamily="18" charset="0"/>
                        </a:rPr>
                        <a:t>E: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L6 = 8 x16 </a:t>
                      </a:r>
                      <a:r>
                        <a:rPr lang="en-US" sz="1100" dirty="0">
                          <a:solidFill>
                            <a:schemeClr val="tx1"/>
                          </a:solidFill>
                          <a:latin typeface="Garamond" panose="02020404030301010803" pitchFamily="18" charset="0"/>
                          <a:sym typeface="Wingdings" panose="05000000000000000000" pitchFamily="2" charset="2"/>
                        </a:rPr>
                        <a:t>x 12</a:t>
                      </a:r>
                      <a:endParaRPr lang="en-US" sz="1100" dirty="0">
                        <a:solidFill>
                          <a:schemeClr val="tx1"/>
                        </a:solidFill>
                        <a:latin typeface="Garamond" panose="02020404030301010803" pitchFamily="18" charset="0"/>
                      </a:endParaRPr>
                    </a:p>
                    <a:p>
                      <a:r>
                        <a:rPr lang="en-US" sz="1100" dirty="0">
                          <a:solidFill>
                            <a:schemeClr val="tx1"/>
                          </a:solidFill>
                          <a:latin typeface="Garamond" panose="02020404030301010803" pitchFamily="18" charset="0"/>
                        </a:rPr>
                        <a:t>F: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L7 = 8 x32x 12</a:t>
                      </a:r>
                    </a:p>
                    <a:p>
                      <a:r>
                        <a:rPr lang="en-US" sz="1100" dirty="0">
                          <a:solidFill>
                            <a:schemeClr val="tx1"/>
                          </a:solidFill>
                          <a:latin typeface="Garamond" panose="02020404030301010803" pitchFamily="18" charset="0"/>
                        </a:rPr>
                        <a:t>G::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chemeClr val="tx1"/>
                          </a:solidFill>
                          <a:latin typeface="Garamond" panose="02020404030301010803" pitchFamily="18" charset="0"/>
                        </a:rPr>
                        <a:t>L8 = 8x 64 </a:t>
                      </a:r>
                      <a:r>
                        <a:rPr lang="en-US" sz="1100" dirty="0">
                          <a:solidFill>
                            <a:schemeClr val="tx1"/>
                          </a:solidFill>
                          <a:latin typeface="Garamond" panose="02020404030301010803" pitchFamily="18" charset="0"/>
                          <a:sym typeface="Wingdings" panose="05000000000000000000" pitchFamily="2" charset="2"/>
                        </a:rPr>
                        <a:t>x 12</a:t>
                      </a:r>
                      <a:endParaRPr lang="en-US" sz="1100" dirty="0">
                        <a:solidFill>
                          <a:schemeClr val="tx1"/>
                        </a:solidFill>
                        <a:latin typeface="Garamond" panose="02020404030301010803" pitchFamily="18" charset="0"/>
                      </a:endParaRPr>
                    </a:p>
                    <a:p>
                      <a:r>
                        <a:rPr lang="en-US" sz="1100" dirty="0">
                          <a:solidFill>
                            <a:srgbClr val="FF0000"/>
                          </a:solidFill>
                          <a:latin typeface="Garamond" panose="02020404030301010803" pitchFamily="18" charset="0"/>
                        </a:rPr>
                        <a:t>H:</a:t>
                      </a:r>
                      <a:r>
                        <a:rPr lang="en-US" sz="1100" dirty="0">
                          <a:solidFill>
                            <a:schemeClr val="tx1"/>
                          </a:solidFill>
                          <a:latin typeface="Garamond" panose="02020404030301010803" pitchFamily="18" charset="0"/>
                        </a:rPr>
                        <a:t> 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rgbClr val="FF0000"/>
                          </a:solidFill>
                          <a:latin typeface="Garamond" panose="02020404030301010803" pitchFamily="18" charset="0"/>
                        </a:rPr>
                        <a:t>L9</a:t>
                      </a:r>
                      <a:r>
                        <a:rPr lang="en-US" sz="1100" dirty="0">
                          <a:solidFill>
                            <a:schemeClr val="tx1"/>
                          </a:solidFill>
                          <a:latin typeface="Garamond" panose="02020404030301010803" pitchFamily="18" charset="0"/>
                        </a:rPr>
                        <a:t>=8</a:t>
                      </a:r>
                      <a:r>
                        <a:rPr lang="en-US" sz="1100" dirty="0">
                          <a:solidFill>
                            <a:srgbClr val="FF0000"/>
                          </a:solidFill>
                          <a:latin typeface="Garamond" panose="02020404030301010803" pitchFamily="18" charset="0"/>
                        </a:rPr>
                        <a:t> </a:t>
                      </a:r>
                      <a:r>
                        <a:rPr lang="en-US" sz="1100" dirty="0">
                          <a:solidFill>
                            <a:schemeClr val="tx1"/>
                          </a:solidFill>
                          <a:latin typeface="Garamond" panose="02020404030301010803" pitchFamily="18" charset="0"/>
                        </a:rPr>
                        <a:t>x</a:t>
                      </a:r>
                      <a:r>
                        <a:rPr lang="en-US" sz="1100" dirty="0">
                          <a:solidFill>
                            <a:srgbClr val="FF0000"/>
                          </a:solidFill>
                          <a:latin typeface="Garamond" panose="02020404030301010803" pitchFamily="18" charset="0"/>
                        </a:rPr>
                        <a:t>128 </a:t>
                      </a:r>
                      <a:r>
                        <a:rPr lang="en-US" sz="1100" dirty="0">
                          <a:solidFill>
                            <a:schemeClr val="tx1"/>
                          </a:solidFill>
                          <a:latin typeface="Garamond" panose="02020404030301010803" pitchFamily="18" charset="0"/>
                          <a:sym typeface="Wingdings" panose="05000000000000000000" pitchFamily="2" charset="2"/>
                        </a:rPr>
                        <a:t>x</a:t>
                      </a:r>
                      <a:r>
                        <a:rPr lang="en-US" sz="1100" dirty="0">
                          <a:solidFill>
                            <a:srgbClr val="FF0000"/>
                          </a:solidFill>
                          <a:latin typeface="Garamond" panose="02020404030301010803" pitchFamily="18" charset="0"/>
                          <a:sym typeface="Wingdings" panose="05000000000000000000" pitchFamily="2" charset="2"/>
                        </a:rPr>
                        <a:t> </a:t>
                      </a:r>
                      <a:r>
                        <a:rPr lang="en-US" sz="1100" dirty="0">
                          <a:solidFill>
                            <a:schemeClr val="tx1"/>
                          </a:solidFill>
                          <a:latin typeface="Garamond" panose="02020404030301010803" pitchFamily="18" charset="0"/>
                          <a:sym typeface="Wingdings" panose="05000000000000000000" pitchFamily="2" charset="2"/>
                        </a:rPr>
                        <a:t>12</a:t>
                      </a:r>
                      <a:endParaRPr lang="en-US" sz="1100" dirty="0">
                        <a:solidFill>
                          <a:schemeClr val="tx1"/>
                        </a:solidFill>
                        <a:latin typeface="Garamond" panose="02020404030301010803" pitchFamily="18" charset="0"/>
                      </a:endParaRPr>
                    </a:p>
                  </a:txBody>
                  <a:tcPr/>
                </a:tc>
                <a:tc hMerge="1">
                  <a:txBody>
                    <a:bodyPr/>
                    <a:lstStyle/>
                    <a:p>
                      <a:endParaRPr lang="en-US"/>
                    </a:p>
                  </a:txBody>
                  <a:tcPr/>
                </a:tc>
                <a:tc>
                  <a:txBody>
                    <a:bodyPr/>
                    <a:lstStyle/>
                    <a:p>
                      <a:r>
                        <a:rPr lang="en-US" sz="1100" dirty="0">
                          <a:latin typeface="Garamond" panose="02020404030301010803" pitchFamily="18" charset="0"/>
                        </a:rPr>
                        <a:t>A: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L2=</a:t>
                      </a:r>
                      <a:r>
                        <a:rPr lang="en-US" sz="1100" dirty="0">
                          <a:solidFill>
                            <a:schemeClr val="tx1"/>
                          </a:solidFill>
                          <a:latin typeface="Garamond" panose="02020404030301010803" pitchFamily="18" charset="0"/>
                        </a:rPr>
                        <a:t>8x1x2.4=19.2</a:t>
                      </a:r>
                      <a:endParaRPr lang="en-US" sz="1100" dirty="0">
                        <a:solidFill>
                          <a:srgbClr val="FF0000"/>
                        </a:solidFill>
                        <a:latin typeface="Garamond" panose="02020404030301010803" pitchFamily="18" charset="0"/>
                      </a:endParaRPr>
                    </a:p>
                    <a:p>
                      <a:r>
                        <a:rPr lang="en-US" sz="1100" dirty="0">
                          <a:latin typeface="Garamond" panose="02020404030301010803" pitchFamily="18" charset="0"/>
                        </a:rPr>
                        <a:t>B: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L3=8x2x2.4=38.4/57.6</a:t>
                      </a:r>
                      <a:endParaRPr lang="en-US" sz="1100" dirty="0">
                        <a:solidFill>
                          <a:srgbClr val="C00000"/>
                        </a:solidFill>
                        <a:latin typeface="Garamond" panose="02020404030301010803" pitchFamily="18" charset="0"/>
                      </a:endParaRPr>
                    </a:p>
                    <a:p>
                      <a:r>
                        <a:rPr lang="en-US" sz="1100" dirty="0">
                          <a:latin typeface="Garamond" panose="02020404030301010803" pitchFamily="18" charset="0"/>
                        </a:rPr>
                        <a:t>C: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L4</a:t>
                      </a:r>
                      <a:r>
                        <a:rPr lang="en-US" sz="1100" strike="noStrike" dirty="0">
                          <a:latin typeface="Garamond" panose="02020404030301010803" pitchFamily="18" charset="0"/>
                        </a:rPr>
                        <a:t>=8x4x2.4=76.8/134.4</a:t>
                      </a:r>
                      <a:endParaRPr lang="en-US" sz="1100" dirty="0">
                        <a:solidFill>
                          <a:srgbClr val="FF0000"/>
                        </a:solidFill>
                        <a:latin typeface="Garamond" panose="020204040303010108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D: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L5=8x8x2.4=153.6/288.0</a:t>
                      </a:r>
                    </a:p>
                    <a:p>
                      <a:r>
                        <a:rPr lang="en-US" sz="1100" dirty="0">
                          <a:latin typeface="Garamond" panose="02020404030301010803" pitchFamily="18" charset="0"/>
                        </a:rPr>
                        <a:t>E: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L6=8x16x2.4=307.2/595.2</a:t>
                      </a:r>
                      <a:endParaRPr lang="en-US" sz="1100" dirty="0">
                        <a:solidFill>
                          <a:srgbClr val="FF0000"/>
                        </a:solidFill>
                        <a:latin typeface="Garamond" panose="020204040303010108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F: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L7=8x32x2.4=614.4/1209.6</a:t>
                      </a:r>
                      <a:endParaRPr lang="en-US" sz="1100" dirty="0">
                        <a:solidFill>
                          <a:srgbClr val="C00000"/>
                        </a:solidFill>
                        <a:latin typeface="Garamond" panose="02020404030301010803" pitchFamily="18" charset="0"/>
                      </a:endParaRPr>
                    </a:p>
                    <a:p>
                      <a:r>
                        <a:rPr lang="en-US" sz="1100" dirty="0">
                          <a:latin typeface="Garamond" panose="02020404030301010803" pitchFamily="18" charset="0"/>
                        </a:rPr>
                        <a:t>G: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L8=8x64x2.4=1228.8/2438.4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strike="noStrike" dirty="0">
                          <a:solidFill>
                            <a:srgbClr val="C00000"/>
                          </a:solidFill>
                          <a:latin typeface="Garamond" panose="02020404030301010803" pitchFamily="18" charset="0"/>
                        </a:rPr>
                        <a:t>H: V1 </a:t>
                      </a:r>
                      <a:r>
                        <a:rPr lang="en-US" sz="1100" strike="noStrike" dirty="0">
                          <a:solidFill>
                            <a:srgbClr val="C00000"/>
                          </a:solidFill>
                          <a:latin typeface="Garamond" panose="02020404030301010803" pitchFamily="18" charset="0"/>
                          <a:sym typeface="Wingdings" panose="05000000000000000000" pitchFamily="2" charset="2"/>
                        </a:rPr>
                        <a:t> L9 </a:t>
                      </a:r>
                      <a:r>
                        <a:rPr lang="en-US" sz="1100" dirty="0">
                          <a:solidFill>
                            <a:srgbClr val="C00000"/>
                          </a:solidFill>
                          <a:latin typeface="Garamond" panose="02020404030301010803" pitchFamily="18" charset="0"/>
                        </a:rPr>
                        <a:t>= not qualified</a:t>
                      </a:r>
                    </a:p>
                  </a:txBody>
                  <a:tcPr/>
                </a:tc>
                <a:tc gridSpan="2">
                  <a:txBody>
                    <a:bodyPr/>
                    <a:lstStyle/>
                    <a:p>
                      <a:r>
                        <a:rPr lang="en-US" sz="1100" dirty="0">
                          <a:latin typeface="Garamond" panose="02020404030301010803" pitchFamily="18" charset="0"/>
                        </a:rPr>
                        <a:t>A: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L2=</a:t>
                      </a:r>
                      <a:r>
                        <a:rPr lang="en-US" sz="1100" dirty="0">
                          <a:solidFill>
                            <a:schemeClr val="tx1"/>
                          </a:solidFill>
                          <a:latin typeface="Garamond" panose="02020404030301010803" pitchFamily="18" charset="0"/>
                        </a:rPr>
                        <a:t>8x1x1.2=9.6</a:t>
                      </a:r>
                      <a:endParaRPr lang="en-US" sz="1100" dirty="0">
                        <a:solidFill>
                          <a:srgbClr val="FF0000"/>
                        </a:solidFill>
                        <a:latin typeface="Garamond" panose="02020404030301010803" pitchFamily="18" charset="0"/>
                      </a:endParaRPr>
                    </a:p>
                    <a:p>
                      <a:r>
                        <a:rPr lang="en-US" sz="1100" dirty="0">
                          <a:latin typeface="Garamond" panose="02020404030301010803" pitchFamily="18" charset="0"/>
                        </a:rPr>
                        <a:t>B: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L3=8x2x1.2=19.2/28.8</a:t>
                      </a:r>
                      <a:endParaRPr lang="en-US" sz="1100" dirty="0">
                        <a:solidFill>
                          <a:srgbClr val="C00000"/>
                        </a:solidFill>
                        <a:latin typeface="Garamond" panose="02020404030301010803" pitchFamily="18" charset="0"/>
                      </a:endParaRPr>
                    </a:p>
                    <a:p>
                      <a:r>
                        <a:rPr lang="en-US" sz="1100" dirty="0">
                          <a:latin typeface="Garamond" panose="02020404030301010803" pitchFamily="18" charset="0"/>
                        </a:rPr>
                        <a:t>C: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L4</a:t>
                      </a:r>
                      <a:r>
                        <a:rPr lang="en-US" sz="1100" strike="noStrike" dirty="0">
                          <a:latin typeface="Garamond" panose="02020404030301010803" pitchFamily="18" charset="0"/>
                        </a:rPr>
                        <a:t>=8x4x1.2=38.4/67.2</a:t>
                      </a:r>
                      <a:endParaRPr lang="en-US" sz="1100" dirty="0">
                        <a:solidFill>
                          <a:srgbClr val="FF0000"/>
                        </a:solidFill>
                        <a:latin typeface="Garamond" panose="020204040303010108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D: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L5=8x8x1.2=76.8/144</a:t>
                      </a:r>
                    </a:p>
                    <a:p>
                      <a:r>
                        <a:rPr lang="en-US" sz="1100" dirty="0">
                          <a:latin typeface="Garamond" panose="02020404030301010803" pitchFamily="18" charset="0"/>
                        </a:rPr>
                        <a:t>E: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L6=8x16x1.2=153.6/297.6</a:t>
                      </a:r>
                      <a:endParaRPr lang="en-US" sz="1100" dirty="0">
                        <a:solidFill>
                          <a:srgbClr val="FF0000"/>
                        </a:solidFill>
                        <a:latin typeface="Garamond" panose="020204040303010108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Garamond" panose="02020404030301010803" pitchFamily="18" charset="0"/>
                        </a:rPr>
                        <a:t>F: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L7=8x32x1.2=307.2/604.8</a:t>
                      </a:r>
                      <a:endParaRPr lang="en-US" sz="1100" dirty="0">
                        <a:solidFill>
                          <a:srgbClr val="C00000"/>
                        </a:solidFill>
                        <a:latin typeface="Garamond" panose="02020404030301010803" pitchFamily="18" charset="0"/>
                      </a:endParaRPr>
                    </a:p>
                    <a:p>
                      <a:r>
                        <a:rPr lang="en-US" sz="1100" dirty="0">
                          <a:latin typeface="Garamond" panose="02020404030301010803" pitchFamily="18" charset="0"/>
                        </a:rPr>
                        <a:t>G: V1 </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L8=8x64x1.2=614.4/1219.2</a:t>
                      </a:r>
                    </a:p>
                    <a:p>
                      <a:r>
                        <a:rPr lang="en-US" sz="1100" dirty="0">
                          <a:solidFill>
                            <a:srgbClr val="C00000"/>
                          </a:solidFill>
                          <a:latin typeface="Garamond" panose="02020404030301010803" pitchFamily="18" charset="0"/>
                        </a:rPr>
                        <a:t>H: </a:t>
                      </a:r>
                      <a:r>
                        <a:rPr lang="en-US" sz="1100" dirty="0">
                          <a:solidFill>
                            <a:schemeClr val="tx1"/>
                          </a:solidFill>
                          <a:latin typeface="Garamond" panose="02020404030301010803" pitchFamily="18" charset="0"/>
                        </a:rPr>
                        <a:t>V1 </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rgbClr val="C00000"/>
                          </a:solidFill>
                          <a:latin typeface="Garamond" panose="02020404030301010803" pitchFamily="18" charset="0"/>
                        </a:rPr>
                        <a:t>L9</a:t>
                      </a:r>
                      <a:r>
                        <a:rPr lang="en-US" sz="1100" dirty="0">
                          <a:solidFill>
                            <a:schemeClr val="tx1"/>
                          </a:solidFill>
                          <a:latin typeface="Garamond" panose="02020404030301010803" pitchFamily="18" charset="0"/>
                        </a:rPr>
                        <a:t>=8</a:t>
                      </a:r>
                      <a:r>
                        <a:rPr lang="en-US" sz="1100" dirty="0">
                          <a:solidFill>
                            <a:srgbClr val="C00000"/>
                          </a:solidFill>
                          <a:latin typeface="Garamond" panose="02020404030301010803" pitchFamily="18" charset="0"/>
                        </a:rPr>
                        <a:t> </a:t>
                      </a:r>
                      <a:r>
                        <a:rPr lang="en-US" sz="1100" dirty="0">
                          <a:solidFill>
                            <a:schemeClr val="tx1"/>
                          </a:solidFill>
                          <a:latin typeface="Garamond" panose="02020404030301010803" pitchFamily="18" charset="0"/>
                        </a:rPr>
                        <a:t>x</a:t>
                      </a:r>
                      <a:r>
                        <a:rPr lang="en-US" sz="1100" dirty="0">
                          <a:solidFill>
                            <a:srgbClr val="C00000"/>
                          </a:solidFill>
                          <a:latin typeface="Garamond" panose="02020404030301010803" pitchFamily="18" charset="0"/>
                        </a:rPr>
                        <a:t>128</a:t>
                      </a:r>
                      <a:r>
                        <a:rPr lang="en-US" sz="1100" dirty="0">
                          <a:solidFill>
                            <a:schemeClr val="tx1"/>
                          </a:solidFill>
                          <a:latin typeface="Garamond" panose="02020404030301010803" pitchFamily="18" charset="0"/>
                          <a:sym typeface="Wingdings" panose="05000000000000000000" pitchFamily="2" charset="2"/>
                        </a:rPr>
                        <a:t>x1.2=1228.8</a:t>
                      </a:r>
                      <a:r>
                        <a:rPr lang="en-US" sz="1100" dirty="0">
                          <a:latin typeface="Garamond" panose="02020404030301010803" pitchFamily="18" charset="0"/>
                          <a:sym typeface="Wingdings" panose="05000000000000000000" pitchFamily="2" charset="2"/>
                        </a:rPr>
                        <a:t>/2448.0</a:t>
                      </a:r>
                      <a:endParaRPr lang="en-US" sz="1100" dirty="0">
                        <a:solidFill>
                          <a:srgbClr val="C00000"/>
                        </a:solidFill>
                        <a:latin typeface="Garamond" panose="02020404030301010803" pitchFamily="18" charset="0"/>
                      </a:endParaRPr>
                    </a:p>
                  </a:txBody>
                  <a:tcPr/>
                </a:tc>
                <a:tc hMerge="1">
                  <a:txBody>
                    <a:bodyPr/>
                    <a:lstStyle/>
                    <a:p>
                      <a:endParaRPr lang="en-US"/>
                    </a:p>
                  </a:txBody>
                  <a:tcPr/>
                </a:tc>
                <a:tc gridSpan="2">
                  <a:txBody>
                    <a:bodyPr/>
                    <a:lstStyle/>
                    <a:p>
                      <a:r>
                        <a:rPr lang="en-US" sz="1100" dirty="0">
                          <a:latin typeface="Garamond" panose="02020404030301010803" pitchFamily="18" charset="0"/>
                        </a:rPr>
                        <a:t>A: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L2=8x1x6=48</a:t>
                      </a:r>
                    </a:p>
                    <a:p>
                      <a:r>
                        <a:rPr lang="en-US" sz="1100" dirty="0">
                          <a:latin typeface="Garamond" panose="02020404030301010803" pitchFamily="18" charset="0"/>
                        </a:rPr>
                        <a:t>B: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L3=8x2</a:t>
                      </a:r>
                      <a:r>
                        <a:rPr lang="en-US" sz="1100" dirty="0">
                          <a:latin typeface="Garamond" panose="02020404030301010803" pitchFamily="18" charset="0"/>
                          <a:sym typeface="Wingdings" panose="05000000000000000000" pitchFamily="2" charset="2"/>
                        </a:rPr>
                        <a:t>x6=96/ 144</a:t>
                      </a:r>
                    </a:p>
                    <a:p>
                      <a:r>
                        <a:rPr lang="en-US" sz="1100" dirty="0">
                          <a:latin typeface="Garamond" panose="02020404030301010803" pitchFamily="18" charset="0"/>
                        </a:rPr>
                        <a:t>C: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L4=8x4</a:t>
                      </a:r>
                      <a:r>
                        <a:rPr lang="en-US" sz="1100" dirty="0">
                          <a:latin typeface="Garamond" panose="02020404030301010803" pitchFamily="18" charset="0"/>
                          <a:sym typeface="Wingdings" panose="05000000000000000000" pitchFamily="2" charset="2"/>
                        </a:rPr>
                        <a:t>x6=192/ 336</a:t>
                      </a:r>
                      <a:endParaRPr lang="en-US" sz="1100" dirty="0">
                        <a:latin typeface="Garamond" panose="02020404030301010803" pitchFamily="18" charset="0"/>
                      </a:endParaRPr>
                    </a:p>
                    <a:p>
                      <a:r>
                        <a:rPr lang="en-US" sz="1100" dirty="0">
                          <a:latin typeface="Garamond" panose="02020404030301010803" pitchFamily="18" charset="0"/>
                        </a:rPr>
                        <a:t>D: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L5=8x8</a:t>
                      </a:r>
                      <a:r>
                        <a:rPr lang="en-US" sz="1100" dirty="0">
                          <a:latin typeface="Garamond" panose="02020404030301010803" pitchFamily="18" charset="0"/>
                          <a:sym typeface="Wingdings" panose="05000000000000000000" pitchFamily="2" charset="2"/>
                        </a:rPr>
                        <a:t>x6=384/ 720</a:t>
                      </a:r>
                      <a:endParaRPr lang="en-US" sz="1100" dirty="0">
                        <a:latin typeface="Garamond" panose="02020404030301010803" pitchFamily="18" charset="0"/>
                      </a:endParaRPr>
                    </a:p>
                    <a:p>
                      <a:r>
                        <a:rPr lang="en-US" sz="1100" dirty="0">
                          <a:latin typeface="Garamond" panose="02020404030301010803" pitchFamily="18" charset="0"/>
                        </a:rPr>
                        <a:t>E: V1</a:t>
                      </a:r>
                      <a:r>
                        <a:rPr lang="en-US" sz="1100" dirty="0">
                          <a:latin typeface="Garamond" panose="02020404030301010803" pitchFamily="18" charset="0"/>
                          <a:sym typeface="Wingdings" panose="05000000000000000000" pitchFamily="2" charset="2"/>
                        </a:rPr>
                        <a:t> L6</a:t>
                      </a:r>
                      <a:r>
                        <a:rPr lang="en-US" sz="1100" dirty="0">
                          <a:latin typeface="Garamond" panose="02020404030301010803" pitchFamily="18" charset="0"/>
                        </a:rPr>
                        <a:t>=8x16</a:t>
                      </a:r>
                      <a:r>
                        <a:rPr lang="en-US" sz="1100" dirty="0">
                          <a:latin typeface="Garamond" panose="02020404030301010803" pitchFamily="18" charset="0"/>
                          <a:sym typeface="Wingdings" panose="05000000000000000000" pitchFamily="2" charset="2"/>
                        </a:rPr>
                        <a:t>x6=768/ 1488</a:t>
                      </a:r>
                      <a:endParaRPr lang="en-US" sz="1100" dirty="0">
                        <a:latin typeface="Garamond" panose="02020404030301010803" pitchFamily="18" charset="0"/>
                      </a:endParaRPr>
                    </a:p>
                    <a:p>
                      <a:r>
                        <a:rPr lang="en-US" sz="1100" dirty="0">
                          <a:latin typeface="Garamond" panose="02020404030301010803" pitchFamily="18" charset="0"/>
                        </a:rPr>
                        <a:t>F: V1</a:t>
                      </a:r>
                      <a:r>
                        <a:rPr lang="en-US" sz="1100" dirty="0">
                          <a:latin typeface="Garamond" panose="02020404030301010803" pitchFamily="18" charset="0"/>
                          <a:sym typeface="Wingdings" panose="05000000000000000000" pitchFamily="2" charset="2"/>
                        </a:rPr>
                        <a:t> </a:t>
                      </a:r>
                      <a:r>
                        <a:rPr lang="en-US" sz="1100" dirty="0">
                          <a:latin typeface="Garamond" panose="02020404030301010803" pitchFamily="18" charset="0"/>
                        </a:rPr>
                        <a:t>L7=8x32x6=1536/3024</a:t>
                      </a:r>
                    </a:p>
                    <a:p>
                      <a:r>
                        <a:rPr lang="en-US" sz="1100" dirty="0">
                          <a:latin typeface="Garamond" panose="02020404030301010803" pitchFamily="18" charset="0"/>
                        </a:rPr>
                        <a:t>G: V1</a:t>
                      </a:r>
                      <a:r>
                        <a:rPr lang="en-US" sz="1100" dirty="0">
                          <a:latin typeface="Garamond" panose="02020404030301010803" pitchFamily="18" charset="0"/>
                          <a:sym typeface="Wingdings" panose="05000000000000000000" pitchFamily="2" charset="2"/>
                        </a:rPr>
                        <a:t></a:t>
                      </a:r>
                      <a:r>
                        <a:rPr lang="en-US" sz="1100" dirty="0">
                          <a:latin typeface="Garamond" panose="02020404030301010803" pitchFamily="18" charset="0"/>
                        </a:rPr>
                        <a:t>L8=8x64</a:t>
                      </a:r>
                      <a:r>
                        <a:rPr lang="en-US" sz="1100" dirty="0">
                          <a:latin typeface="Garamond" panose="02020404030301010803" pitchFamily="18" charset="0"/>
                          <a:sym typeface="Wingdings" panose="05000000000000000000" pitchFamily="2" charset="2"/>
                        </a:rPr>
                        <a:t>x6=3072/6096</a:t>
                      </a:r>
                      <a:endParaRPr lang="en-US" sz="1100" dirty="0">
                        <a:latin typeface="Garamond" panose="02020404030301010803" pitchFamily="18" charset="0"/>
                      </a:endParaRPr>
                    </a:p>
                    <a:p>
                      <a:r>
                        <a:rPr lang="en-US" sz="1100" dirty="0">
                          <a:solidFill>
                            <a:srgbClr val="C00000"/>
                          </a:solidFill>
                          <a:latin typeface="Garamond" panose="02020404030301010803" pitchFamily="18" charset="0"/>
                        </a:rPr>
                        <a:t>H: </a:t>
                      </a:r>
                      <a:r>
                        <a:rPr lang="en-US" sz="1100" dirty="0">
                          <a:solidFill>
                            <a:schemeClr val="tx1"/>
                          </a:solidFill>
                          <a:latin typeface="Garamond" panose="02020404030301010803" pitchFamily="18" charset="0"/>
                        </a:rPr>
                        <a:t>V1</a:t>
                      </a:r>
                      <a:r>
                        <a:rPr lang="en-US" sz="1100" dirty="0">
                          <a:solidFill>
                            <a:schemeClr val="tx1"/>
                          </a:solidFill>
                          <a:latin typeface="Garamond" panose="02020404030301010803" pitchFamily="18" charset="0"/>
                          <a:sym typeface="Wingdings" panose="05000000000000000000" pitchFamily="2" charset="2"/>
                        </a:rPr>
                        <a:t></a:t>
                      </a:r>
                      <a:r>
                        <a:rPr lang="en-US" sz="1100" dirty="0">
                          <a:solidFill>
                            <a:srgbClr val="C00000"/>
                          </a:solidFill>
                          <a:latin typeface="Garamond" panose="02020404030301010803" pitchFamily="18" charset="0"/>
                        </a:rPr>
                        <a:t>L9</a:t>
                      </a:r>
                      <a:r>
                        <a:rPr lang="en-US" sz="1100" dirty="0">
                          <a:solidFill>
                            <a:schemeClr val="tx1"/>
                          </a:solidFill>
                          <a:latin typeface="Garamond" panose="02020404030301010803" pitchFamily="18" charset="0"/>
                        </a:rPr>
                        <a:t>=8x</a:t>
                      </a:r>
                      <a:r>
                        <a:rPr lang="en-US" sz="1100" dirty="0">
                          <a:solidFill>
                            <a:srgbClr val="C00000"/>
                          </a:solidFill>
                          <a:latin typeface="Garamond" panose="02020404030301010803" pitchFamily="18" charset="0"/>
                        </a:rPr>
                        <a:t>128</a:t>
                      </a:r>
                      <a:r>
                        <a:rPr lang="en-US" sz="1100" dirty="0">
                          <a:solidFill>
                            <a:schemeClr val="tx1"/>
                          </a:solidFill>
                          <a:latin typeface="Garamond" panose="02020404030301010803" pitchFamily="18" charset="0"/>
                          <a:sym typeface="Wingdings" panose="05000000000000000000" pitchFamily="2" charset="2"/>
                        </a:rPr>
                        <a:t>x6=6144/12240</a:t>
                      </a:r>
                      <a:endParaRPr lang="en-US" sz="1100" dirty="0">
                        <a:solidFill>
                          <a:schemeClr val="tx1"/>
                        </a:solidFill>
                        <a:latin typeface="Garamond" panose="02020404030301010803" pitchFamily="18" charset="0"/>
                      </a:endParaRPr>
                    </a:p>
                  </a:txBody>
                  <a:tcPr/>
                </a:tc>
                <a:tc hMerge="1">
                  <a:txBody>
                    <a:bodyPr/>
                    <a:lstStyle/>
                    <a:p>
                      <a:endParaRPr lang="en-US"/>
                    </a:p>
                  </a:txBody>
                  <a:tcPr/>
                </a:tc>
                <a:tc>
                  <a:txBody>
                    <a:bodyPr/>
                    <a:lstStyle/>
                    <a:p>
                      <a:r>
                        <a:rPr lang="en-US" sz="1200" dirty="0">
                          <a:solidFill>
                            <a:schemeClr val="tx1"/>
                          </a:solidFill>
                          <a:latin typeface="Garamond" panose="02020404030301010803" pitchFamily="18" charset="0"/>
                        </a:rPr>
                        <a:t>Depend on position at Plan A</a:t>
                      </a:r>
                    </a:p>
                  </a:txBody>
                  <a:tcPr/>
                </a:tc>
                <a:extLst>
                  <a:ext uri="{0D108BD9-81ED-4DB2-BD59-A6C34878D82A}">
                    <a16:rowId xmlns:a16="http://schemas.microsoft.com/office/drawing/2014/main" val="1045630114"/>
                  </a:ext>
                </a:extLst>
              </a:tr>
              <a:tr h="286512">
                <a:tc>
                  <a:txBody>
                    <a:bodyPr/>
                    <a:lstStyle/>
                    <a:p>
                      <a:endParaRPr lang="en-US" sz="1000" dirty="0">
                        <a:latin typeface="Garamond" panose="02020404030301010803" pitchFamily="18" charset="0"/>
                      </a:endParaRPr>
                    </a:p>
                  </a:txBody>
                  <a:tcPr/>
                </a:tc>
                <a:tc gridSpan="2">
                  <a:txBody>
                    <a:bodyPr/>
                    <a:lstStyle/>
                    <a:p>
                      <a:r>
                        <a:rPr lang="en-US" sz="1200" dirty="0">
                          <a:latin typeface="Garamond" panose="02020404030301010803" pitchFamily="18" charset="0"/>
                        </a:rPr>
                        <a:t>8 x </a:t>
                      </a:r>
                      <a:r>
                        <a:rPr lang="en-US" sz="1200" dirty="0">
                          <a:solidFill>
                            <a:srgbClr val="FF0000"/>
                          </a:solidFill>
                          <a:latin typeface="Garamond" panose="02020404030301010803" pitchFamily="18" charset="0"/>
                        </a:rPr>
                        <a:t>255</a:t>
                      </a:r>
                      <a:r>
                        <a:rPr lang="en-US" sz="1200" dirty="0">
                          <a:latin typeface="Garamond" panose="02020404030301010803" pitchFamily="18" charset="0"/>
                        </a:rPr>
                        <a:t> x 12 = 24,480.00</a:t>
                      </a:r>
                    </a:p>
                  </a:txBody>
                  <a:tcPr/>
                </a:tc>
                <a:tc hMerge="1">
                  <a:txBody>
                    <a:bodyPr/>
                    <a:lstStyle/>
                    <a:p>
                      <a:endParaRPr lang="en-US"/>
                    </a:p>
                  </a:txBody>
                  <a:tcPr/>
                </a:tc>
                <a:tc>
                  <a:txBody>
                    <a:bodyPr/>
                    <a:lstStyle/>
                    <a:p>
                      <a:r>
                        <a:rPr lang="en-US" sz="1200" dirty="0">
                          <a:latin typeface="Garamond" panose="02020404030301010803" pitchFamily="18" charset="0"/>
                        </a:rPr>
                        <a:t>L1 = 8 x </a:t>
                      </a:r>
                      <a:r>
                        <a:rPr lang="en-US" sz="1200" dirty="0">
                          <a:solidFill>
                            <a:srgbClr val="FF0000"/>
                          </a:solidFill>
                          <a:latin typeface="Garamond" panose="02020404030301010803" pitchFamily="18" charset="0"/>
                        </a:rPr>
                        <a:t>127</a:t>
                      </a:r>
                      <a:r>
                        <a:rPr lang="en-US" sz="1200" dirty="0">
                          <a:latin typeface="Garamond" panose="02020404030301010803" pitchFamily="18" charset="0"/>
                        </a:rPr>
                        <a:t> x 2.4 =2,438.40</a:t>
                      </a:r>
                    </a:p>
                  </a:txBody>
                  <a:tcPr/>
                </a:tc>
                <a:tc gridSpan="2">
                  <a:txBody>
                    <a:bodyPr/>
                    <a:lstStyle/>
                    <a:p>
                      <a:r>
                        <a:rPr lang="en-US" sz="1200" dirty="0">
                          <a:latin typeface="Garamond" panose="02020404030301010803" pitchFamily="18" charset="0"/>
                        </a:rPr>
                        <a:t>Total = 8 x </a:t>
                      </a:r>
                      <a:r>
                        <a:rPr lang="en-US" sz="1200" dirty="0">
                          <a:solidFill>
                            <a:srgbClr val="FF0000"/>
                          </a:solidFill>
                          <a:latin typeface="Garamond" panose="02020404030301010803" pitchFamily="18" charset="0"/>
                        </a:rPr>
                        <a:t>255</a:t>
                      </a:r>
                      <a:r>
                        <a:rPr lang="en-US" sz="1200" dirty="0">
                          <a:latin typeface="Garamond" panose="02020404030301010803" pitchFamily="18" charset="0"/>
                        </a:rPr>
                        <a:t> x 1.2 = 2,448.00</a:t>
                      </a:r>
                    </a:p>
                  </a:txBody>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Garamond" panose="02020404030301010803" pitchFamily="18" charset="0"/>
                        </a:rPr>
                        <a:t>Total = 8 x </a:t>
                      </a:r>
                      <a:r>
                        <a:rPr lang="en-US" sz="1200" dirty="0">
                          <a:solidFill>
                            <a:srgbClr val="FF0000"/>
                          </a:solidFill>
                          <a:latin typeface="Garamond" panose="02020404030301010803" pitchFamily="18" charset="0"/>
                        </a:rPr>
                        <a:t>255</a:t>
                      </a:r>
                      <a:r>
                        <a:rPr lang="en-US" sz="1200" dirty="0">
                          <a:latin typeface="Garamond" panose="02020404030301010803" pitchFamily="18" charset="0"/>
                        </a:rPr>
                        <a:t>x6 = 12,240.00</a:t>
                      </a:r>
                    </a:p>
                  </a:txBody>
                  <a:tcPr/>
                </a:tc>
                <a:tc h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Garamond" panose="02020404030301010803" pitchFamily="18" charset="0"/>
                      </a:endParaRPr>
                    </a:p>
                  </a:txBody>
                  <a:tcPr/>
                </a:tc>
                <a:extLst>
                  <a:ext uri="{0D108BD9-81ED-4DB2-BD59-A6C34878D82A}">
                    <a16:rowId xmlns:a16="http://schemas.microsoft.com/office/drawing/2014/main" val="4091494062"/>
                  </a:ext>
                </a:extLst>
              </a:tr>
            </a:tbl>
          </a:graphicData>
        </a:graphic>
      </p:graphicFrame>
      <p:sp>
        <p:nvSpPr>
          <p:cNvPr id="4" name="TextBox 3">
            <a:extLst>
              <a:ext uri="{FF2B5EF4-FFF2-40B4-BE49-F238E27FC236}">
                <a16:creationId xmlns:a16="http://schemas.microsoft.com/office/drawing/2014/main" id="{CE3D08E0-FC5B-4D75-9574-F59A402A9FE9}"/>
              </a:ext>
            </a:extLst>
          </p:cNvPr>
          <p:cNvSpPr txBox="1"/>
          <p:nvPr/>
        </p:nvSpPr>
        <p:spPr>
          <a:xfrm>
            <a:off x="3433572" y="4217562"/>
            <a:ext cx="2136290" cy="276999"/>
          </a:xfrm>
          <a:prstGeom prst="rect">
            <a:avLst/>
          </a:prstGeom>
          <a:noFill/>
        </p:spPr>
        <p:txBody>
          <a:bodyPr wrap="none" rtlCol="0">
            <a:spAutoFit/>
          </a:bodyPr>
          <a:lstStyle/>
          <a:p>
            <a:r>
              <a:rPr lang="en-US" sz="1200" dirty="0"/>
              <a:t>Level</a:t>
            </a:r>
            <a:r>
              <a:rPr lang="en-US" sz="1200" baseline="-25000" dirty="0">
                <a:solidFill>
                  <a:srgbClr val="FF0000"/>
                </a:solidFill>
              </a:rPr>
              <a:t>v3</a:t>
            </a:r>
            <a:r>
              <a:rPr lang="en-US" sz="1200" dirty="0"/>
              <a:t> = distance at 5 + </a:t>
            </a:r>
            <a:r>
              <a:rPr lang="en-US" sz="1200" dirty="0">
                <a:solidFill>
                  <a:srgbClr val="FF0000"/>
                </a:solidFill>
              </a:rPr>
              <a:t>3</a:t>
            </a:r>
            <a:r>
              <a:rPr lang="en-US" sz="1200" dirty="0"/>
              <a:t> = L</a:t>
            </a:r>
            <a:r>
              <a:rPr lang="en-US" sz="1200" baseline="-25000" dirty="0"/>
              <a:t>8</a:t>
            </a:r>
            <a:endParaRPr lang="en-US" sz="1200" dirty="0"/>
          </a:p>
        </p:txBody>
      </p:sp>
      <p:sp>
        <p:nvSpPr>
          <p:cNvPr id="6" name="TextBox 5">
            <a:extLst>
              <a:ext uri="{FF2B5EF4-FFF2-40B4-BE49-F238E27FC236}">
                <a16:creationId xmlns:a16="http://schemas.microsoft.com/office/drawing/2014/main" id="{02CF4ED8-B9BC-E2E7-F9C0-C508E3A45ECD}"/>
              </a:ext>
            </a:extLst>
          </p:cNvPr>
          <p:cNvSpPr txBox="1"/>
          <p:nvPr/>
        </p:nvSpPr>
        <p:spPr>
          <a:xfrm>
            <a:off x="3433572" y="4494561"/>
            <a:ext cx="2190793" cy="276999"/>
          </a:xfrm>
          <a:prstGeom prst="rect">
            <a:avLst/>
          </a:prstGeom>
          <a:noFill/>
        </p:spPr>
        <p:txBody>
          <a:bodyPr wrap="none" rtlCol="0">
            <a:spAutoFit/>
          </a:bodyPr>
          <a:lstStyle/>
          <a:p>
            <a:r>
              <a:rPr lang="en-US" sz="1200" dirty="0"/>
              <a:t>Level</a:t>
            </a:r>
            <a:r>
              <a:rPr lang="en-US" sz="1200" baseline="-25000" dirty="0">
                <a:solidFill>
                  <a:srgbClr val="FF0000"/>
                </a:solidFill>
              </a:rPr>
              <a:t>v4</a:t>
            </a:r>
            <a:r>
              <a:rPr lang="en-US" sz="1200" dirty="0"/>
              <a:t> = distance at 5 + </a:t>
            </a:r>
            <a:r>
              <a:rPr lang="en-US" sz="1200" dirty="0">
                <a:solidFill>
                  <a:srgbClr val="FF0000"/>
                </a:solidFill>
              </a:rPr>
              <a:t>4</a:t>
            </a:r>
            <a:r>
              <a:rPr lang="en-US" sz="1200" dirty="0"/>
              <a:t> = L</a:t>
            </a:r>
            <a:r>
              <a:rPr lang="en-US" sz="1200" baseline="-25000" dirty="0"/>
              <a:t>9</a:t>
            </a:r>
            <a:endParaRPr lang="en-US" sz="1200" dirty="0"/>
          </a:p>
        </p:txBody>
      </p:sp>
    </p:spTree>
    <p:extLst>
      <p:ext uri="{BB962C8B-B14F-4D97-AF65-F5344CB8AC3E}">
        <p14:creationId xmlns:p14="http://schemas.microsoft.com/office/powerpoint/2010/main" val="156024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 name="Group 150">
            <a:extLst>
              <a:ext uri="{FF2B5EF4-FFF2-40B4-BE49-F238E27FC236}">
                <a16:creationId xmlns:a16="http://schemas.microsoft.com/office/drawing/2014/main" id="{BAA586F1-1F84-6451-CFA1-FBC8C2AC87E1}"/>
              </a:ext>
            </a:extLst>
          </p:cNvPr>
          <p:cNvGrpSpPr/>
          <p:nvPr/>
        </p:nvGrpSpPr>
        <p:grpSpPr>
          <a:xfrm>
            <a:off x="2222313" y="1024682"/>
            <a:ext cx="567246" cy="272034"/>
            <a:chOff x="670604" y="664464"/>
            <a:chExt cx="567246" cy="272034"/>
          </a:xfrm>
        </p:grpSpPr>
        <p:sp>
          <p:nvSpPr>
            <p:cNvPr id="4" name="Oval 3">
              <a:extLst>
                <a:ext uri="{FF2B5EF4-FFF2-40B4-BE49-F238E27FC236}">
                  <a16:creationId xmlns:a16="http://schemas.microsoft.com/office/drawing/2014/main" id="{F55DD481-042A-48E7-4D4C-B0DF7F8CE1B8}"/>
                </a:ext>
              </a:extLst>
            </p:cNvPr>
            <p:cNvSpPr/>
            <p:nvPr/>
          </p:nvSpPr>
          <p:spPr>
            <a:xfrm>
              <a:off x="941832" y="664464"/>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24BDC78-E6DE-7830-0B4D-98ADACB6EFC6}"/>
                </a:ext>
              </a:extLst>
            </p:cNvPr>
            <p:cNvSpPr txBox="1"/>
            <p:nvPr/>
          </p:nvSpPr>
          <p:spPr>
            <a:xfrm>
              <a:off x="670604" y="690277"/>
              <a:ext cx="271228" cy="246221"/>
            </a:xfrm>
            <a:prstGeom prst="rect">
              <a:avLst/>
            </a:prstGeom>
            <a:noFill/>
          </p:spPr>
          <p:txBody>
            <a:bodyPr wrap="none" rtlCol="0">
              <a:spAutoFit/>
            </a:bodyPr>
            <a:lstStyle/>
            <a:p>
              <a:r>
                <a:rPr lang="en-US" sz="1000" dirty="0">
                  <a:latin typeface="Garamond" panose="02020404030301010803" pitchFamily="18" charset="0"/>
                </a:rPr>
                <a:t>A</a:t>
              </a:r>
            </a:p>
          </p:txBody>
        </p:sp>
        <p:sp>
          <p:nvSpPr>
            <p:cNvPr id="100" name="TextBox 99">
              <a:extLst>
                <a:ext uri="{FF2B5EF4-FFF2-40B4-BE49-F238E27FC236}">
                  <a16:creationId xmlns:a16="http://schemas.microsoft.com/office/drawing/2014/main" id="{FA6E44F0-3B13-5AFE-6D04-4DB8AA13941B}"/>
                </a:ext>
              </a:extLst>
            </p:cNvPr>
            <p:cNvSpPr txBox="1"/>
            <p:nvPr/>
          </p:nvSpPr>
          <p:spPr>
            <a:xfrm>
              <a:off x="920134" y="682132"/>
              <a:ext cx="317716" cy="246221"/>
            </a:xfrm>
            <a:prstGeom prst="rect">
              <a:avLst/>
            </a:prstGeom>
            <a:noFill/>
          </p:spPr>
          <p:txBody>
            <a:bodyPr wrap="none" rtlCol="0">
              <a:spAutoFit/>
            </a:bodyPr>
            <a:lstStyle/>
            <a:p>
              <a:r>
                <a:rPr lang="en-US" sz="1000" dirty="0"/>
                <a:t>L1</a:t>
              </a:r>
            </a:p>
          </p:txBody>
        </p:sp>
      </p:grpSp>
      <p:grpSp>
        <p:nvGrpSpPr>
          <p:cNvPr id="152" name="Group 151">
            <a:extLst>
              <a:ext uri="{FF2B5EF4-FFF2-40B4-BE49-F238E27FC236}">
                <a16:creationId xmlns:a16="http://schemas.microsoft.com/office/drawing/2014/main" id="{D12DB6A3-06E8-23B8-FFE2-EB26093D45DA}"/>
              </a:ext>
            </a:extLst>
          </p:cNvPr>
          <p:cNvGrpSpPr/>
          <p:nvPr/>
        </p:nvGrpSpPr>
        <p:grpSpPr>
          <a:xfrm>
            <a:off x="2161399" y="1460546"/>
            <a:ext cx="624342" cy="278892"/>
            <a:chOff x="609690" y="1100328"/>
            <a:chExt cx="624342" cy="278892"/>
          </a:xfrm>
        </p:grpSpPr>
        <p:sp>
          <p:nvSpPr>
            <p:cNvPr id="6" name="Oval 5">
              <a:extLst>
                <a:ext uri="{FF2B5EF4-FFF2-40B4-BE49-F238E27FC236}">
                  <a16:creationId xmlns:a16="http://schemas.microsoft.com/office/drawing/2014/main" id="{F2668B62-A633-6F2F-07E2-086724717729}"/>
                </a:ext>
              </a:extLst>
            </p:cNvPr>
            <p:cNvSpPr/>
            <p:nvPr/>
          </p:nvSpPr>
          <p:spPr>
            <a:xfrm>
              <a:off x="941832" y="1100328"/>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071753C-75B5-DD16-F799-6F3DC3B94B13}"/>
                </a:ext>
              </a:extLst>
            </p:cNvPr>
            <p:cNvSpPr txBox="1"/>
            <p:nvPr/>
          </p:nvSpPr>
          <p:spPr>
            <a:xfrm>
              <a:off x="609690" y="1132999"/>
              <a:ext cx="393056"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1</a:t>
              </a:r>
              <a:r>
                <a:rPr lang="en-US" sz="1000" dirty="0">
                  <a:latin typeface="Garamond" panose="02020404030301010803" pitchFamily="18" charset="0"/>
                </a:rPr>
                <a:t>A1</a:t>
              </a:r>
            </a:p>
          </p:txBody>
        </p:sp>
        <p:sp>
          <p:nvSpPr>
            <p:cNvPr id="102" name="TextBox 101">
              <a:extLst>
                <a:ext uri="{FF2B5EF4-FFF2-40B4-BE49-F238E27FC236}">
                  <a16:creationId xmlns:a16="http://schemas.microsoft.com/office/drawing/2014/main" id="{5423B381-80D0-F884-3346-4CD73BD04145}"/>
                </a:ext>
              </a:extLst>
            </p:cNvPr>
            <p:cNvSpPr txBox="1"/>
            <p:nvPr/>
          </p:nvSpPr>
          <p:spPr>
            <a:xfrm>
              <a:off x="916316" y="1119283"/>
              <a:ext cx="317716" cy="246221"/>
            </a:xfrm>
            <a:prstGeom prst="rect">
              <a:avLst/>
            </a:prstGeom>
            <a:noFill/>
          </p:spPr>
          <p:txBody>
            <a:bodyPr wrap="none" rtlCol="0">
              <a:spAutoFit/>
            </a:bodyPr>
            <a:lstStyle/>
            <a:p>
              <a:r>
                <a:rPr lang="en-US" sz="1000" dirty="0"/>
                <a:t>L2</a:t>
              </a:r>
            </a:p>
          </p:txBody>
        </p:sp>
      </p:grpSp>
      <p:grpSp>
        <p:nvGrpSpPr>
          <p:cNvPr id="153" name="Group 152">
            <a:extLst>
              <a:ext uri="{FF2B5EF4-FFF2-40B4-BE49-F238E27FC236}">
                <a16:creationId xmlns:a16="http://schemas.microsoft.com/office/drawing/2014/main" id="{3BC31851-92F1-977B-BBBE-033DF48C2F3A}"/>
              </a:ext>
            </a:extLst>
          </p:cNvPr>
          <p:cNvGrpSpPr/>
          <p:nvPr/>
        </p:nvGrpSpPr>
        <p:grpSpPr>
          <a:xfrm>
            <a:off x="2083157" y="1912745"/>
            <a:ext cx="702176" cy="265176"/>
            <a:chOff x="531448" y="1552527"/>
            <a:chExt cx="702176" cy="265176"/>
          </a:xfrm>
        </p:grpSpPr>
        <p:sp>
          <p:nvSpPr>
            <p:cNvPr id="8" name="Oval 7">
              <a:extLst>
                <a:ext uri="{FF2B5EF4-FFF2-40B4-BE49-F238E27FC236}">
                  <a16:creationId xmlns:a16="http://schemas.microsoft.com/office/drawing/2014/main" id="{ED45FB34-0DFD-1A5D-B596-F49843D331AB}"/>
                </a:ext>
              </a:extLst>
            </p:cNvPr>
            <p:cNvSpPr/>
            <p:nvPr/>
          </p:nvSpPr>
          <p:spPr>
            <a:xfrm>
              <a:off x="941832"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461E67B-5541-2CFC-F804-A9F007430AF1}"/>
                </a:ext>
              </a:extLst>
            </p:cNvPr>
            <p:cNvSpPr txBox="1"/>
            <p:nvPr/>
          </p:nvSpPr>
          <p:spPr>
            <a:xfrm>
              <a:off x="531448" y="1571481"/>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A1.1</a:t>
              </a:r>
            </a:p>
          </p:txBody>
        </p:sp>
        <p:sp>
          <p:nvSpPr>
            <p:cNvPr id="104" name="TextBox 103">
              <a:extLst>
                <a:ext uri="{FF2B5EF4-FFF2-40B4-BE49-F238E27FC236}">
                  <a16:creationId xmlns:a16="http://schemas.microsoft.com/office/drawing/2014/main" id="{AD30B2D5-51B8-EC39-3FA4-CECED3538A41}"/>
                </a:ext>
              </a:extLst>
            </p:cNvPr>
            <p:cNvSpPr txBox="1"/>
            <p:nvPr/>
          </p:nvSpPr>
          <p:spPr>
            <a:xfrm>
              <a:off x="915908" y="1562529"/>
              <a:ext cx="317716" cy="246221"/>
            </a:xfrm>
            <a:prstGeom prst="rect">
              <a:avLst/>
            </a:prstGeom>
            <a:noFill/>
          </p:spPr>
          <p:txBody>
            <a:bodyPr wrap="none" rtlCol="0">
              <a:spAutoFit/>
            </a:bodyPr>
            <a:lstStyle/>
            <a:p>
              <a:r>
                <a:rPr lang="en-US" sz="1000" dirty="0"/>
                <a:t>L3</a:t>
              </a:r>
            </a:p>
          </p:txBody>
        </p:sp>
      </p:grpSp>
      <p:grpSp>
        <p:nvGrpSpPr>
          <p:cNvPr id="160" name="Group 159">
            <a:extLst>
              <a:ext uri="{FF2B5EF4-FFF2-40B4-BE49-F238E27FC236}">
                <a16:creationId xmlns:a16="http://schemas.microsoft.com/office/drawing/2014/main" id="{F6A75C98-FA1C-4BF4-CF9E-CF98BF0A1689}"/>
              </a:ext>
            </a:extLst>
          </p:cNvPr>
          <p:cNvGrpSpPr/>
          <p:nvPr/>
        </p:nvGrpSpPr>
        <p:grpSpPr>
          <a:xfrm>
            <a:off x="3155093" y="1912745"/>
            <a:ext cx="679568" cy="265176"/>
            <a:chOff x="1603384" y="1552527"/>
            <a:chExt cx="679568" cy="265176"/>
          </a:xfrm>
        </p:grpSpPr>
        <p:sp>
          <p:nvSpPr>
            <p:cNvPr id="35" name="Oval 34">
              <a:extLst>
                <a:ext uri="{FF2B5EF4-FFF2-40B4-BE49-F238E27FC236}">
                  <a16:creationId xmlns:a16="http://schemas.microsoft.com/office/drawing/2014/main" id="{01334D72-DBAF-56DF-950F-CFA7C86A02C5}"/>
                </a:ext>
              </a:extLst>
            </p:cNvPr>
            <p:cNvSpPr/>
            <p:nvPr/>
          </p:nvSpPr>
          <p:spPr>
            <a:xfrm>
              <a:off x="199644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CE2F1E4-8623-444B-D83B-12CD8AA9251B}"/>
                </a:ext>
              </a:extLst>
            </p:cNvPr>
            <p:cNvSpPr txBox="1"/>
            <p:nvPr/>
          </p:nvSpPr>
          <p:spPr>
            <a:xfrm>
              <a:off x="1603384" y="1571482"/>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A2.1</a:t>
              </a:r>
            </a:p>
          </p:txBody>
        </p:sp>
        <p:sp>
          <p:nvSpPr>
            <p:cNvPr id="106" name="TextBox 105">
              <a:extLst>
                <a:ext uri="{FF2B5EF4-FFF2-40B4-BE49-F238E27FC236}">
                  <a16:creationId xmlns:a16="http://schemas.microsoft.com/office/drawing/2014/main" id="{40CBA107-6F71-D669-C6EA-F900F1E84507}"/>
                </a:ext>
              </a:extLst>
            </p:cNvPr>
            <p:cNvSpPr txBox="1"/>
            <p:nvPr/>
          </p:nvSpPr>
          <p:spPr>
            <a:xfrm>
              <a:off x="1965236" y="1568859"/>
              <a:ext cx="317716" cy="246221"/>
            </a:xfrm>
            <a:prstGeom prst="rect">
              <a:avLst/>
            </a:prstGeom>
            <a:noFill/>
          </p:spPr>
          <p:txBody>
            <a:bodyPr wrap="none" rtlCol="0">
              <a:spAutoFit/>
            </a:bodyPr>
            <a:lstStyle/>
            <a:p>
              <a:r>
                <a:rPr lang="en-US" sz="1000" dirty="0"/>
                <a:t>L3</a:t>
              </a:r>
            </a:p>
          </p:txBody>
        </p:sp>
      </p:grpSp>
      <p:grpSp>
        <p:nvGrpSpPr>
          <p:cNvPr id="165" name="Group 164">
            <a:extLst>
              <a:ext uri="{FF2B5EF4-FFF2-40B4-BE49-F238E27FC236}">
                <a16:creationId xmlns:a16="http://schemas.microsoft.com/office/drawing/2014/main" id="{BB3002E0-3C58-D100-8CC3-7C6E8145E3A1}"/>
              </a:ext>
            </a:extLst>
          </p:cNvPr>
          <p:cNvGrpSpPr/>
          <p:nvPr/>
        </p:nvGrpSpPr>
        <p:grpSpPr>
          <a:xfrm>
            <a:off x="3952259" y="1912745"/>
            <a:ext cx="684252" cy="265176"/>
            <a:chOff x="2400550" y="1552527"/>
            <a:chExt cx="684252" cy="265176"/>
          </a:xfrm>
        </p:grpSpPr>
        <p:sp>
          <p:nvSpPr>
            <p:cNvPr id="43" name="Oval 42">
              <a:extLst>
                <a:ext uri="{FF2B5EF4-FFF2-40B4-BE49-F238E27FC236}">
                  <a16:creationId xmlns:a16="http://schemas.microsoft.com/office/drawing/2014/main" id="{6471C122-CAFD-CD1E-6D1E-65942ADD2F2B}"/>
                </a:ext>
              </a:extLst>
            </p:cNvPr>
            <p:cNvSpPr/>
            <p:nvPr/>
          </p:nvSpPr>
          <p:spPr>
            <a:xfrm>
              <a:off x="2793606"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356A59E6-840D-4E26-41BB-9C1019A92DF3}"/>
                </a:ext>
              </a:extLst>
            </p:cNvPr>
            <p:cNvSpPr txBox="1"/>
            <p:nvPr/>
          </p:nvSpPr>
          <p:spPr>
            <a:xfrm>
              <a:off x="2400550" y="1571482"/>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A2.2</a:t>
              </a:r>
            </a:p>
          </p:txBody>
        </p:sp>
        <p:sp>
          <p:nvSpPr>
            <p:cNvPr id="108" name="TextBox 107">
              <a:extLst>
                <a:ext uri="{FF2B5EF4-FFF2-40B4-BE49-F238E27FC236}">
                  <a16:creationId xmlns:a16="http://schemas.microsoft.com/office/drawing/2014/main" id="{C312119C-E615-F0CA-4228-2F4C20602E3A}"/>
                </a:ext>
              </a:extLst>
            </p:cNvPr>
            <p:cNvSpPr txBox="1"/>
            <p:nvPr/>
          </p:nvSpPr>
          <p:spPr>
            <a:xfrm>
              <a:off x="2767086" y="1568861"/>
              <a:ext cx="317716" cy="246221"/>
            </a:xfrm>
            <a:prstGeom prst="rect">
              <a:avLst/>
            </a:prstGeom>
            <a:noFill/>
          </p:spPr>
          <p:txBody>
            <a:bodyPr wrap="none" rtlCol="0">
              <a:spAutoFit/>
            </a:bodyPr>
            <a:lstStyle/>
            <a:p>
              <a:r>
                <a:rPr lang="en-US" sz="1000" dirty="0"/>
                <a:t>L3</a:t>
              </a:r>
            </a:p>
          </p:txBody>
        </p:sp>
      </p:grpSp>
      <p:grpSp>
        <p:nvGrpSpPr>
          <p:cNvPr id="166" name="Group 165">
            <a:extLst>
              <a:ext uri="{FF2B5EF4-FFF2-40B4-BE49-F238E27FC236}">
                <a16:creationId xmlns:a16="http://schemas.microsoft.com/office/drawing/2014/main" id="{A20AEBFE-E1FF-1B87-5C81-1AD8FAF9D24D}"/>
              </a:ext>
            </a:extLst>
          </p:cNvPr>
          <p:cNvGrpSpPr/>
          <p:nvPr/>
        </p:nvGrpSpPr>
        <p:grpSpPr>
          <a:xfrm>
            <a:off x="4881763" y="1912745"/>
            <a:ext cx="689074" cy="265176"/>
            <a:chOff x="3330054" y="1552527"/>
            <a:chExt cx="689074" cy="265176"/>
          </a:xfrm>
        </p:grpSpPr>
        <p:sp>
          <p:nvSpPr>
            <p:cNvPr id="47" name="Oval 46">
              <a:extLst>
                <a:ext uri="{FF2B5EF4-FFF2-40B4-BE49-F238E27FC236}">
                  <a16:creationId xmlns:a16="http://schemas.microsoft.com/office/drawing/2014/main" id="{05C8C013-BEA3-F093-EFCE-E13F90539DAA}"/>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B7EA08C6-FA44-E32F-643C-3D168F8E8D45}"/>
                </a:ext>
              </a:extLst>
            </p:cNvPr>
            <p:cNvSpPr txBox="1"/>
            <p:nvPr/>
          </p:nvSpPr>
          <p:spPr>
            <a:xfrm>
              <a:off x="3330054" y="1571482"/>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A2.3</a:t>
              </a:r>
            </a:p>
          </p:txBody>
        </p:sp>
        <p:sp>
          <p:nvSpPr>
            <p:cNvPr id="110" name="TextBox 109">
              <a:extLst>
                <a:ext uri="{FF2B5EF4-FFF2-40B4-BE49-F238E27FC236}">
                  <a16:creationId xmlns:a16="http://schemas.microsoft.com/office/drawing/2014/main" id="{23069410-BA4D-09D2-6753-E872E2A7AA89}"/>
                </a:ext>
              </a:extLst>
            </p:cNvPr>
            <p:cNvSpPr txBox="1"/>
            <p:nvPr/>
          </p:nvSpPr>
          <p:spPr>
            <a:xfrm>
              <a:off x="3701412" y="1568860"/>
              <a:ext cx="317716" cy="246221"/>
            </a:xfrm>
            <a:prstGeom prst="rect">
              <a:avLst/>
            </a:prstGeom>
            <a:noFill/>
          </p:spPr>
          <p:txBody>
            <a:bodyPr wrap="none" rtlCol="0">
              <a:spAutoFit/>
            </a:bodyPr>
            <a:lstStyle/>
            <a:p>
              <a:r>
                <a:rPr lang="en-US" sz="1000" dirty="0"/>
                <a:t>L3</a:t>
              </a:r>
            </a:p>
          </p:txBody>
        </p:sp>
      </p:grpSp>
      <p:grpSp>
        <p:nvGrpSpPr>
          <p:cNvPr id="159" name="Group 158">
            <a:extLst>
              <a:ext uri="{FF2B5EF4-FFF2-40B4-BE49-F238E27FC236}">
                <a16:creationId xmlns:a16="http://schemas.microsoft.com/office/drawing/2014/main" id="{441B1260-A2FE-E34F-3D2D-001BDBC47CE5}"/>
              </a:ext>
            </a:extLst>
          </p:cNvPr>
          <p:cNvGrpSpPr/>
          <p:nvPr/>
        </p:nvGrpSpPr>
        <p:grpSpPr>
          <a:xfrm>
            <a:off x="3155093" y="1460546"/>
            <a:ext cx="689074" cy="278891"/>
            <a:chOff x="1603384" y="1100328"/>
            <a:chExt cx="689074" cy="278891"/>
          </a:xfrm>
        </p:grpSpPr>
        <p:sp>
          <p:nvSpPr>
            <p:cNvPr id="22" name="Oval 21">
              <a:extLst>
                <a:ext uri="{FF2B5EF4-FFF2-40B4-BE49-F238E27FC236}">
                  <a16:creationId xmlns:a16="http://schemas.microsoft.com/office/drawing/2014/main" id="{699F3CDF-B354-D877-43A0-6E7769D2D055}"/>
                </a:ext>
              </a:extLst>
            </p:cNvPr>
            <p:cNvSpPr/>
            <p:nvPr/>
          </p:nvSpPr>
          <p:spPr>
            <a:xfrm>
              <a:off x="1996440" y="1100328"/>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4A54026-BF5D-B718-FBA7-899F87D46E69}"/>
                </a:ext>
              </a:extLst>
            </p:cNvPr>
            <p:cNvSpPr txBox="1"/>
            <p:nvPr/>
          </p:nvSpPr>
          <p:spPr>
            <a:xfrm>
              <a:off x="1603384" y="1132998"/>
              <a:ext cx="393056"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1</a:t>
              </a:r>
              <a:r>
                <a:rPr lang="en-US" sz="1000" dirty="0">
                  <a:latin typeface="Garamond" panose="02020404030301010803" pitchFamily="18" charset="0"/>
                </a:rPr>
                <a:t>A2</a:t>
              </a:r>
            </a:p>
          </p:txBody>
        </p:sp>
        <p:sp>
          <p:nvSpPr>
            <p:cNvPr id="112" name="TextBox 111">
              <a:extLst>
                <a:ext uri="{FF2B5EF4-FFF2-40B4-BE49-F238E27FC236}">
                  <a16:creationId xmlns:a16="http://schemas.microsoft.com/office/drawing/2014/main" id="{886592EF-46E8-CE85-F707-90312B3F427C}"/>
                </a:ext>
              </a:extLst>
            </p:cNvPr>
            <p:cNvSpPr txBox="1"/>
            <p:nvPr/>
          </p:nvSpPr>
          <p:spPr>
            <a:xfrm>
              <a:off x="1974742" y="1115497"/>
              <a:ext cx="317716" cy="246221"/>
            </a:xfrm>
            <a:prstGeom prst="rect">
              <a:avLst/>
            </a:prstGeom>
            <a:noFill/>
          </p:spPr>
          <p:txBody>
            <a:bodyPr wrap="none" rtlCol="0">
              <a:spAutoFit/>
            </a:bodyPr>
            <a:lstStyle/>
            <a:p>
              <a:r>
                <a:rPr lang="en-US" sz="1000" dirty="0"/>
                <a:t>L2</a:t>
              </a:r>
            </a:p>
          </p:txBody>
        </p:sp>
      </p:grpSp>
      <p:grpSp>
        <p:nvGrpSpPr>
          <p:cNvPr id="164" name="Group 163">
            <a:extLst>
              <a:ext uri="{FF2B5EF4-FFF2-40B4-BE49-F238E27FC236}">
                <a16:creationId xmlns:a16="http://schemas.microsoft.com/office/drawing/2014/main" id="{F40B4F2E-F3ED-262F-4AE7-4BEC4FC77617}"/>
              </a:ext>
            </a:extLst>
          </p:cNvPr>
          <p:cNvGrpSpPr/>
          <p:nvPr/>
        </p:nvGrpSpPr>
        <p:grpSpPr>
          <a:xfrm>
            <a:off x="5574944" y="1460546"/>
            <a:ext cx="688981" cy="278891"/>
            <a:chOff x="2663816" y="1100328"/>
            <a:chExt cx="688981" cy="278891"/>
          </a:xfrm>
        </p:grpSpPr>
        <p:sp>
          <p:nvSpPr>
            <p:cNvPr id="24" name="Oval 23">
              <a:extLst>
                <a:ext uri="{FF2B5EF4-FFF2-40B4-BE49-F238E27FC236}">
                  <a16:creationId xmlns:a16="http://schemas.microsoft.com/office/drawing/2014/main" id="{25EF4469-004C-D6AC-D018-F268776EED54}"/>
                </a:ext>
              </a:extLst>
            </p:cNvPr>
            <p:cNvSpPr/>
            <p:nvPr/>
          </p:nvSpPr>
          <p:spPr>
            <a:xfrm>
              <a:off x="3051048" y="1100328"/>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5B406F2-511D-EA03-F509-B2EA8D87707B}"/>
                </a:ext>
              </a:extLst>
            </p:cNvPr>
            <p:cNvSpPr txBox="1"/>
            <p:nvPr/>
          </p:nvSpPr>
          <p:spPr>
            <a:xfrm>
              <a:off x="2663816" y="1132998"/>
              <a:ext cx="393056"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1</a:t>
              </a:r>
              <a:r>
                <a:rPr lang="en-US" sz="1000" dirty="0">
                  <a:latin typeface="Garamond" panose="02020404030301010803" pitchFamily="18" charset="0"/>
                </a:rPr>
                <a:t>A3</a:t>
              </a:r>
            </a:p>
          </p:txBody>
        </p:sp>
        <p:sp>
          <p:nvSpPr>
            <p:cNvPr id="114" name="TextBox 113">
              <a:extLst>
                <a:ext uri="{FF2B5EF4-FFF2-40B4-BE49-F238E27FC236}">
                  <a16:creationId xmlns:a16="http://schemas.microsoft.com/office/drawing/2014/main" id="{11F024A7-4C43-A2F9-9A51-9D3633DC4E7C}"/>
                </a:ext>
              </a:extLst>
            </p:cNvPr>
            <p:cNvSpPr txBox="1"/>
            <p:nvPr/>
          </p:nvSpPr>
          <p:spPr>
            <a:xfrm>
              <a:off x="3035081" y="1115497"/>
              <a:ext cx="317716" cy="246221"/>
            </a:xfrm>
            <a:prstGeom prst="rect">
              <a:avLst/>
            </a:prstGeom>
            <a:noFill/>
          </p:spPr>
          <p:txBody>
            <a:bodyPr wrap="none" rtlCol="0">
              <a:spAutoFit/>
            </a:bodyPr>
            <a:lstStyle/>
            <a:p>
              <a:r>
                <a:rPr lang="en-US" sz="1000" dirty="0"/>
                <a:t>L2</a:t>
              </a:r>
            </a:p>
          </p:txBody>
        </p:sp>
      </p:grpSp>
      <p:grpSp>
        <p:nvGrpSpPr>
          <p:cNvPr id="154" name="Group 153">
            <a:extLst>
              <a:ext uri="{FF2B5EF4-FFF2-40B4-BE49-F238E27FC236}">
                <a16:creationId xmlns:a16="http://schemas.microsoft.com/office/drawing/2014/main" id="{79798284-4885-CB01-7CC3-85F929335445}"/>
              </a:ext>
            </a:extLst>
          </p:cNvPr>
          <p:cNvGrpSpPr/>
          <p:nvPr/>
        </p:nvGrpSpPr>
        <p:grpSpPr>
          <a:xfrm>
            <a:off x="2010717" y="2332274"/>
            <a:ext cx="774616" cy="265176"/>
            <a:chOff x="459008" y="1972056"/>
            <a:chExt cx="774616" cy="265176"/>
          </a:xfrm>
        </p:grpSpPr>
        <p:sp>
          <p:nvSpPr>
            <p:cNvPr id="10" name="Oval 9">
              <a:extLst>
                <a:ext uri="{FF2B5EF4-FFF2-40B4-BE49-F238E27FC236}">
                  <a16:creationId xmlns:a16="http://schemas.microsoft.com/office/drawing/2014/main" id="{9F2CD356-E9BF-3961-E435-C074097C0686}"/>
                </a:ext>
              </a:extLst>
            </p:cNvPr>
            <p:cNvSpPr/>
            <p:nvPr/>
          </p:nvSpPr>
          <p:spPr>
            <a:xfrm>
              <a:off x="941832" y="1972056"/>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AB71283-7C61-A3B9-5456-9CF39BB6D934}"/>
                </a:ext>
              </a:extLst>
            </p:cNvPr>
            <p:cNvSpPr txBox="1"/>
            <p:nvPr/>
          </p:nvSpPr>
          <p:spPr>
            <a:xfrm>
              <a:off x="459008" y="1987963"/>
              <a:ext cx="572593"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3</a:t>
              </a:r>
              <a:r>
                <a:rPr lang="en-US" sz="1000" dirty="0">
                  <a:latin typeface="Garamond" panose="02020404030301010803" pitchFamily="18" charset="0"/>
                </a:rPr>
                <a:t>A1.1.1</a:t>
              </a:r>
            </a:p>
          </p:txBody>
        </p:sp>
        <p:sp>
          <p:nvSpPr>
            <p:cNvPr id="118" name="TextBox 117">
              <a:extLst>
                <a:ext uri="{FF2B5EF4-FFF2-40B4-BE49-F238E27FC236}">
                  <a16:creationId xmlns:a16="http://schemas.microsoft.com/office/drawing/2014/main" id="{F6EC41CB-EF71-EDC8-0273-DB8CEF67E98B}"/>
                </a:ext>
              </a:extLst>
            </p:cNvPr>
            <p:cNvSpPr txBox="1"/>
            <p:nvPr/>
          </p:nvSpPr>
          <p:spPr>
            <a:xfrm>
              <a:off x="915908" y="1990653"/>
              <a:ext cx="317716" cy="246221"/>
            </a:xfrm>
            <a:prstGeom prst="rect">
              <a:avLst/>
            </a:prstGeom>
            <a:noFill/>
          </p:spPr>
          <p:txBody>
            <a:bodyPr wrap="none" rtlCol="0">
              <a:spAutoFit/>
            </a:bodyPr>
            <a:lstStyle/>
            <a:p>
              <a:r>
                <a:rPr lang="en-US" sz="1000" dirty="0"/>
                <a:t>L4</a:t>
              </a:r>
            </a:p>
          </p:txBody>
        </p:sp>
      </p:grpSp>
      <p:grpSp>
        <p:nvGrpSpPr>
          <p:cNvPr id="161" name="Group 160">
            <a:extLst>
              <a:ext uri="{FF2B5EF4-FFF2-40B4-BE49-F238E27FC236}">
                <a16:creationId xmlns:a16="http://schemas.microsoft.com/office/drawing/2014/main" id="{E6454169-87D9-45FA-2A8A-BFA90500BA88}"/>
              </a:ext>
            </a:extLst>
          </p:cNvPr>
          <p:cNvGrpSpPr/>
          <p:nvPr/>
        </p:nvGrpSpPr>
        <p:grpSpPr>
          <a:xfrm>
            <a:off x="3072797" y="2332274"/>
            <a:ext cx="761864" cy="265176"/>
            <a:chOff x="1521088" y="1972056"/>
            <a:chExt cx="761864" cy="265176"/>
          </a:xfrm>
        </p:grpSpPr>
        <p:sp>
          <p:nvSpPr>
            <p:cNvPr id="39" name="Oval 38">
              <a:extLst>
                <a:ext uri="{FF2B5EF4-FFF2-40B4-BE49-F238E27FC236}">
                  <a16:creationId xmlns:a16="http://schemas.microsoft.com/office/drawing/2014/main" id="{6BD68E9A-DC63-C42A-6953-9AE504847E61}"/>
                </a:ext>
              </a:extLst>
            </p:cNvPr>
            <p:cNvSpPr/>
            <p:nvPr/>
          </p:nvSpPr>
          <p:spPr>
            <a:xfrm>
              <a:off x="1996440" y="1972056"/>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83C3B2D3-7292-D6A5-AB5B-9CA15D2B761C}"/>
                </a:ext>
              </a:extLst>
            </p:cNvPr>
            <p:cNvSpPr txBox="1"/>
            <p:nvPr/>
          </p:nvSpPr>
          <p:spPr>
            <a:xfrm>
              <a:off x="1521088" y="1991011"/>
              <a:ext cx="572593"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3</a:t>
              </a:r>
              <a:r>
                <a:rPr lang="en-US" sz="1000" dirty="0">
                  <a:latin typeface="Garamond" panose="02020404030301010803" pitchFamily="18" charset="0"/>
                </a:rPr>
                <a:t>A2.1.1</a:t>
              </a:r>
            </a:p>
          </p:txBody>
        </p:sp>
        <p:sp>
          <p:nvSpPr>
            <p:cNvPr id="120" name="TextBox 119">
              <a:extLst>
                <a:ext uri="{FF2B5EF4-FFF2-40B4-BE49-F238E27FC236}">
                  <a16:creationId xmlns:a16="http://schemas.microsoft.com/office/drawing/2014/main" id="{D168C844-C17E-A5A0-E4D9-4ABFBB25D429}"/>
                </a:ext>
              </a:extLst>
            </p:cNvPr>
            <p:cNvSpPr txBox="1"/>
            <p:nvPr/>
          </p:nvSpPr>
          <p:spPr>
            <a:xfrm>
              <a:off x="1965236" y="1986652"/>
              <a:ext cx="317716" cy="246221"/>
            </a:xfrm>
            <a:prstGeom prst="rect">
              <a:avLst/>
            </a:prstGeom>
            <a:noFill/>
          </p:spPr>
          <p:txBody>
            <a:bodyPr wrap="none" rtlCol="0">
              <a:spAutoFit/>
            </a:bodyPr>
            <a:lstStyle/>
            <a:p>
              <a:r>
                <a:rPr lang="en-US" sz="1000" dirty="0"/>
                <a:t>L4</a:t>
              </a:r>
            </a:p>
          </p:txBody>
        </p:sp>
      </p:grpSp>
      <p:grpSp>
        <p:nvGrpSpPr>
          <p:cNvPr id="155" name="Group 154">
            <a:extLst>
              <a:ext uri="{FF2B5EF4-FFF2-40B4-BE49-F238E27FC236}">
                <a16:creationId xmlns:a16="http://schemas.microsoft.com/office/drawing/2014/main" id="{4D48C99A-94CA-C2B4-E676-FDFEA0BF2822}"/>
              </a:ext>
            </a:extLst>
          </p:cNvPr>
          <p:cNvGrpSpPr/>
          <p:nvPr/>
        </p:nvGrpSpPr>
        <p:grpSpPr>
          <a:xfrm>
            <a:off x="1914705" y="2764662"/>
            <a:ext cx="870628" cy="268652"/>
            <a:chOff x="362996" y="2404444"/>
            <a:chExt cx="870628" cy="268652"/>
          </a:xfrm>
        </p:grpSpPr>
        <p:sp>
          <p:nvSpPr>
            <p:cNvPr id="12" name="Oval 11">
              <a:extLst>
                <a:ext uri="{FF2B5EF4-FFF2-40B4-BE49-F238E27FC236}">
                  <a16:creationId xmlns:a16="http://schemas.microsoft.com/office/drawing/2014/main" id="{CD12BBD6-F45A-AF0B-41D2-D8EF406FBF77}"/>
                </a:ext>
              </a:extLst>
            </p:cNvPr>
            <p:cNvSpPr/>
            <p:nvPr/>
          </p:nvSpPr>
          <p:spPr>
            <a:xfrm>
              <a:off x="941832" y="2407920"/>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792FF043-1376-F367-9A5A-5E6397B44F23}"/>
                </a:ext>
              </a:extLst>
            </p:cNvPr>
            <p:cNvSpPr txBox="1"/>
            <p:nvPr/>
          </p:nvSpPr>
          <p:spPr>
            <a:xfrm>
              <a:off x="362996" y="2404444"/>
              <a:ext cx="662361"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a:t>
              </a:r>
              <a:r>
                <a:rPr lang="en-US" sz="1000" dirty="0">
                  <a:latin typeface="Garamond" panose="02020404030301010803" pitchFamily="18" charset="0"/>
                </a:rPr>
                <a:t>A1.1.1.1</a:t>
              </a:r>
            </a:p>
          </p:txBody>
        </p:sp>
        <p:sp>
          <p:nvSpPr>
            <p:cNvPr id="122" name="TextBox 121">
              <a:extLst>
                <a:ext uri="{FF2B5EF4-FFF2-40B4-BE49-F238E27FC236}">
                  <a16:creationId xmlns:a16="http://schemas.microsoft.com/office/drawing/2014/main" id="{B0E7E43A-D6CF-8895-552C-42B1CD905022}"/>
                </a:ext>
              </a:extLst>
            </p:cNvPr>
            <p:cNvSpPr txBox="1"/>
            <p:nvPr/>
          </p:nvSpPr>
          <p:spPr>
            <a:xfrm>
              <a:off x="915908" y="2426875"/>
              <a:ext cx="317716" cy="246221"/>
            </a:xfrm>
            <a:prstGeom prst="rect">
              <a:avLst/>
            </a:prstGeom>
            <a:noFill/>
          </p:spPr>
          <p:txBody>
            <a:bodyPr wrap="none" rtlCol="0">
              <a:spAutoFit/>
            </a:bodyPr>
            <a:lstStyle/>
            <a:p>
              <a:r>
                <a:rPr lang="en-US" sz="1000" dirty="0"/>
                <a:t>L5</a:t>
              </a:r>
            </a:p>
          </p:txBody>
        </p:sp>
      </p:grpSp>
      <p:grpSp>
        <p:nvGrpSpPr>
          <p:cNvPr id="162" name="Group 161">
            <a:extLst>
              <a:ext uri="{FF2B5EF4-FFF2-40B4-BE49-F238E27FC236}">
                <a16:creationId xmlns:a16="http://schemas.microsoft.com/office/drawing/2014/main" id="{523A08D3-582F-3B46-6BFA-C4DE793530C2}"/>
              </a:ext>
            </a:extLst>
          </p:cNvPr>
          <p:cNvGrpSpPr/>
          <p:nvPr/>
        </p:nvGrpSpPr>
        <p:grpSpPr>
          <a:xfrm>
            <a:off x="2936405" y="2764662"/>
            <a:ext cx="907762" cy="268652"/>
            <a:chOff x="1384696" y="2404444"/>
            <a:chExt cx="907762" cy="268652"/>
          </a:xfrm>
        </p:grpSpPr>
        <p:sp>
          <p:nvSpPr>
            <p:cNvPr id="51" name="Oval 50">
              <a:extLst>
                <a:ext uri="{FF2B5EF4-FFF2-40B4-BE49-F238E27FC236}">
                  <a16:creationId xmlns:a16="http://schemas.microsoft.com/office/drawing/2014/main" id="{161C040B-A091-8BAE-A07A-FAC27696E4D8}"/>
                </a:ext>
              </a:extLst>
            </p:cNvPr>
            <p:cNvSpPr/>
            <p:nvPr/>
          </p:nvSpPr>
          <p:spPr>
            <a:xfrm>
              <a:off x="1996440" y="2407920"/>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40436858-36A3-4C9A-F274-A6D546FDC74C}"/>
                </a:ext>
              </a:extLst>
            </p:cNvPr>
            <p:cNvSpPr txBox="1"/>
            <p:nvPr/>
          </p:nvSpPr>
          <p:spPr>
            <a:xfrm>
              <a:off x="1384696" y="2404444"/>
              <a:ext cx="662361"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a:t>
              </a:r>
              <a:r>
                <a:rPr lang="en-US" sz="1000" dirty="0">
                  <a:latin typeface="Garamond" panose="02020404030301010803" pitchFamily="18" charset="0"/>
                </a:rPr>
                <a:t>A2.1.1.1</a:t>
              </a:r>
            </a:p>
          </p:txBody>
        </p:sp>
        <p:sp>
          <p:nvSpPr>
            <p:cNvPr id="124" name="TextBox 123">
              <a:extLst>
                <a:ext uri="{FF2B5EF4-FFF2-40B4-BE49-F238E27FC236}">
                  <a16:creationId xmlns:a16="http://schemas.microsoft.com/office/drawing/2014/main" id="{4B928DED-F976-7D86-86ED-63F401999F90}"/>
                </a:ext>
              </a:extLst>
            </p:cNvPr>
            <p:cNvSpPr txBox="1"/>
            <p:nvPr/>
          </p:nvSpPr>
          <p:spPr>
            <a:xfrm>
              <a:off x="1974742" y="2421632"/>
              <a:ext cx="317716" cy="246221"/>
            </a:xfrm>
            <a:prstGeom prst="rect">
              <a:avLst/>
            </a:prstGeom>
            <a:noFill/>
          </p:spPr>
          <p:txBody>
            <a:bodyPr wrap="none" rtlCol="0">
              <a:spAutoFit/>
            </a:bodyPr>
            <a:lstStyle/>
            <a:p>
              <a:r>
                <a:rPr lang="en-US" sz="1000" dirty="0"/>
                <a:t>L5</a:t>
              </a:r>
            </a:p>
          </p:txBody>
        </p:sp>
      </p:grpSp>
      <p:grpSp>
        <p:nvGrpSpPr>
          <p:cNvPr id="156" name="Group 155">
            <a:extLst>
              <a:ext uri="{FF2B5EF4-FFF2-40B4-BE49-F238E27FC236}">
                <a16:creationId xmlns:a16="http://schemas.microsoft.com/office/drawing/2014/main" id="{BE5A6BBB-CFE9-0BA3-33AD-CFDD44D270D5}"/>
              </a:ext>
            </a:extLst>
          </p:cNvPr>
          <p:cNvGrpSpPr/>
          <p:nvPr/>
        </p:nvGrpSpPr>
        <p:grpSpPr>
          <a:xfrm>
            <a:off x="2464207" y="3194857"/>
            <a:ext cx="317716" cy="274321"/>
            <a:chOff x="912498" y="2834639"/>
            <a:chExt cx="317716" cy="274321"/>
          </a:xfrm>
        </p:grpSpPr>
        <p:sp>
          <p:nvSpPr>
            <p:cNvPr id="14" name="Oval 13">
              <a:extLst>
                <a:ext uri="{FF2B5EF4-FFF2-40B4-BE49-F238E27FC236}">
                  <a16:creationId xmlns:a16="http://schemas.microsoft.com/office/drawing/2014/main" id="{C45AE922-A5CE-CE31-72D1-172227E964FF}"/>
                </a:ext>
              </a:extLst>
            </p:cNvPr>
            <p:cNvSpPr/>
            <p:nvPr/>
          </p:nvSpPr>
          <p:spPr>
            <a:xfrm>
              <a:off x="941832" y="2843784"/>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TextBox 125">
              <a:extLst>
                <a:ext uri="{FF2B5EF4-FFF2-40B4-BE49-F238E27FC236}">
                  <a16:creationId xmlns:a16="http://schemas.microsoft.com/office/drawing/2014/main" id="{F1314A8C-1370-03B8-C622-D8DC613E1965}"/>
                </a:ext>
              </a:extLst>
            </p:cNvPr>
            <p:cNvSpPr txBox="1"/>
            <p:nvPr/>
          </p:nvSpPr>
          <p:spPr>
            <a:xfrm>
              <a:off x="912498" y="2834639"/>
              <a:ext cx="317716" cy="246221"/>
            </a:xfrm>
            <a:prstGeom prst="rect">
              <a:avLst/>
            </a:prstGeom>
            <a:noFill/>
          </p:spPr>
          <p:txBody>
            <a:bodyPr wrap="none" rtlCol="0">
              <a:spAutoFit/>
            </a:bodyPr>
            <a:lstStyle/>
            <a:p>
              <a:r>
                <a:rPr lang="en-US" sz="1000" dirty="0"/>
                <a:t>L6</a:t>
              </a:r>
            </a:p>
          </p:txBody>
        </p:sp>
      </p:grpSp>
      <p:grpSp>
        <p:nvGrpSpPr>
          <p:cNvPr id="163" name="Group 162">
            <a:extLst>
              <a:ext uri="{FF2B5EF4-FFF2-40B4-BE49-F238E27FC236}">
                <a16:creationId xmlns:a16="http://schemas.microsoft.com/office/drawing/2014/main" id="{575494D0-D88F-CC9F-88C4-C79EDCAA563F}"/>
              </a:ext>
            </a:extLst>
          </p:cNvPr>
          <p:cNvGrpSpPr/>
          <p:nvPr/>
        </p:nvGrpSpPr>
        <p:grpSpPr>
          <a:xfrm>
            <a:off x="2890685" y="3200526"/>
            <a:ext cx="959036" cy="268652"/>
            <a:chOff x="1338976" y="2840308"/>
            <a:chExt cx="959036" cy="268652"/>
          </a:xfrm>
        </p:grpSpPr>
        <p:sp>
          <p:nvSpPr>
            <p:cNvPr id="61" name="Oval 60">
              <a:extLst>
                <a:ext uri="{FF2B5EF4-FFF2-40B4-BE49-F238E27FC236}">
                  <a16:creationId xmlns:a16="http://schemas.microsoft.com/office/drawing/2014/main" id="{31A19032-187C-118E-A6C7-154961EA0CCE}"/>
                </a:ext>
              </a:extLst>
            </p:cNvPr>
            <p:cNvSpPr/>
            <p:nvPr/>
          </p:nvSpPr>
          <p:spPr>
            <a:xfrm>
              <a:off x="1996440" y="2843784"/>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D3253092-1659-F26B-16C7-F3DC459563D5}"/>
                </a:ext>
              </a:extLst>
            </p:cNvPr>
            <p:cNvSpPr txBox="1"/>
            <p:nvPr/>
          </p:nvSpPr>
          <p:spPr>
            <a:xfrm>
              <a:off x="1338976" y="2840308"/>
              <a:ext cx="752129"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5</a:t>
              </a:r>
              <a:r>
                <a:rPr lang="en-US" sz="1000" dirty="0">
                  <a:latin typeface="Garamond" panose="02020404030301010803" pitchFamily="18" charset="0"/>
                </a:rPr>
                <a:t>A2.1.1.1.1</a:t>
              </a:r>
            </a:p>
          </p:txBody>
        </p:sp>
        <p:sp>
          <p:nvSpPr>
            <p:cNvPr id="128" name="TextBox 127">
              <a:extLst>
                <a:ext uri="{FF2B5EF4-FFF2-40B4-BE49-F238E27FC236}">
                  <a16:creationId xmlns:a16="http://schemas.microsoft.com/office/drawing/2014/main" id="{6B9CA45C-F87E-84EF-1A59-B9F8230D9BA2}"/>
                </a:ext>
              </a:extLst>
            </p:cNvPr>
            <p:cNvSpPr txBox="1"/>
            <p:nvPr/>
          </p:nvSpPr>
          <p:spPr>
            <a:xfrm>
              <a:off x="1980296" y="2843784"/>
              <a:ext cx="317716" cy="246221"/>
            </a:xfrm>
            <a:prstGeom prst="rect">
              <a:avLst/>
            </a:prstGeom>
            <a:noFill/>
          </p:spPr>
          <p:txBody>
            <a:bodyPr wrap="none" rtlCol="0">
              <a:spAutoFit/>
            </a:bodyPr>
            <a:lstStyle/>
            <a:p>
              <a:r>
                <a:rPr lang="en-US" sz="1000" dirty="0"/>
                <a:t>L6</a:t>
              </a:r>
            </a:p>
          </p:txBody>
        </p:sp>
      </p:grpSp>
      <p:grpSp>
        <p:nvGrpSpPr>
          <p:cNvPr id="167" name="Group 166">
            <a:extLst>
              <a:ext uri="{FF2B5EF4-FFF2-40B4-BE49-F238E27FC236}">
                <a16:creationId xmlns:a16="http://schemas.microsoft.com/office/drawing/2014/main" id="{43991AF9-9CCD-FF78-AF89-2E9F9FAE0B4F}"/>
              </a:ext>
            </a:extLst>
          </p:cNvPr>
          <p:cNvGrpSpPr/>
          <p:nvPr/>
        </p:nvGrpSpPr>
        <p:grpSpPr>
          <a:xfrm>
            <a:off x="3825517" y="3200526"/>
            <a:ext cx="948747" cy="268652"/>
            <a:chOff x="2273808" y="2840308"/>
            <a:chExt cx="948747" cy="268652"/>
          </a:xfrm>
        </p:grpSpPr>
        <p:sp>
          <p:nvSpPr>
            <p:cNvPr id="65" name="Oval 64">
              <a:extLst>
                <a:ext uri="{FF2B5EF4-FFF2-40B4-BE49-F238E27FC236}">
                  <a16:creationId xmlns:a16="http://schemas.microsoft.com/office/drawing/2014/main" id="{D366D027-EF57-569F-5D92-735276AE6772}"/>
                </a:ext>
              </a:extLst>
            </p:cNvPr>
            <p:cNvSpPr/>
            <p:nvPr/>
          </p:nvSpPr>
          <p:spPr>
            <a:xfrm>
              <a:off x="2931272" y="2843784"/>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B571863D-7B2C-A73C-0DDE-51BC2E1BC52D}"/>
                </a:ext>
              </a:extLst>
            </p:cNvPr>
            <p:cNvSpPr txBox="1"/>
            <p:nvPr/>
          </p:nvSpPr>
          <p:spPr>
            <a:xfrm>
              <a:off x="2273808" y="2840308"/>
              <a:ext cx="752129"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5</a:t>
              </a:r>
              <a:r>
                <a:rPr lang="en-US" sz="1000" dirty="0">
                  <a:latin typeface="Garamond" panose="02020404030301010803" pitchFamily="18" charset="0"/>
                </a:rPr>
                <a:t>A2.1.1.1.2</a:t>
              </a:r>
            </a:p>
          </p:txBody>
        </p:sp>
        <p:sp>
          <p:nvSpPr>
            <p:cNvPr id="130" name="TextBox 129">
              <a:extLst>
                <a:ext uri="{FF2B5EF4-FFF2-40B4-BE49-F238E27FC236}">
                  <a16:creationId xmlns:a16="http://schemas.microsoft.com/office/drawing/2014/main" id="{111973F9-3916-F277-10AD-83C25B51F349}"/>
                </a:ext>
              </a:extLst>
            </p:cNvPr>
            <p:cNvSpPr txBox="1"/>
            <p:nvPr/>
          </p:nvSpPr>
          <p:spPr>
            <a:xfrm>
              <a:off x="2904839" y="2843783"/>
              <a:ext cx="317716" cy="246221"/>
            </a:xfrm>
            <a:prstGeom prst="rect">
              <a:avLst/>
            </a:prstGeom>
            <a:noFill/>
          </p:spPr>
          <p:txBody>
            <a:bodyPr wrap="none" rtlCol="0">
              <a:spAutoFit/>
            </a:bodyPr>
            <a:lstStyle/>
            <a:p>
              <a:r>
                <a:rPr lang="en-US" sz="1000" dirty="0"/>
                <a:t>L6</a:t>
              </a:r>
            </a:p>
          </p:txBody>
        </p:sp>
      </p:grpSp>
      <p:grpSp>
        <p:nvGrpSpPr>
          <p:cNvPr id="170" name="Group 169">
            <a:extLst>
              <a:ext uri="{FF2B5EF4-FFF2-40B4-BE49-F238E27FC236}">
                <a16:creationId xmlns:a16="http://schemas.microsoft.com/office/drawing/2014/main" id="{1797C55F-986B-564E-F7E9-BA93EF0755D8}"/>
              </a:ext>
            </a:extLst>
          </p:cNvPr>
          <p:cNvGrpSpPr/>
          <p:nvPr/>
        </p:nvGrpSpPr>
        <p:grpSpPr>
          <a:xfrm>
            <a:off x="4818261" y="3197050"/>
            <a:ext cx="966939" cy="268652"/>
            <a:chOff x="3266552" y="2836832"/>
            <a:chExt cx="966939" cy="268652"/>
          </a:xfrm>
        </p:grpSpPr>
        <p:sp>
          <p:nvSpPr>
            <p:cNvPr id="69" name="Oval 68">
              <a:extLst>
                <a:ext uri="{FF2B5EF4-FFF2-40B4-BE49-F238E27FC236}">
                  <a16:creationId xmlns:a16="http://schemas.microsoft.com/office/drawing/2014/main" id="{DC146A2B-FD95-5002-DF80-93B309E13962}"/>
                </a:ext>
              </a:extLst>
            </p:cNvPr>
            <p:cNvSpPr/>
            <p:nvPr/>
          </p:nvSpPr>
          <p:spPr>
            <a:xfrm>
              <a:off x="3942304" y="2840308"/>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ADE72881-0EBE-0875-210B-EF2975B79999}"/>
                </a:ext>
              </a:extLst>
            </p:cNvPr>
            <p:cNvSpPr txBox="1"/>
            <p:nvPr/>
          </p:nvSpPr>
          <p:spPr>
            <a:xfrm>
              <a:off x="3266552" y="2836832"/>
              <a:ext cx="752129"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5</a:t>
              </a:r>
              <a:r>
                <a:rPr lang="en-US" sz="1000" dirty="0">
                  <a:latin typeface="Garamond" panose="02020404030301010803" pitchFamily="18" charset="0"/>
                </a:rPr>
                <a:t>A2.1.1.1.3</a:t>
              </a:r>
            </a:p>
          </p:txBody>
        </p:sp>
        <p:sp>
          <p:nvSpPr>
            <p:cNvPr id="132" name="TextBox 131">
              <a:extLst>
                <a:ext uri="{FF2B5EF4-FFF2-40B4-BE49-F238E27FC236}">
                  <a16:creationId xmlns:a16="http://schemas.microsoft.com/office/drawing/2014/main" id="{52AE45F6-BDA7-94E4-3BE1-943E7905FF40}"/>
                </a:ext>
              </a:extLst>
            </p:cNvPr>
            <p:cNvSpPr txBox="1"/>
            <p:nvPr/>
          </p:nvSpPr>
          <p:spPr>
            <a:xfrm>
              <a:off x="3915775" y="2843783"/>
              <a:ext cx="317716" cy="246221"/>
            </a:xfrm>
            <a:prstGeom prst="rect">
              <a:avLst/>
            </a:prstGeom>
            <a:noFill/>
          </p:spPr>
          <p:txBody>
            <a:bodyPr wrap="none" rtlCol="0">
              <a:spAutoFit/>
            </a:bodyPr>
            <a:lstStyle/>
            <a:p>
              <a:r>
                <a:rPr lang="en-US" sz="1000" dirty="0"/>
                <a:t>L6</a:t>
              </a:r>
            </a:p>
          </p:txBody>
        </p:sp>
      </p:grpSp>
      <p:grpSp>
        <p:nvGrpSpPr>
          <p:cNvPr id="157" name="Group 156">
            <a:extLst>
              <a:ext uri="{FF2B5EF4-FFF2-40B4-BE49-F238E27FC236}">
                <a16:creationId xmlns:a16="http://schemas.microsoft.com/office/drawing/2014/main" id="{846EEB05-9BD0-6D10-D47A-571747605833}"/>
              </a:ext>
            </a:extLst>
          </p:cNvPr>
          <p:cNvGrpSpPr/>
          <p:nvPr/>
        </p:nvGrpSpPr>
        <p:grpSpPr>
          <a:xfrm>
            <a:off x="2464207" y="3639866"/>
            <a:ext cx="317716" cy="274320"/>
            <a:chOff x="912498" y="3279648"/>
            <a:chExt cx="317716" cy="274320"/>
          </a:xfrm>
        </p:grpSpPr>
        <p:sp>
          <p:nvSpPr>
            <p:cNvPr id="16" name="Oval 15">
              <a:extLst>
                <a:ext uri="{FF2B5EF4-FFF2-40B4-BE49-F238E27FC236}">
                  <a16:creationId xmlns:a16="http://schemas.microsoft.com/office/drawing/2014/main" id="{E9A9717D-2D55-5BA5-3BC7-922C26689C38}"/>
                </a:ext>
              </a:extLst>
            </p:cNvPr>
            <p:cNvSpPr/>
            <p:nvPr/>
          </p:nvSpPr>
          <p:spPr>
            <a:xfrm>
              <a:off x="941832" y="3279648"/>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TextBox 133">
              <a:extLst>
                <a:ext uri="{FF2B5EF4-FFF2-40B4-BE49-F238E27FC236}">
                  <a16:creationId xmlns:a16="http://schemas.microsoft.com/office/drawing/2014/main" id="{C88EEA80-24A8-0674-1F81-5613EB4C1A8E}"/>
                </a:ext>
              </a:extLst>
            </p:cNvPr>
            <p:cNvSpPr txBox="1"/>
            <p:nvPr/>
          </p:nvSpPr>
          <p:spPr>
            <a:xfrm>
              <a:off x="912498" y="3307747"/>
              <a:ext cx="317716" cy="246221"/>
            </a:xfrm>
            <a:prstGeom prst="rect">
              <a:avLst/>
            </a:prstGeom>
            <a:noFill/>
          </p:spPr>
          <p:txBody>
            <a:bodyPr wrap="none" rtlCol="0">
              <a:spAutoFit/>
            </a:bodyPr>
            <a:lstStyle/>
            <a:p>
              <a:r>
                <a:rPr lang="en-US" sz="1000" dirty="0"/>
                <a:t>L7</a:t>
              </a:r>
            </a:p>
          </p:txBody>
        </p:sp>
      </p:grpSp>
      <p:grpSp>
        <p:nvGrpSpPr>
          <p:cNvPr id="168" name="Group 167">
            <a:extLst>
              <a:ext uri="{FF2B5EF4-FFF2-40B4-BE49-F238E27FC236}">
                <a16:creationId xmlns:a16="http://schemas.microsoft.com/office/drawing/2014/main" id="{A102E920-5F91-32C3-1841-73F5985AF961}"/>
              </a:ext>
            </a:extLst>
          </p:cNvPr>
          <p:cNvGrpSpPr/>
          <p:nvPr/>
        </p:nvGrpSpPr>
        <p:grpSpPr>
          <a:xfrm>
            <a:off x="3724427" y="3636390"/>
            <a:ext cx="1068010" cy="275604"/>
            <a:chOff x="2172718" y="3276172"/>
            <a:chExt cx="1068010" cy="275604"/>
          </a:xfrm>
        </p:grpSpPr>
        <p:sp>
          <p:nvSpPr>
            <p:cNvPr id="73" name="Oval 72">
              <a:extLst>
                <a:ext uri="{FF2B5EF4-FFF2-40B4-BE49-F238E27FC236}">
                  <a16:creationId xmlns:a16="http://schemas.microsoft.com/office/drawing/2014/main" id="{92CE5E2F-0774-CB82-87D3-DDDFC716B29B}"/>
                </a:ext>
              </a:extLst>
            </p:cNvPr>
            <p:cNvSpPr/>
            <p:nvPr/>
          </p:nvSpPr>
          <p:spPr>
            <a:xfrm>
              <a:off x="2930766" y="3279648"/>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7D049B8A-6364-FABE-E1D5-E01679EBAB3D}"/>
                </a:ext>
              </a:extLst>
            </p:cNvPr>
            <p:cNvSpPr txBox="1"/>
            <p:nvPr/>
          </p:nvSpPr>
          <p:spPr>
            <a:xfrm>
              <a:off x="2172718" y="3276172"/>
              <a:ext cx="841897"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6</a:t>
              </a:r>
              <a:r>
                <a:rPr lang="en-US" sz="1000" dirty="0">
                  <a:latin typeface="Garamond" panose="02020404030301010803" pitchFamily="18" charset="0"/>
                </a:rPr>
                <a:t>A2.1.1.1.2.1</a:t>
              </a:r>
            </a:p>
          </p:txBody>
        </p:sp>
        <p:sp>
          <p:nvSpPr>
            <p:cNvPr id="136" name="TextBox 135">
              <a:extLst>
                <a:ext uri="{FF2B5EF4-FFF2-40B4-BE49-F238E27FC236}">
                  <a16:creationId xmlns:a16="http://schemas.microsoft.com/office/drawing/2014/main" id="{E88F2A7E-3416-010F-784B-3E1993F667F1}"/>
                </a:ext>
              </a:extLst>
            </p:cNvPr>
            <p:cNvSpPr txBox="1"/>
            <p:nvPr/>
          </p:nvSpPr>
          <p:spPr>
            <a:xfrm>
              <a:off x="2923012" y="3305555"/>
              <a:ext cx="317716" cy="246221"/>
            </a:xfrm>
            <a:prstGeom prst="rect">
              <a:avLst/>
            </a:prstGeom>
            <a:noFill/>
          </p:spPr>
          <p:txBody>
            <a:bodyPr wrap="none" rtlCol="0">
              <a:spAutoFit/>
            </a:bodyPr>
            <a:lstStyle/>
            <a:p>
              <a:r>
                <a:rPr lang="en-US" sz="1000" dirty="0"/>
                <a:t>L7</a:t>
              </a:r>
            </a:p>
          </p:txBody>
        </p:sp>
      </p:grpSp>
      <p:grpSp>
        <p:nvGrpSpPr>
          <p:cNvPr id="169" name="Group 168">
            <a:extLst>
              <a:ext uri="{FF2B5EF4-FFF2-40B4-BE49-F238E27FC236}">
                <a16:creationId xmlns:a16="http://schemas.microsoft.com/office/drawing/2014/main" id="{8EA22EEF-F175-6A28-1479-53F59B2F8190}"/>
              </a:ext>
            </a:extLst>
          </p:cNvPr>
          <p:cNvGrpSpPr/>
          <p:nvPr/>
        </p:nvGrpSpPr>
        <p:grpSpPr>
          <a:xfrm>
            <a:off x="4754253" y="3632914"/>
            <a:ext cx="1033128" cy="279079"/>
            <a:chOff x="3202544" y="3272696"/>
            <a:chExt cx="1033128" cy="279079"/>
          </a:xfrm>
        </p:grpSpPr>
        <p:sp>
          <p:nvSpPr>
            <p:cNvPr id="77" name="Oval 76">
              <a:extLst>
                <a:ext uri="{FF2B5EF4-FFF2-40B4-BE49-F238E27FC236}">
                  <a16:creationId xmlns:a16="http://schemas.microsoft.com/office/drawing/2014/main" id="{6C7D14F1-B75F-C798-FF87-A0E674F0928F}"/>
                </a:ext>
              </a:extLst>
            </p:cNvPr>
            <p:cNvSpPr/>
            <p:nvPr/>
          </p:nvSpPr>
          <p:spPr>
            <a:xfrm>
              <a:off x="3942304" y="3276172"/>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F3AD7303-2FD9-A59C-6755-3D7989218EA1}"/>
                </a:ext>
              </a:extLst>
            </p:cNvPr>
            <p:cNvSpPr txBox="1"/>
            <p:nvPr/>
          </p:nvSpPr>
          <p:spPr>
            <a:xfrm>
              <a:off x="3202544" y="3272696"/>
              <a:ext cx="841897"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6</a:t>
              </a:r>
              <a:r>
                <a:rPr lang="en-US" sz="1000" dirty="0">
                  <a:latin typeface="Garamond" panose="02020404030301010803" pitchFamily="18" charset="0"/>
                </a:rPr>
                <a:t>A2.1.1.1.3.1</a:t>
              </a:r>
            </a:p>
          </p:txBody>
        </p:sp>
        <p:sp>
          <p:nvSpPr>
            <p:cNvPr id="138" name="TextBox 137">
              <a:extLst>
                <a:ext uri="{FF2B5EF4-FFF2-40B4-BE49-F238E27FC236}">
                  <a16:creationId xmlns:a16="http://schemas.microsoft.com/office/drawing/2014/main" id="{B7130156-7C98-D2E6-AEA0-E97801DEF485}"/>
                </a:ext>
              </a:extLst>
            </p:cNvPr>
            <p:cNvSpPr txBox="1"/>
            <p:nvPr/>
          </p:nvSpPr>
          <p:spPr>
            <a:xfrm>
              <a:off x="3917956" y="3305554"/>
              <a:ext cx="317716" cy="246221"/>
            </a:xfrm>
            <a:prstGeom prst="rect">
              <a:avLst/>
            </a:prstGeom>
            <a:noFill/>
          </p:spPr>
          <p:txBody>
            <a:bodyPr wrap="none" rtlCol="0">
              <a:spAutoFit/>
            </a:bodyPr>
            <a:lstStyle/>
            <a:p>
              <a:r>
                <a:rPr lang="en-US" sz="1000" dirty="0"/>
                <a:t>L7</a:t>
              </a:r>
            </a:p>
          </p:txBody>
        </p:sp>
      </p:grpSp>
      <p:grpSp>
        <p:nvGrpSpPr>
          <p:cNvPr id="171" name="Group 170">
            <a:extLst>
              <a:ext uri="{FF2B5EF4-FFF2-40B4-BE49-F238E27FC236}">
                <a16:creationId xmlns:a16="http://schemas.microsoft.com/office/drawing/2014/main" id="{7BF5C308-501B-1309-485B-EF5CD2099687}"/>
              </a:ext>
            </a:extLst>
          </p:cNvPr>
          <p:cNvGrpSpPr/>
          <p:nvPr/>
        </p:nvGrpSpPr>
        <p:grpSpPr>
          <a:xfrm>
            <a:off x="5829323" y="3629438"/>
            <a:ext cx="1072722" cy="282555"/>
            <a:chOff x="4277614" y="3269220"/>
            <a:chExt cx="1072722" cy="282555"/>
          </a:xfrm>
        </p:grpSpPr>
        <p:sp>
          <p:nvSpPr>
            <p:cNvPr id="81" name="Oval 80">
              <a:extLst>
                <a:ext uri="{FF2B5EF4-FFF2-40B4-BE49-F238E27FC236}">
                  <a16:creationId xmlns:a16="http://schemas.microsoft.com/office/drawing/2014/main" id="{E37BE589-596B-29E8-3D6D-CEB5652D85CD}"/>
                </a:ext>
              </a:extLst>
            </p:cNvPr>
            <p:cNvSpPr/>
            <p:nvPr/>
          </p:nvSpPr>
          <p:spPr>
            <a:xfrm>
              <a:off x="5054318" y="3272696"/>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E85798E1-D339-8F8B-F5D3-42424EEEAED2}"/>
                </a:ext>
              </a:extLst>
            </p:cNvPr>
            <p:cNvSpPr txBox="1"/>
            <p:nvPr/>
          </p:nvSpPr>
          <p:spPr>
            <a:xfrm>
              <a:off x="4277614" y="3269220"/>
              <a:ext cx="841897"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6</a:t>
              </a:r>
              <a:r>
                <a:rPr lang="en-US" sz="1000" dirty="0">
                  <a:latin typeface="Garamond" panose="02020404030301010803" pitchFamily="18" charset="0"/>
                </a:rPr>
                <a:t>A2.1.1.1.3.6</a:t>
              </a:r>
            </a:p>
          </p:txBody>
        </p:sp>
        <p:sp>
          <p:nvSpPr>
            <p:cNvPr id="140" name="TextBox 139">
              <a:extLst>
                <a:ext uri="{FF2B5EF4-FFF2-40B4-BE49-F238E27FC236}">
                  <a16:creationId xmlns:a16="http://schemas.microsoft.com/office/drawing/2014/main" id="{7ED5F2E6-65DB-D306-EB5B-AA13EA7FA7A6}"/>
                </a:ext>
              </a:extLst>
            </p:cNvPr>
            <p:cNvSpPr txBox="1"/>
            <p:nvPr/>
          </p:nvSpPr>
          <p:spPr>
            <a:xfrm>
              <a:off x="5032620" y="3305554"/>
              <a:ext cx="317716" cy="246221"/>
            </a:xfrm>
            <a:prstGeom prst="rect">
              <a:avLst/>
            </a:prstGeom>
            <a:noFill/>
          </p:spPr>
          <p:txBody>
            <a:bodyPr wrap="none" rtlCol="0">
              <a:spAutoFit/>
            </a:bodyPr>
            <a:lstStyle/>
            <a:p>
              <a:r>
                <a:rPr lang="en-US" sz="1000" dirty="0"/>
                <a:t>L7</a:t>
              </a:r>
            </a:p>
          </p:txBody>
        </p:sp>
      </p:grpSp>
      <p:grpSp>
        <p:nvGrpSpPr>
          <p:cNvPr id="158" name="Group 157">
            <a:extLst>
              <a:ext uri="{FF2B5EF4-FFF2-40B4-BE49-F238E27FC236}">
                <a16:creationId xmlns:a16="http://schemas.microsoft.com/office/drawing/2014/main" id="{0C08BB46-3176-EC2E-90B6-15C4D4CA994F}"/>
              </a:ext>
            </a:extLst>
          </p:cNvPr>
          <p:cNvGrpSpPr/>
          <p:nvPr/>
        </p:nvGrpSpPr>
        <p:grpSpPr>
          <a:xfrm>
            <a:off x="2471843" y="4075730"/>
            <a:ext cx="317716" cy="265176"/>
            <a:chOff x="920134" y="3715512"/>
            <a:chExt cx="317716" cy="265176"/>
          </a:xfrm>
        </p:grpSpPr>
        <p:sp>
          <p:nvSpPr>
            <p:cNvPr id="18" name="Oval 17">
              <a:extLst>
                <a:ext uri="{FF2B5EF4-FFF2-40B4-BE49-F238E27FC236}">
                  <a16:creationId xmlns:a16="http://schemas.microsoft.com/office/drawing/2014/main" id="{ADB326C0-F4E4-B3C3-1B79-32ED0B17557A}"/>
                </a:ext>
              </a:extLst>
            </p:cNvPr>
            <p:cNvSpPr/>
            <p:nvPr/>
          </p:nvSpPr>
          <p:spPr>
            <a:xfrm>
              <a:off x="941832" y="3715512"/>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TextBox 141">
              <a:extLst>
                <a:ext uri="{FF2B5EF4-FFF2-40B4-BE49-F238E27FC236}">
                  <a16:creationId xmlns:a16="http://schemas.microsoft.com/office/drawing/2014/main" id="{330B7CD3-23B7-0874-E10E-AF2A4F38FD50}"/>
                </a:ext>
              </a:extLst>
            </p:cNvPr>
            <p:cNvSpPr txBox="1"/>
            <p:nvPr/>
          </p:nvSpPr>
          <p:spPr>
            <a:xfrm>
              <a:off x="920134" y="3734467"/>
              <a:ext cx="317716" cy="246221"/>
            </a:xfrm>
            <a:prstGeom prst="rect">
              <a:avLst/>
            </a:prstGeom>
            <a:noFill/>
          </p:spPr>
          <p:txBody>
            <a:bodyPr wrap="none" rtlCol="0">
              <a:spAutoFit/>
            </a:bodyPr>
            <a:lstStyle/>
            <a:p>
              <a:r>
                <a:rPr lang="en-US" sz="1000" dirty="0"/>
                <a:t>L8</a:t>
              </a:r>
            </a:p>
          </p:txBody>
        </p:sp>
      </p:grpSp>
      <p:grpSp>
        <p:nvGrpSpPr>
          <p:cNvPr id="172" name="Group 171">
            <a:extLst>
              <a:ext uri="{FF2B5EF4-FFF2-40B4-BE49-F238E27FC236}">
                <a16:creationId xmlns:a16="http://schemas.microsoft.com/office/drawing/2014/main" id="{801812D5-1611-86F1-C7F6-D990A467C4B1}"/>
              </a:ext>
            </a:extLst>
          </p:cNvPr>
          <p:cNvGrpSpPr/>
          <p:nvPr/>
        </p:nvGrpSpPr>
        <p:grpSpPr>
          <a:xfrm>
            <a:off x="5793115" y="4075730"/>
            <a:ext cx="1118074" cy="268652"/>
            <a:chOff x="4241406" y="3715512"/>
            <a:chExt cx="1118074" cy="268652"/>
          </a:xfrm>
        </p:grpSpPr>
        <p:sp>
          <p:nvSpPr>
            <p:cNvPr id="85" name="Oval 84">
              <a:extLst>
                <a:ext uri="{FF2B5EF4-FFF2-40B4-BE49-F238E27FC236}">
                  <a16:creationId xmlns:a16="http://schemas.microsoft.com/office/drawing/2014/main" id="{53456927-7856-9D68-2CBF-2FA337428D8F}"/>
                </a:ext>
              </a:extLst>
            </p:cNvPr>
            <p:cNvSpPr/>
            <p:nvPr/>
          </p:nvSpPr>
          <p:spPr>
            <a:xfrm>
              <a:off x="5054318" y="3718988"/>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8968F9F6-5454-34B0-4E39-19927D8957F7}"/>
                </a:ext>
              </a:extLst>
            </p:cNvPr>
            <p:cNvSpPr txBox="1"/>
            <p:nvPr/>
          </p:nvSpPr>
          <p:spPr>
            <a:xfrm>
              <a:off x="4241406" y="3715512"/>
              <a:ext cx="931665"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7</a:t>
              </a:r>
              <a:r>
                <a:rPr lang="en-US" sz="1000" dirty="0">
                  <a:latin typeface="Garamond" panose="02020404030301010803" pitchFamily="18" charset="0"/>
                </a:rPr>
                <a:t>A2.1.1.1.3.6.1</a:t>
              </a:r>
            </a:p>
          </p:txBody>
        </p:sp>
        <p:sp>
          <p:nvSpPr>
            <p:cNvPr id="144" name="TextBox 143">
              <a:extLst>
                <a:ext uri="{FF2B5EF4-FFF2-40B4-BE49-F238E27FC236}">
                  <a16:creationId xmlns:a16="http://schemas.microsoft.com/office/drawing/2014/main" id="{2F5FD5AA-85B3-CAC8-CE18-521B33D5F79B}"/>
                </a:ext>
              </a:extLst>
            </p:cNvPr>
            <p:cNvSpPr txBox="1"/>
            <p:nvPr/>
          </p:nvSpPr>
          <p:spPr>
            <a:xfrm>
              <a:off x="5041764" y="3734466"/>
              <a:ext cx="317716" cy="246221"/>
            </a:xfrm>
            <a:prstGeom prst="rect">
              <a:avLst/>
            </a:prstGeom>
            <a:noFill/>
          </p:spPr>
          <p:txBody>
            <a:bodyPr wrap="none" rtlCol="0">
              <a:spAutoFit/>
            </a:bodyPr>
            <a:lstStyle/>
            <a:p>
              <a:r>
                <a:rPr lang="en-US" sz="1000" dirty="0"/>
                <a:t>L8</a:t>
              </a:r>
            </a:p>
          </p:txBody>
        </p:sp>
      </p:grpSp>
      <p:grpSp>
        <p:nvGrpSpPr>
          <p:cNvPr id="173" name="Group 172">
            <a:extLst>
              <a:ext uri="{FF2B5EF4-FFF2-40B4-BE49-F238E27FC236}">
                <a16:creationId xmlns:a16="http://schemas.microsoft.com/office/drawing/2014/main" id="{F8422AFD-B4FD-97C0-36F3-C6CDC21164A4}"/>
              </a:ext>
            </a:extLst>
          </p:cNvPr>
          <p:cNvGrpSpPr/>
          <p:nvPr/>
        </p:nvGrpSpPr>
        <p:grpSpPr>
          <a:xfrm>
            <a:off x="6905635" y="4072254"/>
            <a:ext cx="1167085" cy="268652"/>
            <a:chOff x="5353926" y="3712036"/>
            <a:chExt cx="1167085" cy="268652"/>
          </a:xfrm>
        </p:grpSpPr>
        <p:sp>
          <p:nvSpPr>
            <p:cNvPr id="89" name="Oval 88">
              <a:extLst>
                <a:ext uri="{FF2B5EF4-FFF2-40B4-BE49-F238E27FC236}">
                  <a16:creationId xmlns:a16="http://schemas.microsoft.com/office/drawing/2014/main" id="{11327711-DF05-E773-A010-6633A05BBEF4}"/>
                </a:ext>
              </a:extLst>
            </p:cNvPr>
            <p:cNvSpPr/>
            <p:nvPr/>
          </p:nvSpPr>
          <p:spPr>
            <a:xfrm>
              <a:off x="6221702" y="3715512"/>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40C7FD86-1175-084F-69B5-2F8F47C3B32E}"/>
                </a:ext>
              </a:extLst>
            </p:cNvPr>
            <p:cNvSpPr txBox="1"/>
            <p:nvPr/>
          </p:nvSpPr>
          <p:spPr>
            <a:xfrm>
              <a:off x="5353926" y="3712036"/>
              <a:ext cx="931665"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7</a:t>
              </a:r>
              <a:r>
                <a:rPr lang="en-US" sz="1000" dirty="0">
                  <a:latin typeface="Garamond" panose="02020404030301010803" pitchFamily="18" charset="0"/>
                </a:rPr>
                <a:t>A2.1.1.1.3.6.2</a:t>
              </a:r>
            </a:p>
          </p:txBody>
        </p:sp>
        <p:sp>
          <p:nvSpPr>
            <p:cNvPr id="146" name="TextBox 145">
              <a:extLst>
                <a:ext uri="{FF2B5EF4-FFF2-40B4-BE49-F238E27FC236}">
                  <a16:creationId xmlns:a16="http://schemas.microsoft.com/office/drawing/2014/main" id="{E8A0BFEA-9EC9-970A-2F73-5BAB1CD3B0D0}"/>
                </a:ext>
              </a:extLst>
            </p:cNvPr>
            <p:cNvSpPr txBox="1"/>
            <p:nvPr/>
          </p:nvSpPr>
          <p:spPr>
            <a:xfrm>
              <a:off x="6203295" y="3728465"/>
              <a:ext cx="317716" cy="246221"/>
            </a:xfrm>
            <a:prstGeom prst="rect">
              <a:avLst/>
            </a:prstGeom>
            <a:noFill/>
          </p:spPr>
          <p:txBody>
            <a:bodyPr wrap="none" rtlCol="0">
              <a:spAutoFit/>
            </a:bodyPr>
            <a:lstStyle/>
            <a:p>
              <a:r>
                <a:rPr lang="en-US" sz="1000" dirty="0"/>
                <a:t>L8</a:t>
              </a:r>
            </a:p>
          </p:txBody>
        </p:sp>
      </p:grpSp>
      <p:cxnSp>
        <p:nvCxnSpPr>
          <p:cNvPr id="179" name="Straight Connector 178">
            <a:extLst>
              <a:ext uri="{FF2B5EF4-FFF2-40B4-BE49-F238E27FC236}">
                <a16:creationId xmlns:a16="http://schemas.microsoft.com/office/drawing/2014/main" id="{E34A7212-B27C-FFE5-6C8F-D4DF827713FC}"/>
              </a:ext>
            </a:extLst>
          </p:cNvPr>
          <p:cNvCxnSpPr>
            <a:stCxn id="2" idx="4"/>
            <a:endCxn id="4" idx="0"/>
          </p:cNvCxnSpPr>
          <p:nvPr/>
        </p:nvCxnSpPr>
        <p:spPr>
          <a:xfrm>
            <a:off x="2630701" y="853994"/>
            <a:ext cx="0" cy="18835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0E57C6C6-DDF2-1337-639D-769DF52F0BCD}"/>
              </a:ext>
            </a:extLst>
          </p:cNvPr>
          <p:cNvCxnSpPr>
            <a:stCxn id="100" idx="2"/>
            <a:endCxn id="6" idx="0"/>
          </p:cNvCxnSpPr>
          <p:nvPr/>
        </p:nvCxnSpPr>
        <p:spPr>
          <a:xfrm>
            <a:off x="2630701" y="1288571"/>
            <a:ext cx="0" cy="17197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84DF539E-90A7-3660-2AC6-2CDCEB67BF55}"/>
              </a:ext>
            </a:extLst>
          </p:cNvPr>
          <p:cNvCxnSpPr>
            <a:stCxn id="100" idx="2"/>
            <a:endCxn id="22" idx="0"/>
          </p:cNvCxnSpPr>
          <p:nvPr/>
        </p:nvCxnSpPr>
        <p:spPr>
          <a:xfrm>
            <a:off x="2630701" y="1288571"/>
            <a:ext cx="1054608" cy="17197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Straight Connector 186">
            <a:extLst>
              <a:ext uri="{FF2B5EF4-FFF2-40B4-BE49-F238E27FC236}">
                <a16:creationId xmlns:a16="http://schemas.microsoft.com/office/drawing/2014/main" id="{5A271CCE-16F3-ABB6-94BE-C85DE28E7729}"/>
              </a:ext>
            </a:extLst>
          </p:cNvPr>
          <p:cNvCxnSpPr>
            <a:cxnSpLocks/>
            <a:stCxn id="100" idx="2"/>
            <a:endCxn id="24" idx="0"/>
          </p:cNvCxnSpPr>
          <p:nvPr/>
        </p:nvCxnSpPr>
        <p:spPr>
          <a:xfrm>
            <a:off x="2630701" y="1288571"/>
            <a:ext cx="3468635" cy="17197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93" name="Group 192">
            <a:extLst>
              <a:ext uri="{FF2B5EF4-FFF2-40B4-BE49-F238E27FC236}">
                <a16:creationId xmlns:a16="http://schemas.microsoft.com/office/drawing/2014/main" id="{F54EFFDC-B57F-35C2-1080-5163E1A3C519}"/>
              </a:ext>
            </a:extLst>
          </p:cNvPr>
          <p:cNvGrpSpPr/>
          <p:nvPr/>
        </p:nvGrpSpPr>
        <p:grpSpPr>
          <a:xfrm>
            <a:off x="3866915" y="2346870"/>
            <a:ext cx="766548" cy="265176"/>
            <a:chOff x="2318254" y="1552527"/>
            <a:chExt cx="766548" cy="265176"/>
          </a:xfrm>
        </p:grpSpPr>
        <p:sp>
          <p:nvSpPr>
            <p:cNvPr id="194" name="Oval 193">
              <a:extLst>
                <a:ext uri="{FF2B5EF4-FFF2-40B4-BE49-F238E27FC236}">
                  <a16:creationId xmlns:a16="http://schemas.microsoft.com/office/drawing/2014/main" id="{FE8128C3-DC99-3560-0442-71977335C9EC}"/>
                </a:ext>
              </a:extLst>
            </p:cNvPr>
            <p:cNvSpPr/>
            <p:nvPr/>
          </p:nvSpPr>
          <p:spPr>
            <a:xfrm>
              <a:off x="2793606"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TextBox 194">
              <a:extLst>
                <a:ext uri="{FF2B5EF4-FFF2-40B4-BE49-F238E27FC236}">
                  <a16:creationId xmlns:a16="http://schemas.microsoft.com/office/drawing/2014/main" id="{E183766F-5DE7-E801-A4B9-E5F8C5DA8B64}"/>
                </a:ext>
              </a:extLst>
            </p:cNvPr>
            <p:cNvSpPr txBox="1"/>
            <p:nvPr/>
          </p:nvSpPr>
          <p:spPr>
            <a:xfrm>
              <a:off x="2318254" y="1571482"/>
              <a:ext cx="572593"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3</a:t>
              </a:r>
              <a:r>
                <a:rPr lang="en-US" sz="1000" dirty="0">
                  <a:latin typeface="Garamond" panose="02020404030301010803" pitchFamily="18" charset="0"/>
                </a:rPr>
                <a:t>A2.2.1</a:t>
              </a:r>
            </a:p>
          </p:txBody>
        </p:sp>
        <p:sp>
          <p:nvSpPr>
            <p:cNvPr id="196" name="TextBox 195">
              <a:extLst>
                <a:ext uri="{FF2B5EF4-FFF2-40B4-BE49-F238E27FC236}">
                  <a16:creationId xmlns:a16="http://schemas.microsoft.com/office/drawing/2014/main" id="{EF2FDBCF-BA2D-E425-17A4-992F5681D98E}"/>
                </a:ext>
              </a:extLst>
            </p:cNvPr>
            <p:cNvSpPr txBox="1"/>
            <p:nvPr/>
          </p:nvSpPr>
          <p:spPr>
            <a:xfrm>
              <a:off x="2767086" y="1568861"/>
              <a:ext cx="317716" cy="246221"/>
            </a:xfrm>
            <a:prstGeom prst="rect">
              <a:avLst/>
            </a:prstGeom>
            <a:noFill/>
          </p:spPr>
          <p:txBody>
            <a:bodyPr wrap="none" rtlCol="0">
              <a:spAutoFit/>
            </a:bodyPr>
            <a:lstStyle/>
            <a:p>
              <a:r>
                <a:rPr lang="en-US" sz="1000" dirty="0"/>
                <a:t>L4</a:t>
              </a:r>
            </a:p>
          </p:txBody>
        </p:sp>
      </p:grpSp>
      <p:cxnSp>
        <p:nvCxnSpPr>
          <p:cNvPr id="198" name="Straight Connector 197">
            <a:extLst>
              <a:ext uri="{FF2B5EF4-FFF2-40B4-BE49-F238E27FC236}">
                <a16:creationId xmlns:a16="http://schemas.microsoft.com/office/drawing/2014/main" id="{140860F7-A67A-AC0D-6180-E4DB81A0D746}"/>
              </a:ext>
            </a:extLst>
          </p:cNvPr>
          <p:cNvCxnSpPr>
            <a:stCxn id="112" idx="2"/>
            <a:endCxn id="106" idx="0"/>
          </p:cNvCxnSpPr>
          <p:nvPr/>
        </p:nvCxnSpPr>
        <p:spPr>
          <a:xfrm flipH="1">
            <a:off x="3675803" y="1721936"/>
            <a:ext cx="9506" cy="20714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284820E6-25E3-BDEA-076C-C2F1859BEFA4}"/>
              </a:ext>
            </a:extLst>
          </p:cNvPr>
          <p:cNvCxnSpPr>
            <a:stCxn id="102" idx="2"/>
            <a:endCxn id="8" idx="0"/>
          </p:cNvCxnSpPr>
          <p:nvPr/>
        </p:nvCxnSpPr>
        <p:spPr>
          <a:xfrm>
            <a:off x="2626883" y="1725722"/>
            <a:ext cx="3818" cy="18702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2" name="Straight Connector 201">
            <a:extLst>
              <a:ext uri="{FF2B5EF4-FFF2-40B4-BE49-F238E27FC236}">
                <a16:creationId xmlns:a16="http://schemas.microsoft.com/office/drawing/2014/main" id="{6B1740C4-ABD6-AEB5-1302-79CB82373927}"/>
              </a:ext>
            </a:extLst>
          </p:cNvPr>
          <p:cNvCxnSpPr>
            <a:stCxn id="8" idx="4"/>
            <a:endCxn id="10" idx="0"/>
          </p:cNvCxnSpPr>
          <p:nvPr/>
        </p:nvCxnSpPr>
        <p:spPr>
          <a:xfrm>
            <a:off x="2630701" y="2177921"/>
            <a:ext cx="0" cy="15435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4" name="Straight Connector 203">
            <a:extLst>
              <a:ext uri="{FF2B5EF4-FFF2-40B4-BE49-F238E27FC236}">
                <a16:creationId xmlns:a16="http://schemas.microsoft.com/office/drawing/2014/main" id="{D99EA3E0-7713-74AE-80A2-6A2578AA86BF}"/>
              </a:ext>
            </a:extLst>
          </p:cNvPr>
          <p:cNvCxnSpPr>
            <a:stCxn id="118" idx="2"/>
            <a:endCxn id="12" idx="0"/>
          </p:cNvCxnSpPr>
          <p:nvPr/>
        </p:nvCxnSpPr>
        <p:spPr>
          <a:xfrm>
            <a:off x="2626475" y="2597092"/>
            <a:ext cx="4226" cy="17104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6" name="Straight Connector 205">
            <a:extLst>
              <a:ext uri="{FF2B5EF4-FFF2-40B4-BE49-F238E27FC236}">
                <a16:creationId xmlns:a16="http://schemas.microsoft.com/office/drawing/2014/main" id="{CD381A94-DC0C-CF3A-F603-8DF4B83C86E9}"/>
              </a:ext>
            </a:extLst>
          </p:cNvPr>
          <p:cNvCxnSpPr>
            <a:stCxn id="12" idx="4"/>
            <a:endCxn id="126" idx="0"/>
          </p:cNvCxnSpPr>
          <p:nvPr/>
        </p:nvCxnSpPr>
        <p:spPr>
          <a:xfrm flipH="1">
            <a:off x="2623065" y="3033314"/>
            <a:ext cx="7636" cy="16154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8" name="Straight Connector 207">
            <a:extLst>
              <a:ext uri="{FF2B5EF4-FFF2-40B4-BE49-F238E27FC236}">
                <a16:creationId xmlns:a16="http://schemas.microsoft.com/office/drawing/2014/main" id="{999EC660-4843-6713-59CD-AA820301B7DB}"/>
              </a:ext>
            </a:extLst>
          </p:cNvPr>
          <p:cNvCxnSpPr>
            <a:stCxn id="14" idx="4"/>
            <a:endCxn id="16" idx="0"/>
          </p:cNvCxnSpPr>
          <p:nvPr/>
        </p:nvCxnSpPr>
        <p:spPr>
          <a:xfrm>
            <a:off x="2630701" y="3469178"/>
            <a:ext cx="0" cy="1706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0" name="Straight Connector 209">
            <a:extLst>
              <a:ext uri="{FF2B5EF4-FFF2-40B4-BE49-F238E27FC236}">
                <a16:creationId xmlns:a16="http://schemas.microsoft.com/office/drawing/2014/main" id="{D1CDCD7C-76E6-61FE-9788-3A55048BCA05}"/>
              </a:ext>
            </a:extLst>
          </p:cNvPr>
          <p:cNvCxnSpPr>
            <a:stCxn id="134" idx="2"/>
            <a:endCxn id="142" idx="0"/>
          </p:cNvCxnSpPr>
          <p:nvPr/>
        </p:nvCxnSpPr>
        <p:spPr>
          <a:xfrm>
            <a:off x="2623065" y="3914186"/>
            <a:ext cx="0" cy="180499"/>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2" name="Straight Connector 211">
            <a:extLst>
              <a:ext uri="{FF2B5EF4-FFF2-40B4-BE49-F238E27FC236}">
                <a16:creationId xmlns:a16="http://schemas.microsoft.com/office/drawing/2014/main" id="{11139B8A-A1CC-CB90-9011-3ABC45330D81}"/>
              </a:ext>
            </a:extLst>
          </p:cNvPr>
          <p:cNvCxnSpPr>
            <a:stCxn id="22" idx="4"/>
            <a:endCxn id="43" idx="0"/>
          </p:cNvCxnSpPr>
          <p:nvPr/>
        </p:nvCxnSpPr>
        <p:spPr>
          <a:xfrm>
            <a:off x="3685309" y="1725722"/>
            <a:ext cx="797166" cy="18702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CAEF0349-F9EC-E21D-1141-E6D26FDEF78F}"/>
              </a:ext>
            </a:extLst>
          </p:cNvPr>
          <p:cNvCxnSpPr>
            <a:stCxn id="22" idx="4"/>
            <a:endCxn id="110" idx="0"/>
          </p:cNvCxnSpPr>
          <p:nvPr/>
        </p:nvCxnSpPr>
        <p:spPr>
          <a:xfrm>
            <a:off x="3685309" y="1725722"/>
            <a:ext cx="1726670" cy="20335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6" name="Straight Connector 215">
            <a:extLst>
              <a:ext uri="{FF2B5EF4-FFF2-40B4-BE49-F238E27FC236}">
                <a16:creationId xmlns:a16="http://schemas.microsoft.com/office/drawing/2014/main" id="{297D94AA-5307-5318-5C8D-47776CAE6F5D}"/>
              </a:ext>
            </a:extLst>
          </p:cNvPr>
          <p:cNvCxnSpPr>
            <a:stCxn id="106" idx="2"/>
            <a:endCxn id="120" idx="0"/>
          </p:cNvCxnSpPr>
          <p:nvPr/>
        </p:nvCxnSpPr>
        <p:spPr>
          <a:xfrm>
            <a:off x="3675803" y="2175298"/>
            <a:ext cx="0" cy="17157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C5EB0F5C-530A-0EE8-B2C0-53992CD084FC}"/>
              </a:ext>
            </a:extLst>
          </p:cNvPr>
          <p:cNvCxnSpPr>
            <a:cxnSpLocks/>
          </p:cNvCxnSpPr>
          <p:nvPr/>
        </p:nvCxnSpPr>
        <p:spPr>
          <a:xfrm flipH="1">
            <a:off x="4474605" y="2175300"/>
            <a:ext cx="0" cy="1885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0" name="Straight Connector 219">
            <a:extLst>
              <a:ext uri="{FF2B5EF4-FFF2-40B4-BE49-F238E27FC236}">
                <a16:creationId xmlns:a16="http://schemas.microsoft.com/office/drawing/2014/main" id="{B5F841E7-CF40-152C-E027-DD9E9B09B5AC}"/>
              </a:ext>
            </a:extLst>
          </p:cNvPr>
          <p:cNvCxnSpPr>
            <a:stCxn id="120" idx="2"/>
            <a:endCxn id="124" idx="0"/>
          </p:cNvCxnSpPr>
          <p:nvPr/>
        </p:nvCxnSpPr>
        <p:spPr>
          <a:xfrm>
            <a:off x="3675803" y="2593091"/>
            <a:ext cx="0" cy="188759"/>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ED7D9C94-4D11-7BB1-E067-A37506A396E2}"/>
              </a:ext>
            </a:extLst>
          </p:cNvPr>
          <p:cNvCxnSpPr>
            <a:stCxn id="124" idx="2"/>
            <a:endCxn id="128" idx="0"/>
          </p:cNvCxnSpPr>
          <p:nvPr/>
        </p:nvCxnSpPr>
        <p:spPr>
          <a:xfrm>
            <a:off x="3685309" y="3028071"/>
            <a:ext cx="0" cy="17593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4" name="Straight Connector 223">
            <a:extLst>
              <a:ext uri="{FF2B5EF4-FFF2-40B4-BE49-F238E27FC236}">
                <a16:creationId xmlns:a16="http://schemas.microsoft.com/office/drawing/2014/main" id="{E1454883-6B18-126A-2189-78899E62A51C}"/>
              </a:ext>
            </a:extLst>
          </p:cNvPr>
          <p:cNvCxnSpPr>
            <a:stCxn id="124" idx="2"/>
            <a:endCxn id="130" idx="0"/>
          </p:cNvCxnSpPr>
          <p:nvPr/>
        </p:nvCxnSpPr>
        <p:spPr>
          <a:xfrm>
            <a:off x="3685309" y="3028071"/>
            <a:ext cx="930097" cy="1759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6" name="Straight Connector 225">
            <a:extLst>
              <a:ext uri="{FF2B5EF4-FFF2-40B4-BE49-F238E27FC236}">
                <a16:creationId xmlns:a16="http://schemas.microsoft.com/office/drawing/2014/main" id="{1C1E0D03-0BE5-9C06-0B42-E4223C9F3075}"/>
              </a:ext>
            </a:extLst>
          </p:cNvPr>
          <p:cNvCxnSpPr>
            <a:stCxn id="124" idx="2"/>
            <a:endCxn id="132" idx="0"/>
          </p:cNvCxnSpPr>
          <p:nvPr/>
        </p:nvCxnSpPr>
        <p:spPr>
          <a:xfrm>
            <a:off x="3685309" y="3028071"/>
            <a:ext cx="1941033" cy="1759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8" name="Straight Connector 227">
            <a:extLst>
              <a:ext uri="{FF2B5EF4-FFF2-40B4-BE49-F238E27FC236}">
                <a16:creationId xmlns:a16="http://schemas.microsoft.com/office/drawing/2014/main" id="{62010F7A-9454-9BF4-8AC8-F42407223901}"/>
              </a:ext>
            </a:extLst>
          </p:cNvPr>
          <p:cNvCxnSpPr>
            <a:stCxn id="65" idx="4"/>
            <a:endCxn id="136" idx="0"/>
          </p:cNvCxnSpPr>
          <p:nvPr/>
        </p:nvCxnSpPr>
        <p:spPr>
          <a:xfrm>
            <a:off x="4620141" y="3469178"/>
            <a:ext cx="0" cy="19659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1" name="Straight Connector 230">
            <a:extLst>
              <a:ext uri="{FF2B5EF4-FFF2-40B4-BE49-F238E27FC236}">
                <a16:creationId xmlns:a16="http://schemas.microsoft.com/office/drawing/2014/main" id="{19C5BF38-DD03-23FA-C863-9515E969ADC1}"/>
              </a:ext>
            </a:extLst>
          </p:cNvPr>
          <p:cNvCxnSpPr>
            <a:stCxn id="69" idx="4"/>
            <a:endCxn id="77" idx="0"/>
          </p:cNvCxnSpPr>
          <p:nvPr/>
        </p:nvCxnSpPr>
        <p:spPr>
          <a:xfrm>
            <a:off x="5631173" y="3465702"/>
            <a:ext cx="0" cy="1706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3" name="Straight Connector 232">
            <a:extLst>
              <a:ext uri="{FF2B5EF4-FFF2-40B4-BE49-F238E27FC236}">
                <a16:creationId xmlns:a16="http://schemas.microsoft.com/office/drawing/2014/main" id="{596ADC5B-08D1-8FED-5851-975A39F2E5AB}"/>
              </a:ext>
            </a:extLst>
          </p:cNvPr>
          <p:cNvCxnSpPr>
            <a:cxnSpLocks/>
          </p:cNvCxnSpPr>
          <p:nvPr/>
        </p:nvCxnSpPr>
        <p:spPr>
          <a:xfrm rot="-120000">
            <a:off x="5628003" y="3456015"/>
            <a:ext cx="1112014" cy="20007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5" name="Straight Connector 234">
            <a:extLst>
              <a:ext uri="{FF2B5EF4-FFF2-40B4-BE49-F238E27FC236}">
                <a16:creationId xmlns:a16="http://schemas.microsoft.com/office/drawing/2014/main" id="{A86FE262-BAB4-1A32-7097-48D34A3213B8}"/>
              </a:ext>
            </a:extLst>
          </p:cNvPr>
          <p:cNvCxnSpPr>
            <a:stCxn id="140" idx="2"/>
            <a:endCxn id="144" idx="0"/>
          </p:cNvCxnSpPr>
          <p:nvPr/>
        </p:nvCxnSpPr>
        <p:spPr>
          <a:xfrm>
            <a:off x="6743187" y="3911993"/>
            <a:ext cx="0" cy="18269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7" name="Straight Connector 236">
            <a:extLst>
              <a:ext uri="{FF2B5EF4-FFF2-40B4-BE49-F238E27FC236}">
                <a16:creationId xmlns:a16="http://schemas.microsoft.com/office/drawing/2014/main" id="{A41214CA-BD82-4B64-330E-44EA37688251}"/>
              </a:ext>
            </a:extLst>
          </p:cNvPr>
          <p:cNvCxnSpPr>
            <a:cxnSpLocks/>
          </p:cNvCxnSpPr>
          <p:nvPr/>
        </p:nvCxnSpPr>
        <p:spPr>
          <a:xfrm rot="-120000">
            <a:off x="6743187" y="3911993"/>
            <a:ext cx="1170675" cy="17669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9" name="Straight Connector 238">
            <a:extLst>
              <a:ext uri="{FF2B5EF4-FFF2-40B4-BE49-F238E27FC236}">
                <a16:creationId xmlns:a16="http://schemas.microsoft.com/office/drawing/2014/main" id="{FD173B19-0A46-0833-262F-E5EF4E53660E}"/>
              </a:ext>
            </a:extLst>
          </p:cNvPr>
          <p:cNvCxnSpPr>
            <a:cxnSpLocks/>
          </p:cNvCxnSpPr>
          <p:nvPr/>
        </p:nvCxnSpPr>
        <p:spPr>
          <a:xfrm>
            <a:off x="6743187" y="3902757"/>
            <a:ext cx="2466566" cy="17669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305" name="Group 304">
            <a:extLst>
              <a:ext uri="{FF2B5EF4-FFF2-40B4-BE49-F238E27FC236}">
                <a16:creationId xmlns:a16="http://schemas.microsoft.com/office/drawing/2014/main" id="{33B748E3-FCDF-0F53-BC65-F6A4EF4B1BCF}"/>
              </a:ext>
            </a:extLst>
          </p:cNvPr>
          <p:cNvGrpSpPr/>
          <p:nvPr/>
        </p:nvGrpSpPr>
        <p:grpSpPr>
          <a:xfrm>
            <a:off x="8033128" y="4079206"/>
            <a:ext cx="1372084" cy="1145435"/>
            <a:chOff x="6481419" y="3718988"/>
            <a:chExt cx="1372084" cy="1145435"/>
          </a:xfrm>
        </p:grpSpPr>
        <p:grpSp>
          <p:nvGrpSpPr>
            <p:cNvPr id="174" name="Group 173">
              <a:extLst>
                <a:ext uri="{FF2B5EF4-FFF2-40B4-BE49-F238E27FC236}">
                  <a16:creationId xmlns:a16="http://schemas.microsoft.com/office/drawing/2014/main" id="{17DB546E-99C1-EEDE-5714-F69EA1BC559D}"/>
                </a:ext>
              </a:extLst>
            </p:cNvPr>
            <p:cNvGrpSpPr/>
            <p:nvPr/>
          </p:nvGrpSpPr>
          <p:grpSpPr>
            <a:xfrm>
              <a:off x="6612750" y="3718988"/>
              <a:ext cx="1204152" cy="268652"/>
              <a:chOff x="6612750" y="3718988"/>
              <a:chExt cx="1204152" cy="268652"/>
            </a:xfrm>
          </p:grpSpPr>
          <p:sp>
            <p:nvSpPr>
              <p:cNvPr id="93" name="Oval 92">
                <a:extLst>
                  <a:ext uri="{FF2B5EF4-FFF2-40B4-BE49-F238E27FC236}">
                    <a16:creationId xmlns:a16="http://schemas.microsoft.com/office/drawing/2014/main" id="{C9E1513D-D626-C348-3DC4-5B8CD68F497F}"/>
                  </a:ext>
                </a:extLst>
              </p:cNvPr>
              <p:cNvSpPr/>
              <p:nvPr/>
            </p:nvSpPr>
            <p:spPr>
              <a:xfrm>
                <a:off x="7526246" y="3722464"/>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32D43D5A-A8AE-3319-74A1-C81CC7DB6B38}"/>
                  </a:ext>
                </a:extLst>
              </p:cNvPr>
              <p:cNvSpPr txBox="1"/>
              <p:nvPr/>
            </p:nvSpPr>
            <p:spPr>
              <a:xfrm>
                <a:off x="6612750" y="3718988"/>
                <a:ext cx="931665"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7</a:t>
                </a:r>
                <a:r>
                  <a:rPr lang="en-US" sz="1000" dirty="0">
                    <a:latin typeface="Garamond" panose="02020404030301010803" pitchFamily="18" charset="0"/>
                  </a:rPr>
                  <a:t>A2.1.1.1.3.6.3</a:t>
                </a:r>
              </a:p>
            </p:txBody>
          </p:sp>
          <p:sp>
            <p:nvSpPr>
              <p:cNvPr id="148" name="TextBox 147">
                <a:extLst>
                  <a:ext uri="{FF2B5EF4-FFF2-40B4-BE49-F238E27FC236}">
                    <a16:creationId xmlns:a16="http://schemas.microsoft.com/office/drawing/2014/main" id="{B2B66078-6C07-4EC3-3801-E90229285353}"/>
                  </a:ext>
                </a:extLst>
              </p:cNvPr>
              <p:cNvSpPr txBox="1"/>
              <p:nvPr/>
            </p:nvSpPr>
            <p:spPr>
              <a:xfrm>
                <a:off x="7499186" y="3728465"/>
                <a:ext cx="317716" cy="246221"/>
              </a:xfrm>
              <a:prstGeom prst="rect">
                <a:avLst/>
              </a:prstGeom>
              <a:noFill/>
            </p:spPr>
            <p:txBody>
              <a:bodyPr wrap="none" rtlCol="0">
                <a:spAutoFit/>
              </a:bodyPr>
              <a:lstStyle/>
              <a:p>
                <a:r>
                  <a:rPr lang="en-US" sz="1000" dirty="0"/>
                  <a:t>L8</a:t>
                </a:r>
              </a:p>
            </p:txBody>
          </p:sp>
        </p:grpSp>
        <p:grpSp>
          <p:nvGrpSpPr>
            <p:cNvPr id="242" name="Group 241">
              <a:extLst>
                <a:ext uri="{FF2B5EF4-FFF2-40B4-BE49-F238E27FC236}">
                  <a16:creationId xmlns:a16="http://schemas.microsoft.com/office/drawing/2014/main" id="{67B3A9EA-F5E5-1054-4666-74920D73E959}"/>
                </a:ext>
              </a:extLst>
            </p:cNvPr>
            <p:cNvGrpSpPr/>
            <p:nvPr/>
          </p:nvGrpSpPr>
          <p:grpSpPr>
            <a:xfrm>
              <a:off x="6522982" y="3987640"/>
              <a:ext cx="1293920" cy="438056"/>
              <a:chOff x="6522982" y="3987640"/>
              <a:chExt cx="1293920" cy="438056"/>
            </a:xfrm>
          </p:grpSpPr>
          <p:grpSp>
            <p:nvGrpSpPr>
              <p:cNvPr id="177" name="Group 176">
                <a:extLst>
                  <a:ext uri="{FF2B5EF4-FFF2-40B4-BE49-F238E27FC236}">
                    <a16:creationId xmlns:a16="http://schemas.microsoft.com/office/drawing/2014/main" id="{B620ED08-7D7C-6E60-6B9B-B141FBD61F39}"/>
                  </a:ext>
                </a:extLst>
              </p:cNvPr>
              <p:cNvGrpSpPr/>
              <p:nvPr/>
            </p:nvGrpSpPr>
            <p:grpSpPr>
              <a:xfrm>
                <a:off x="6522982" y="4160520"/>
                <a:ext cx="1293920" cy="265176"/>
                <a:chOff x="6522982" y="4160520"/>
                <a:chExt cx="1293920" cy="265176"/>
              </a:xfrm>
            </p:grpSpPr>
            <p:sp>
              <p:nvSpPr>
                <p:cNvPr id="99" name="TextBox 98">
                  <a:extLst>
                    <a:ext uri="{FF2B5EF4-FFF2-40B4-BE49-F238E27FC236}">
                      <a16:creationId xmlns:a16="http://schemas.microsoft.com/office/drawing/2014/main" id="{D7B425C1-B491-E317-A062-47E06A62C788}"/>
                    </a:ext>
                  </a:extLst>
                </p:cNvPr>
                <p:cNvSpPr txBox="1"/>
                <p:nvPr/>
              </p:nvSpPr>
              <p:spPr>
                <a:xfrm>
                  <a:off x="6522982" y="4160520"/>
                  <a:ext cx="1021433"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8</a:t>
                  </a:r>
                  <a:r>
                    <a:rPr lang="en-US" sz="1000" dirty="0">
                      <a:latin typeface="Garamond" panose="02020404030301010803" pitchFamily="18" charset="0"/>
                    </a:rPr>
                    <a:t>A2.1.1.1.3.6.3.1</a:t>
                  </a:r>
                </a:p>
              </p:txBody>
            </p:sp>
            <p:grpSp>
              <p:nvGrpSpPr>
                <p:cNvPr id="175" name="Group 174">
                  <a:extLst>
                    <a:ext uri="{FF2B5EF4-FFF2-40B4-BE49-F238E27FC236}">
                      <a16:creationId xmlns:a16="http://schemas.microsoft.com/office/drawing/2014/main" id="{C957B33D-4F26-789D-0BAF-2CE55B6BF8BE}"/>
                    </a:ext>
                  </a:extLst>
                </p:cNvPr>
                <p:cNvGrpSpPr/>
                <p:nvPr/>
              </p:nvGrpSpPr>
              <p:grpSpPr>
                <a:xfrm>
                  <a:off x="7499186" y="4160520"/>
                  <a:ext cx="317716" cy="265176"/>
                  <a:chOff x="7499186" y="4160520"/>
                  <a:chExt cx="317716" cy="265176"/>
                </a:xfrm>
              </p:grpSpPr>
              <p:sp>
                <p:nvSpPr>
                  <p:cNvPr id="97" name="Oval 96">
                    <a:extLst>
                      <a:ext uri="{FF2B5EF4-FFF2-40B4-BE49-F238E27FC236}">
                        <a16:creationId xmlns:a16="http://schemas.microsoft.com/office/drawing/2014/main" id="{0C3F1D06-95E2-9FAC-84EB-9FE3AC743965}"/>
                      </a:ext>
                    </a:extLst>
                  </p:cNvPr>
                  <p:cNvSpPr/>
                  <p:nvPr/>
                </p:nvSpPr>
                <p:spPr>
                  <a:xfrm>
                    <a:off x="7520884" y="4160520"/>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TextBox 149">
                    <a:extLst>
                      <a:ext uri="{FF2B5EF4-FFF2-40B4-BE49-F238E27FC236}">
                        <a16:creationId xmlns:a16="http://schemas.microsoft.com/office/drawing/2014/main" id="{F17E6E1E-61FD-293B-AF26-DAAD753C12E2}"/>
                      </a:ext>
                    </a:extLst>
                  </p:cNvPr>
                  <p:cNvSpPr txBox="1"/>
                  <p:nvPr/>
                </p:nvSpPr>
                <p:spPr>
                  <a:xfrm>
                    <a:off x="7499186" y="4179475"/>
                    <a:ext cx="317716" cy="246221"/>
                  </a:xfrm>
                  <a:prstGeom prst="rect">
                    <a:avLst/>
                  </a:prstGeom>
                  <a:noFill/>
                </p:spPr>
                <p:txBody>
                  <a:bodyPr wrap="none" rtlCol="0">
                    <a:spAutoFit/>
                  </a:bodyPr>
                  <a:lstStyle/>
                  <a:p>
                    <a:r>
                      <a:rPr lang="en-US" sz="1000" dirty="0"/>
                      <a:t>L9</a:t>
                    </a:r>
                  </a:p>
                </p:txBody>
              </p:sp>
            </p:grpSp>
          </p:grpSp>
          <p:cxnSp>
            <p:nvCxnSpPr>
              <p:cNvPr id="241" name="Straight Connector 240">
                <a:extLst>
                  <a:ext uri="{FF2B5EF4-FFF2-40B4-BE49-F238E27FC236}">
                    <a16:creationId xmlns:a16="http://schemas.microsoft.com/office/drawing/2014/main" id="{CAB9846F-2331-07FD-FCDE-2A969E04DAF2}"/>
                  </a:ext>
                </a:extLst>
              </p:cNvPr>
              <p:cNvCxnSpPr>
                <a:stCxn id="93" idx="4"/>
                <a:endCxn id="150" idx="0"/>
              </p:cNvCxnSpPr>
              <p:nvPr/>
            </p:nvCxnSpPr>
            <p:spPr>
              <a:xfrm flipH="1">
                <a:off x="7658044" y="3987640"/>
                <a:ext cx="0" cy="1737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43" name="Group 242">
              <a:extLst>
                <a:ext uri="{FF2B5EF4-FFF2-40B4-BE49-F238E27FC236}">
                  <a16:creationId xmlns:a16="http://schemas.microsoft.com/office/drawing/2014/main" id="{FC1D86C8-2210-5388-E867-996D135F347B}"/>
                </a:ext>
              </a:extLst>
            </p:cNvPr>
            <p:cNvGrpSpPr/>
            <p:nvPr/>
          </p:nvGrpSpPr>
          <p:grpSpPr>
            <a:xfrm>
              <a:off x="6481419" y="4426367"/>
              <a:ext cx="1372084" cy="438056"/>
              <a:chOff x="6486038" y="3987640"/>
              <a:chExt cx="1372084" cy="438056"/>
            </a:xfrm>
          </p:grpSpPr>
          <p:grpSp>
            <p:nvGrpSpPr>
              <p:cNvPr id="244" name="Group 243">
                <a:extLst>
                  <a:ext uri="{FF2B5EF4-FFF2-40B4-BE49-F238E27FC236}">
                    <a16:creationId xmlns:a16="http://schemas.microsoft.com/office/drawing/2014/main" id="{5EBCF77B-9E37-03CE-9E7E-F7412A9B2186}"/>
                  </a:ext>
                </a:extLst>
              </p:cNvPr>
              <p:cNvGrpSpPr/>
              <p:nvPr/>
            </p:nvGrpSpPr>
            <p:grpSpPr>
              <a:xfrm>
                <a:off x="6486038" y="4160520"/>
                <a:ext cx="1372084" cy="265176"/>
                <a:chOff x="6486038" y="4160520"/>
                <a:chExt cx="1372084" cy="265176"/>
              </a:xfrm>
            </p:grpSpPr>
            <p:sp>
              <p:nvSpPr>
                <p:cNvPr id="246" name="TextBox 245">
                  <a:extLst>
                    <a:ext uri="{FF2B5EF4-FFF2-40B4-BE49-F238E27FC236}">
                      <a16:creationId xmlns:a16="http://schemas.microsoft.com/office/drawing/2014/main" id="{D83C62D4-02C3-E844-63B0-1EAB07183645}"/>
                    </a:ext>
                  </a:extLst>
                </p:cNvPr>
                <p:cNvSpPr txBox="1"/>
                <p:nvPr/>
              </p:nvSpPr>
              <p:spPr>
                <a:xfrm>
                  <a:off x="6486038" y="4169756"/>
                  <a:ext cx="1111202"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9</a:t>
                  </a:r>
                  <a:r>
                    <a:rPr lang="en-US" sz="1000" dirty="0">
                      <a:latin typeface="Garamond" panose="02020404030301010803" pitchFamily="18" charset="0"/>
                    </a:rPr>
                    <a:t>A2.1.1.1.3.6.3.1.1</a:t>
                  </a:r>
                </a:p>
              </p:txBody>
            </p:sp>
            <p:grpSp>
              <p:nvGrpSpPr>
                <p:cNvPr id="247" name="Group 246">
                  <a:extLst>
                    <a:ext uri="{FF2B5EF4-FFF2-40B4-BE49-F238E27FC236}">
                      <a16:creationId xmlns:a16="http://schemas.microsoft.com/office/drawing/2014/main" id="{97AD005A-CB3E-82C4-9E44-3637FC7A6B84}"/>
                    </a:ext>
                  </a:extLst>
                </p:cNvPr>
                <p:cNvGrpSpPr/>
                <p:nvPr/>
              </p:nvGrpSpPr>
              <p:grpSpPr>
                <a:xfrm>
                  <a:off x="7471478" y="4160520"/>
                  <a:ext cx="386644" cy="265176"/>
                  <a:chOff x="7471478" y="4160520"/>
                  <a:chExt cx="386644" cy="265176"/>
                </a:xfrm>
              </p:grpSpPr>
              <p:sp>
                <p:nvSpPr>
                  <p:cNvPr id="248" name="Oval 247">
                    <a:extLst>
                      <a:ext uri="{FF2B5EF4-FFF2-40B4-BE49-F238E27FC236}">
                        <a16:creationId xmlns:a16="http://schemas.microsoft.com/office/drawing/2014/main" id="{8FD33A40-D5E8-9180-6C66-15296CEB6967}"/>
                      </a:ext>
                    </a:extLst>
                  </p:cNvPr>
                  <p:cNvSpPr/>
                  <p:nvPr/>
                </p:nvSpPr>
                <p:spPr>
                  <a:xfrm>
                    <a:off x="7520884" y="4160520"/>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extBox 248">
                    <a:extLst>
                      <a:ext uri="{FF2B5EF4-FFF2-40B4-BE49-F238E27FC236}">
                        <a16:creationId xmlns:a16="http://schemas.microsoft.com/office/drawing/2014/main" id="{66148700-E4B4-5D72-4D9D-4E1A1EA36EC1}"/>
                      </a:ext>
                    </a:extLst>
                  </p:cNvPr>
                  <p:cNvSpPr txBox="1"/>
                  <p:nvPr/>
                </p:nvSpPr>
                <p:spPr>
                  <a:xfrm>
                    <a:off x="7471478" y="4179475"/>
                    <a:ext cx="386644" cy="246221"/>
                  </a:xfrm>
                  <a:prstGeom prst="rect">
                    <a:avLst/>
                  </a:prstGeom>
                  <a:noFill/>
                </p:spPr>
                <p:txBody>
                  <a:bodyPr wrap="none" rtlCol="0">
                    <a:spAutoFit/>
                  </a:bodyPr>
                  <a:lstStyle/>
                  <a:p>
                    <a:r>
                      <a:rPr lang="en-US" sz="1000" dirty="0"/>
                      <a:t>L10</a:t>
                    </a:r>
                  </a:p>
                </p:txBody>
              </p:sp>
            </p:grpSp>
          </p:grpSp>
          <p:cxnSp>
            <p:nvCxnSpPr>
              <p:cNvPr id="245" name="Straight Connector 244">
                <a:extLst>
                  <a:ext uri="{FF2B5EF4-FFF2-40B4-BE49-F238E27FC236}">
                    <a16:creationId xmlns:a16="http://schemas.microsoft.com/office/drawing/2014/main" id="{C8BDBF70-4987-17DA-3200-17D97166F54D}"/>
                  </a:ext>
                </a:extLst>
              </p:cNvPr>
              <p:cNvCxnSpPr>
                <a:cxnSpLocks/>
              </p:cNvCxnSpPr>
              <p:nvPr/>
            </p:nvCxnSpPr>
            <p:spPr>
              <a:xfrm>
                <a:off x="7648808" y="3987640"/>
                <a:ext cx="0" cy="19183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250" name="Group 249">
            <a:extLst>
              <a:ext uri="{FF2B5EF4-FFF2-40B4-BE49-F238E27FC236}">
                <a16:creationId xmlns:a16="http://schemas.microsoft.com/office/drawing/2014/main" id="{FB40A36A-B5F6-9154-7AE3-D6FF939CC429}"/>
              </a:ext>
            </a:extLst>
          </p:cNvPr>
          <p:cNvGrpSpPr/>
          <p:nvPr/>
        </p:nvGrpSpPr>
        <p:grpSpPr>
          <a:xfrm>
            <a:off x="5540178" y="1910122"/>
            <a:ext cx="689074" cy="265176"/>
            <a:chOff x="3330054" y="1552527"/>
            <a:chExt cx="689074" cy="265176"/>
          </a:xfrm>
        </p:grpSpPr>
        <p:sp>
          <p:nvSpPr>
            <p:cNvPr id="251" name="Oval 250">
              <a:extLst>
                <a:ext uri="{FF2B5EF4-FFF2-40B4-BE49-F238E27FC236}">
                  <a16:creationId xmlns:a16="http://schemas.microsoft.com/office/drawing/2014/main" id="{376ED4FB-0CE1-047F-0978-1221E7452523}"/>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TextBox 251">
              <a:extLst>
                <a:ext uri="{FF2B5EF4-FFF2-40B4-BE49-F238E27FC236}">
                  <a16:creationId xmlns:a16="http://schemas.microsoft.com/office/drawing/2014/main" id="{3A0C701E-9CB5-4BD7-3B39-7944F9C5D472}"/>
                </a:ext>
              </a:extLst>
            </p:cNvPr>
            <p:cNvSpPr txBox="1"/>
            <p:nvPr/>
          </p:nvSpPr>
          <p:spPr>
            <a:xfrm>
              <a:off x="3330054" y="1571482"/>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A3.3</a:t>
              </a:r>
            </a:p>
          </p:txBody>
        </p:sp>
        <p:sp>
          <p:nvSpPr>
            <p:cNvPr id="253" name="TextBox 252">
              <a:extLst>
                <a:ext uri="{FF2B5EF4-FFF2-40B4-BE49-F238E27FC236}">
                  <a16:creationId xmlns:a16="http://schemas.microsoft.com/office/drawing/2014/main" id="{1633FE99-DCFB-AF4D-D106-0C01D29BF4E1}"/>
                </a:ext>
              </a:extLst>
            </p:cNvPr>
            <p:cNvSpPr txBox="1"/>
            <p:nvPr/>
          </p:nvSpPr>
          <p:spPr>
            <a:xfrm>
              <a:off x="3701412" y="1568860"/>
              <a:ext cx="317716" cy="246221"/>
            </a:xfrm>
            <a:prstGeom prst="rect">
              <a:avLst/>
            </a:prstGeom>
            <a:noFill/>
          </p:spPr>
          <p:txBody>
            <a:bodyPr wrap="none" rtlCol="0">
              <a:spAutoFit/>
            </a:bodyPr>
            <a:lstStyle/>
            <a:p>
              <a:r>
                <a:rPr lang="en-US" sz="1000" dirty="0"/>
                <a:t>L3</a:t>
              </a:r>
            </a:p>
          </p:txBody>
        </p:sp>
      </p:grpSp>
      <p:cxnSp>
        <p:nvCxnSpPr>
          <p:cNvPr id="255" name="Straight Connector 254">
            <a:extLst>
              <a:ext uri="{FF2B5EF4-FFF2-40B4-BE49-F238E27FC236}">
                <a16:creationId xmlns:a16="http://schemas.microsoft.com/office/drawing/2014/main" id="{CD1FB7A4-CB04-1431-E883-900AA1E96DC7}"/>
              </a:ext>
            </a:extLst>
          </p:cNvPr>
          <p:cNvCxnSpPr>
            <a:cxnSpLocks/>
          </p:cNvCxnSpPr>
          <p:nvPr/>
        </p:nvCxnSpPr>
        <p:spPr>
          <a:xfrm flipH="1">
            <a:off x="6079630" y="1725722"/>
            <a:ext cx="0" cy="200733"/>
          </a:xfrm>
          <a:prstGeom prst="line">
            <a:avLst/>
          </a:prstGeom>
          <a:ln w="3175"/>
        </p:spPr>
        <p:style>
          <a:lnRef idx="2">
            <a:schemeClr val="accent1"/>
          </a:lnRef>
          <a:fillRef idx="0">
            <a:schemeClr val="accent1"/>
          </a:fillRef>
          <a:effectRef idx="1">
            <a:schemeClr val="accent1"/>
          </a:effectRef>
          <a:fontRef idx="minor">
            <a:schemeClr val="tx1"/>
          </a:fontRef>
        </p:style>
      </p:cxnSp>
      <p:grpSp>
        <p:nvGrpSpPr>
          <p:cNvPr id="256" name="Group 255">
            <a:extLst>
              <a:ext uri="{FF2B5EF4-FFF2-40B4-BE49-F238E27FC236}">
                <a16:creationId xmlns:a16="http://schemas.microsoft.com/office/drawing/2014/main" id="{B766CE8F-3AED-12CE-1100-8069FC475A6F}"/>
              </a:ext>
            </a:extLst>
          </p:cNvPr>
          <p:cNvGrpSpPr/>
          <p:nvPr/>
        </p:nvGrpSpPr>
        <p:grpSpPr>
          <a:xfrm>
            <a:off x="5411812" y="2345987"/>
            <a:ext cx="809142" cy="265176"/>
            <a:chOff x="3209986" y="1552527"/>
            <a:chExt cx="809142" cy="265176"/>
          </a:xfrm>
        </p:grpSpPr>
        <p:sp>
          <p:nvSpPr>
            <p:cNvPr id="257" name="Oval 256">
              <a:extLst>
                <a:ext uri="{FF2B5EF4-FFF2-40B4-BE49-F238E27FC236}">
                  <a16:creationId xmlns:a16="http://schemas.microsoft.com/office/drawing/2014/main" id="{601199EA-82BD-AC9F-98DF-1A572A3D94B3}"/>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E7076FAF-E7BB-81C2-3D24-8674A864ADAB}"/>
                </a:ext>
              </a:extLst>
            </p:cNvPr>
            <p:cNvSpPr txBox="1"/>
            <p:nvPr/>
          </p:nvSpPr>
          <p:spPr>
            <a:xfrm>
              <a:off x="3209986" y="1571482"/>
              <a:ext cx="572593"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3</a:t>
              </a:r>
              <a:r>
                <a:rPr lang="en-US" sz="1000" dirty="0">
                  <a:latin typeface="Garamond" panose="02020404030301010803" pitchFamily="18" charset="0"/>
                </a:rPr>
                <a:t>A3.3.4</a:t>
              </a:r>
            </a:p>
          </p:txBody>
        </p:sp>
        <p:sp>
          <p:nvSpPr>
            <p:cNvPr id="259" name="TextBox 258">
              <a:extLst>
                <a:ext uri="{FF2B5EF4-FFF2-40B4-BE49-F238E27FC236}">
                  <a16:creationId xmlns:a16="http://schemas.microsoft.com/office/drawing/2014/main" id="{C1D4F555-0BFF-6FEB-BC83-439AE86E85C3}"/>
                </a:ext>
              </a:extLst>
            </p:cNvPr>
            <p:cNvSpPr txBox="1"/>
            <p:nvPr/>
          </p:nvSpPr>
          <p:spPr>
            <a:xfrm>
              <a:off x="3701412" y="1568860"/>
              <a:ext cx="317716" cy="246221"/>
            </a:xfrm>
            <a:prstGeom prst="rect">
              <a:avLst/>
            </a:prstGeom>
            <a:noFill/>
          </p:spPr>
          <p:txBody>
            <a:bodyPr wrap="none" rtlCol="0">
              <a:spAutoFit/>
            </a:bodyPr>
            <a:lstStyle/>
            <a:p>
              <a:r>
                <a:rPr lang="en-US" sz="1000" dirty="0"/>
                <a:t>L4</a:t>
              </a:r>
            </a:p>
          </p:txBody>
        </p:sp>
      </p:grpSp>
      <p:cxnSp>
        <p:nvCxnSpPr>
          <p:cNvPr id="261" name="Straight Connector 260">
            <a:extLst>
              <a:ext uri="{FF2B5EF4-FFF2-40B4-BE49-F238E27FC236}">
                <a16:creationId xmlns:a16="http://schemas.microsoft.com/office/drawing/2014/main" id="{49F71798-D290-292A-D8B0-DE18C9456FEF}"/>
              </a:ext>
            </a:extLst>
          </p:cNvPr>
          <p:cNvCxnSpPr>
            <a:cxnSpLocks/>
          </p:cNvCxnSpPr>
          <p:nvPr/>
        </p:nvCxnSpPr>
        <p:spPr>
          <a:xfrm flipH="1">
            <a:off x="6062389" y="2181963"/>
            <a:ext cx="0" cy="1737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62" name="Group 261">
            <a:extLst>
              <a:ext uri="{FF2B5EF4-FFF2-40B4-BE49-F238E27FC236}">
                <a16:creationId xmlns:a16="http://schemas.microsoft.com/office/drawing/2014/main" id="{CE2576AC-B47F-BDEB-88E6-D5D05C174CF9}"/>
              </a:ext>
            </a:extLst>
          </p:cNvPr>
          <p:cNvGrpSpPr/>
          <p:nvPr/>
        </p:nvGrpSpPr>
        <p:grpSpPr>
          <a:xfrm>
            <a:off x="5310383" y="2762894"/>
            <a:ext cx="892266" cy="265176"/>
            <a:chOff x="3126862" y="1552527"/>
            <a:chExt cx="892266" cy="265176"/>
          </a:xfrm>
        </p:grpSpPr>
        <p:sp>
          <p:nvSpPr>
            <p:cNvPr id="263" name="Oval 262">
              <a:extLst>
                <a:ext uri="{FF2B5EF4-FFF2-40B4-BE49-F238E27FC236}">
                  <a16:creationId xmlns:a16="http://schemas.microsoft.com/office/drawing/2014/main" id="{8CFEB485-00D4-350F-E9DE-D38957EF5814}"/>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0C2E3B4F-B88C-7B97-470B-F36A2AAFEC64}"/>
                </a:ext>
              </a:extLst>
            </p:cNvPr>
            <p:cNvSpPr txBox="1"/>
            <p:nvPr/>
          </p:nvSpPr>
          <p:spPr>
            <a:xfrm>
              <a:off x="3126862" y="1571482"/>
              <a:ext cx="662361"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a:t>
              </a:r>
              <a:r>
                <a:rPr lang="en-US" sz="1000" dirty="0">
                  <a:latin typeface="Garamond" panose="02020404030301010803" pitchFamily="18" charset="0"/>
                </a:rPr>
                <a:t>A3.3.4.1</a:t>
              </a:r>
            </a:p>
          </p:txBody>
        </p:sp>
        <p:sp>
          <p:nvSpPr>
            <p:cNvPr id="265" name="TextBox 264">
              <a:extLst>
                <a:ext uri="{FF2B5EF4-FFF2-40B4-BE49-F238E27FC236}">
                  <a16:creationId xmlns:a16="http://schemas.microsoft.com/office/drawing/2014/main" id="{835D3537-50FE-2DD8-F9A6-2442A22BCB81}"/>
                </a:ext>
              </a:extLst>
            </p:cNvPr>
            <p:cNvSpPr txBox="1"/>
            <p:nvPr/>
          </p:nvSpPr>
          <p:spPr>
            <a:xfrm>
              <a:off x="3701412" y="1568860"/>
              <a:ext cx="317716" cy="246221"/>
            </a:xfrm>
            <a:prstGeom prst="rect">
              <a:avLst/>
            </a:prstGeom>
            <a:noFill/>
          </p:spPr>
          <p:txBody>
            <a:bodyPr wrap="none" rtlCol="0">
              <a:spAutoFit/>
            </a:bodyPr>
            <a:lstStyle/>
            <a:p>
              <a:r>
                <a:rPr lang="en-US" sz="1000" dirty="0"/>
                <a:t>L5</a:t>
              </a:r>
            </a:p>
          </p:txBody>
        </p:sp>
      </p:grpSp>
      <p:cxnSp>
        <p:nvCxnSpPr>
          <p:cNvPr id="267" name="Straight Connector 266">
            <a:extLst>
              <a:ext uri="{FF2B5EF4-FFF2-40B4-BE49-F238E27FC236}">
                <a16:creationId xmlns:a16="http://schemas.microsoft.com/office/drawing/2014/main" id="{09B559C9-B570-8686-A878-6B33B877030D}"/>
              </a:ext>
            </a:extLst>
          </p:cNvPr>
          <p:cNvCxnSpPr>
            <a:stCxn id="257" idx="4"/>
            <a:endCxn id="265" idx="0"/>
          </p:cNvCxnSpPr>
          <p:nvPr/>
        </p:nvCxnSpPr>
        <p:spPr>
          <a:xfrm flipH="1">
            <a:off x="6043791" y="2611163"/>
            <a:ext cx="0" cy="14630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68" name="Group 267">
            <a:extLst>
              <a:ext uri="{FF2B5EF4-FFF2-40B4-BE49-F238E27FC236}">
                <a16:creationId xmlns:a16="http://schemas.microsoft.com/office/drawing/2014/main" id="{5A7A6DB9-4D0F-1C65-D266-FD38716A6247}"/>
              </a:ext>
            </a:extLst>
          </p:cNvPr>
          <p:cNvGrpSpPr/>
          <p:nvPr/>
        </p:nvGrpSpPr>
        <p:grpSpPr>
          <a:xfrm>
            <a:off x="6117805" y="2754363"/>
            <a:ext cx="855322" cy="265176"/>
            <a:chOff x="3163806" y="1552527"/>
            <a:chExt cx="855322" cy="265176"/>
          </a:xfrm>
        </p:grpSpPr>
        <p:sp>
          <p:nvSpPr>
            <p:cNvPr id="269" name="Oval 268">
              <a:extLst>
                <a:ext uri="{FF2B5EF4-FFF2-40B4-BE49-F238E27FC236}">
                  <a16:creationId xmlns:a16="http://schemas.microsoft.com/office/drawing/2014/main" id="{048005C6-7938-F8F5-08A6-F6A2FC5D9570}"/>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TextBox 269">
              <a:extLst>
                <a:ext uri="{FF2B5EF4-FFF2-40B4-BE49-F238E27FC236}">
                  <a16:creationId xmlns:a16="http://schemas.microsoft.com/office/drawing/2014/main" id="{3CC7DD95-188D-0135-C03B-3EE8BA8C788E}"/>
                </a:ext>
              </a:extLst>
            </p:cNvPr>
            <p:cNvSpPr txBox="1"/>
            <p:nvPr/>
          </p:nvSpPr>
          <p:spPr>
            <a:xfrm>
              <a:off x="3163806" y="1571482"/>
              <a:ext cx="662361"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a:t>
              </a:r>
              <a:r>
                <a:rPr lang="en-US" sz="1000" dirty="0">
                  <a:latin typeface="Garamond" panose="02020404030301010803" pitchFamily="18" charset="0"/>
                </a:rPr>
                <a:t>A3.3.4.5</a:t>
              </a:r>
            </a:p>
          </p:txBody>
        </p:sp>
        <p:sp>
          <p:nvSpPr>
            <p:cNvPr id="271" name="TextBox 270">
              <a:extLst>
                <a:ext uri="{FF2B5EF4-FFF2-40B4-BE49-F238E27FC236}">
                  <a16:creationId xmlns:a16="http://schemas.microsoft.com/office/drawing/2014/main" id="{5B1C69E5-B704-846F-D460-9D5B2E4E13C4}"/>
                </a:ext>
              </a:extLst>
            </p:cNvPr>
            <p:cNvSpPr txBox="1"/>
            <p:nvPr/>
          </p:nvSpPr>
          <p:spPr>
            <a:xfrm>
              <a:off x="3701412" y="1568860"/>
              <a:ext cx="317716" cy="246221"/>
            </a:xfrm>
            <a:prstGeom prst="rect">
              <a:avLst/>
            </a:prstGeom>
            <a:noFill/>
          </p:spPr>
          <p:txBody>
            <a:bodyPr wrap="none" rtlCol="0">
              <a:spAutoFit/>
            </a:bodyPr>
            <a:lstStyle/>
            <a:p>
              <a:r>
                <a:rPr lang="en-US" sz="1000" dirty="0"/>
                <a:t>L5</a:t>
              </a:r>
            </a:p>
          </p:txBody>
        </p:sp>
      </p:grpSp>
      <p:cxnSp>
        <p:nvCxnSpPr>
          <p:cNvPr id="273" name="Straight Connector 272">
            <a:extLst>
              <a:ext uri="{FF2B5EF4-FFF2-40B4-BE49-F238E27FC236}">
                <a16:creationId xmlns:a16="http://schemas.microsoft.com/office/drawing/2014/main" id="{9C470861-379F-861B-2754-22627364CDA1}"/>
              </a:ext>
            </a:extLst>
          </p:cNvPr>
          <p:cNvCxnSpPr>
            <a:cxnSpLocks/>
          </p:cNvCxnSpPr>
          <p:nvPr/>
        </p:nvCxnSpPr>
        <p:spPr>
          <a:xfrm rot="-120000">
            <a:off x="6034190" y="2619700"/>
            <a:ext cx="752173" cy="14630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74" name="Group 273">
            <a:extLst>
              <a:ext uri="{FF2B5EF4-FFF2-40B4-BE49-F238E27FC236}">
                <a16:creationId xmlns:a16="http://schemas.microsoft.com/office/drawing/2014/main" id="{82A98DF4-2593-27EB-6EBF-C01D2224F7F0}"/>
              </a:ext>
            </a:extLst>
          </p:cNvPr>
          <p:cNvGrpSpPr/>
          <p:nvPr/>
        </p:nvGrpSpPr>
        <p:grpSpPr>
          <a:xfrm>
            <a:off x="7183104" y="2757467"/>
            <a:ext cx="892266" cy="265176"/>
            <a:chOff x="3126862" y="1552527"/>
            <a:chExt cx="892266" cy="265176"/>
          </a:xfrm>
        </p:grpSpPr>
        <p:sp>
          <p:nvSpPr>
            <p:cNvPr id="275" name="Oval 274">
              <a:extLst>
                <a:ext uri="{FF2B5EF4-FFF2-40B4-BE49-F238E27FC236}">
                  <a16:creationId xmlns:a16="http://schemas.microsoft.com/office/drawing/2014/main" id="{5D1A69FA-B197-3480-3268-BAEDA707A86D}"/>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TextBox 275">
              <a:extLst>
                <a:ext uri="{FF2B5EF4-FFF2-40B4-BE49-F238E27FC236}">
                  <a16:creationId xmlns:a16="http://schemas.microsoft.com/office/drawing/2014/main" id="{2F9A0E25-7691-B9D3-A99D-0AFFA65C56C7}"/>
                </a:ext>
              </a:extLst>
            </p:cNvPr>
            <p:cNvSpPr txBox="1"/>
            <p:nvPr/>
          </p:nvSpPr>
          <p:spPr>
            <a:xfrm>
              <a:off x="3126862" y="1571482"/>
              <a:ext cx="662361"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a:t>
              </a:r>
              <a:r>
                <a:rPr lang="en-US" sz="1000" dirty="0">
                  <a:latin typeface="Garamond" panose="02020404030301010803" pitchFamily="18" charset="0"/>
                </a:rPr>
                <a:t>A3.3.4.8</a:t>
              </a:r>
            </a:p>
          </p:txBody>
        </p:sp>
        <p:sp>
          <p:nvSpPr>
            <p:cNvPr id="277" name="TextBox 276">
              <a:extLst>
                <a:ext uri="{FF2B5EF4-FFF2-40B4-BE49-F238E27FC236}">
                  <a16:creationId xmlns:a16="http://schemas.microsoft.com/office/drawing/2014/main" id="{49F15147-693D-CE17-B92D-6D450F274238}"/>
                </a:ext>
              </a:extLst>
            </p:cNvPr>
            <p:cNvSpPr txBox="1"/>
            <p:nvPr/>
          </p:nvSpPr>
          <p:spPr>
            <a:xfrm>
              <a:off x="3701412" y="1568860"/>
              <a:ext cx="317716" cy="246221"/>
            </a:xfrm>
            <a:prstGeom prst="rect">
              <a:avLst/>
            </a:prstGeom>
            <a:noFill/>
          </p:spPr>
          <p:txBody>
            <a:bodyPr wrap="none" rtlCol="0">
              <a:spAutoFit/>
            </a:bodyPr>
            <a:lstStyle/>
            <a:p>
              <a:r>
                <a:rPr lang="en-US" sz="1000" dirty="0"/>
                <a:t>L5</a:t>
              </a:r>
            </a:p>
          </p:txBody>
        </p:sp>
      </p:grpSp>
      <p:cxnSp>
        <p:nvCxnSpPr>
          <p:cNvPr id="279" name="Straight Connector 278">
            <a:extLst>
              <a:ext uri="{FF2B5EF4-FFF2-40B4-BE49-F238E27FC236}">
                <a16:creationId xmlns:a16="http://schemas.microsoft.com/office/drawing/2014/main" id="{11EE2AF6-1220-6FB7-0025-77FA966EE5E5}"/>
              </a:ext>
            </a:extLst>
          </p:cNvPr>
          <p:cNvCxnSpPr>
            <a:cxnSpLocks/>
          </p:cNvCxnSpPr>
          <p:nvPr/>
        </p:nvCxnSpPr>
        <p:spPr>
          <a:xfrm>
            <a:off x="6043791" y="2620399"/>
            <a:ext cx="1854416" cy="13706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81" name="Group 280">
            <a:extLst>
              <a:ext uri="{FF2B5EF4-FFF2-40B4-BE49-F238E27FC236}">
                <a16:creationId xmlns:a16="http://schemas.microsoft.com/office/drawing/2014/main" id="{70DD4977-3CC3-65B5-32DE-72D04F3FEBA5}"/>
              </a:ext>
            </a:extLst>
          </p:cNvPr>
          <p:cNvGrpSpPr/>
          <p:nvPr/>
        </p:nvGrpSpPr>
        <p:grpSpPr>
          <a:xfrm>
            <a:off x="7108005" y="3202764"/>
            <a:ext cx="956918" cy="265176"/>
            <a:chOff x="3062210" y="1552527"/>
            <a:chExt cx="956918" cy="265176"/>
          </a:xfrm>
        </p:grpSpPr>
        <p:sp>
          <p:nvSpPr>
            <p:cNvPr id="282" name="Oval 281">
              <a:extLst>
                <a:ext uri="{FF2B5EF4-FFF2-40B4-BE49-F238E27FC236}">
                  <a16:creationId xmlns:a16="http://schemas.microsoft.com/office/drawing/2014/main" id="{BFBA5D0A-775E-79DC-5DD9-3E151866BB91}"/>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TextBox 282">
              <a:extLst>
                <a:ext uri="{FF2B5EF4-FFF2-40B4-BE49-F238E27FC236}">
                  <a16:creationId xmlns:a16="http://schemas.microsoft.com/office/drawing/2014/main" id="{A7C3C5A1-16D4-3DF7-2EB7-456ECB07BA19}"/>
                </a:ext>
              </a:extLst>
            </p:cNvPr>
            <p:cNvSpPr txBox="1"/>
            <p:nvPr/>
          </p:nvSpPr>
          <p:spPr>
            <a:xfrm>
              <a:off x="3062210" y="1571482"/>
              <a:ext cx="752129"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5</a:t>
              </a:r>
              <a:r>
                <a:rPr lang="en-US" sz="1000" dirty="0">
                  <a:latin typeface="Garamond" panose="02020404030301010803" pitchFamily="18" charset="0"/>
                </a:rPr>
                <a:t>A3.3.4.8.2</a:t>
              </a:r>
            </a:p>
          </p:txBody>
        </p:sp>
        <p:sp>
          <p:nvSpPr>
            <p:cNvPr id="284" name="TextBox 283">
              <a:extLst>
                <a:ext uri="{FF2B5EF4-FFF2-40B4-BE49-F238E27FC236}">
                  <a16:creationId xmlns:a16="http://schemas.microsoft.com/office/drawing/2014/main" id="{A708D662-6408-350C-6451-2220C88D2642}"/>
                </a:ext>
              </a:extLst>
            </p:cNvPr>
            <p:cNvSpPr txBox="1"/>
            <p:nvPr/>
          </p:nvSpPr>
          <p:spPr>
            <a:xfrm>
              <a:off x="3701412" y="1568860"/>
              <a:ext cx="317716" cy="246221"/>
            </a:xfrm>
            <a:prstGeom prst="rect">
              <a:avLst/>
            </a:prstGeom>
            <a:noFill/>
          </p:spPr>
          <p:txBody>
            <a:bodyPr wrap="none" rtlCol="0">
              <a:spAutoFit/>
            </a:bodyPr>
            <a:lstStyle/>
            <a:p>
              <a:r>
                <a:rPr lang="en-US" sz="1000" dirty="0"/>
                <a:t>L6</a:t>
              </a:r>
            </a:p>
          </p:txBody>
        </p:sp>
      </p:grpSp>
      <p:grpSp>
        <p:nvGrpSpPr>
          <p:cNvPr id="285" name="Group 284">
            <a:extLst>
              <a:ext uri="{FF2B5EF4-FFF2-40B4-BE49-F238E27FC236}">
                <a16:creationId xmlns:a16="http://schemas.microsoft.com/office/drawing/2014/main" id="{D0577DEA-A599-B723-517A-71CC1E478798}"/>
              </a:ext>
            </a:extLst>
          </p:cNvPr>
          <p:cNvGrpSpPr/>
          <p:nvPr/>
        </p:nvGrpSpPr>
        <p:grpSpPr>
          <a:xfrm>
            <a:off x="7002198" y="3632012"/>
            <a:ext cx="1058514" cy="265176"/>
            <a:chOff x="2960614" y="1552527"/>
            <a:chExt cx="1058514" cy="265176"/>
          </a:xfrm>
        </p:grpSpPr>
        <p:sp>
          <p:nvSpPr>
            <p:cNvPr id="286" name="Oval 285">
              <a:extLst>
                <a:ext uri="{FF2B5EF4-FFF2-40B4-BE49-F238E27FC236}">
                  <a16:creationId xmlns:a16="http://schemas.microsoft.com/office/drawing/2014/main" id="{1BD29C47-DEC8-85F2-073F-5246ED02FE61}"/>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TextBox 286">
              <a:extLst>
                <a:ext uri="{FF2B5EF4-FFF2-40B4-BE49-F238E27FC236}">
                  <a16:creationId xmlns:a16="http://schemas.microsoft.com/office/drawing/2014/main" id="{3471AD3B-4712-2561-B832-DEDC907FEAE6}"/>
                </a:ext>
              </a:extLst>
            </p:cNvPr>
            <p:cNvSpPr txBox="1"/>
            <p:nvPr/>
          </p:nvSpPr>
          <p:spPr>
            <a:xfrm>
              <a:off x="2960614" y="1571482"/>
              <a:ext cx="841897"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6</a:t>
              </a:r>
              <a:r>
                <a:rPr lang="en-US" sz="1000" dirty="0">
                  <a:latin typeface="Garamond" panose="02020404030301010803" pitchFamily="18" charset="0"/>
                </a:rPr>
                <a:t>A3.3.4.8.2.1</a:t>
              </a:r>
            </a:p>
          </p:txBody>
        </p:sp>
        <p:sp>
          <p:nvSpPr>
            <p:cNvPr id="288" name="TextBox 287">
              <a:extLst>
                <a:ext uri="{FF2B5EF4-FFF2-40B4-BE49-F238E27FC236}">
                  <a16:creationId xmlns:a16="http://schemas.microsoft.com/office/drawing/2014/main" id="{C2F3939A-5D45-BD23-6730-481D463F6090}"/>
                </a:ext>
              </a:extLst>
            </p:cNvPr>
            <p:cNvSpPr txBox="1"/>
            <p:nvPr/>
          </p:nvSpPr>
          <p:spPr>
            <a:xfrm>
              <a:off x="3701412" y="1568860"/>
              <a:ext cx="317716" cy="246221"/>
            </a:xfrm>
            <a:prstGeom prst="rect">
              <a:avLst/>
            </a:prstGeom>
            <a:noFill/>
          </p:spPr>
          <p:txBody>
            <a:bodyPr wrap="none" rtlCol="0">
              <a:spAutoFit/>
            </a:bodyPr>
            <a:lstStyle/>
            <a:p>
              <a:r>
                <a:rPr lang="en-US" sz="1000" dirty="0"/>
                <a:t>L7</a:t>
              </a:r>
            </a:p>
          </p:txBody>
        </p:sp>
      </p:grpSp>
      <p:grpSp>
        <p:nvGrpSpPr>
          <p:cNvPr id="289" name="Group 288">
            <a:extLst>
              <a:ext uri="{FF2B5EF4-FFF2-40B4-BE49-F238E27FC236}">
                <a16:creationId xmlns:a16="http://schemas.microsoft.com/office/drawing/2014/main" id="{3D5AA0BB-310C-921C-A965-66E2A485681B}"/>
              </a:ext>
            </a:extLst>
          </p:cNvPr>
          <p:cNvGrpSpPr/>
          <p:nvPr/>
        </p:nvGrpSpPr>
        <p:grpSpPr>
          <a:xfrm>
            <a:off x="8294883" y="3642103"/>
            <a:ext cx="1067750" cy="265176"/>
            <a:chOff x="2951378" y="1552527"/>
            <a:chExt cx="1067750" cy="265176"/>
          </a:xfrm>
        </p:grpSpPr>
        <p:sp>
          <p:nvSpPr>
            <p:cNvPr id="290" name="Oval 289">
              <a:extLst>
                <a:ext uri="{FF2B5EF4-FFF2-40B4-BE49-F238E27FC236}">
                  <a16:creationId xmlns:a16="http://schemas.microsoft.com/office/drawing/2014/main" id="{30A6C38F-6F10-B163-5035-B36059AF9765}"/>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TextBox 290">
              <a:extLst>
                <a:ext uri="{FF2B5EF4-FFF2-40B4-BE49-F238E27FC236}">
                  <a16:creationId xmlns:a16="http://schemas.microsoft.com/office/drawing/2014/main" id="{18B3E969-8676-2CA8-5626-6A2F5A02801B}"/>
                </a:ext>
              </a:extLst>
            </p:cNvPr>
            <p:cNvSpPr txBox="1"/>
            <p:nvPr/>
          </p:nvSpPr>
          <p:spPr>
            <a:xfrm>
              <a:off x="2951378" y="1571482"/>
              <a:ext cx="841897"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6</a:t>
              </a:r>
              <a:r>
                <a:rPr lang="en-US" sz="1000" dirty="0">
                  <a:latin typeface="Garamond" panose="02020404030301010803" pitchFamily="18" charset="0"/>
                </a:rPr>
                <a:t>A3.3.4.8.2.2</a:t>
              </a:r>
            </a:p>
          </p:txBody>
        </p:sp>
        <p:sp>
          <p:nvSpPr>
            <p:cNvPr id="292" name="TextBox 291">
              <a:extLst>
                <a:ext uri="{FF2B5EF4-FFF2-40B4-BE49-F238E27FC236}">
                  <a16:creationId xmlns:a16="http://schemas.microsoft.com/office/drawing/2014/main" id="{75AD51C1-C7F2-F1C3-B03C-84EC0B0CB84C}"/>
                </a:ext>
              </a:extLst>
            </p:cNvPr>
            <p:cNvSpPr txBox="1"/>
            <p:nvPr/>
          </p:nvSpPr>
          <p:spPr>
            <a:xfrm>
              <a:off x="3701412" y="1568860"/>
              <a:ext cx="317716" cy="246221"/>
            </a:xfrm>
            <a:prstGeom prst="rect">
              <a:avLst/>
            </a:prstGeom>
            <a:noFill/>
          </p:spPr>
          <p:txBody>
            <a:bodyPr wrap="none" rtlCol="0">
              <a:spAutoFit/>
            </a:bodyPr>
            <a:lstStyle/>
            <a:p>
              <a:r>
                <a:rPr lang="en-US" sz="1000" dirty="0"/>
                <a:t>L7</a:t>
              </a:r>
            </a:p>
          </p:txBody>
        </p:sp>
      </p:grpSp>
      <p:cxnSp>
        <p:nvCxnSpPr>
          <p:cNvPr id="294" name="Straight Connector 293">
            <a:extLst>
              <a:ext uri="{FF2B5EF4-FFF2-40B4-BE49-F238E27FC236}">
                <a16:creationId xmlns:a16="http://schemas.microsoft.com/office/drawing/2014/main" id="{422DC2CF-1F95-EC0A-651F-49B787E03FCA}"/>
              </a:ext>
            </a:extLst>
          </p:cNvPr>
          <p:cNvCxnSpPr>
            <a:stCxn id="277" idx="2"/>
            <a:endCxn id="282" idx="0"/>
          </p:cNvCxnSpPr>
          <p:nvPr/>
        </p:nvCxnSpPr>
        <p:spPr>
          <a:xfrm flipH="1">
            <a:off x="7906065" y="3020021"/>
            <a:ext cx="10447" cy="18274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6" name="Straight Connector 295">
            <a:extLst>
              <a:ext uri="{FF2B5EF4-FFF2-40B4-BE49-F238E27FC236}">
                <a16:creationId xmlns:a16="http://schemas.microsoft.com/office/drawing/2014/main" id="{9981AA98-A5F7-41EA-851F-D3909F4696D3}"/>
              </a:ext>
            </a:extLst>
          </p:cNvPr>
          <p:cNvCxnSpPr>
            <a:stCxn id="284" idx="2"/>
            <a:endCxn id="286" idx="0"/>
          </p:cNvCxnSpPr>
          <p:nvPr/>
        </p:nvCxnSpPr>
        <p:spPr>
          <a:xfrm flipH="1">
            <a:off x="7901854" y="3465318"/>
            <a:ext cx="0" cy="16669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8" name="Straight Connector 297">
            <a:extLst>
              <a:ext uri="{FF2B5EF4-FFF2-40B4-BE49-F238E27FC236}">
                <a16:creationId xmlns:a16="http://schemas.microsoft.com/office/drawing/2014/main" id="{994ACF12-2986-6968-BBDF-E623821F94D1}"/>
              </a:ext>
            </a:extLst>
          </p:cNvPr>
          <p:cNvCxnSpPr>
            <a:stCxn id="284" idx="2"/>
            <a:endCxn id="292" idx="0"/>
          </p:cNvCxnSpPr>
          <p:nvPr/>
        </p:nvCxnSpPr>
        <p:spPr>
          <a:xfrm>
            <a:off x="7906065" y="3465318"/>
            <a:ext cx="1252728" cy="19311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302" name="Group 301">
            <a:extLst>
              <a:ext uri="{FF2B5EF4-FFF2-40B4-BE49-F238E27FC236}">
                <a16:creationId xmlns:a16="http://schemas.microsoft.com/office/drawing/2014/main" id="{82CFC4AE-EBB3-F2C7-4B3C-12994F20C124}"/>
              </a:ext>
            </a:extLst>
          </p:cNvPr>
          <p:cNvGrpSpPr/>
          <p:nvPr/>
        </p:nvGrpSpPr>
        <p:grpSpPr>
          <a:xfrm>
            <a:off x="2630701" y="853994"/>
            <a:ext cx="8006513" cy="457110"/>
            <a:chOff x="1078992" y="493776"/>
            <a:chExt cx="8006513" cy="457110"/>
          </a:xfrm>
        </p:grpSpPr>
        <p:grpSp>
          <p:nvGrpSpPr>
            <p:cNvPr id="176" name="Group 175">
              <a:extLst>
                <a:ext uri="{FF2B5EF4-FFF2-40B4-BE49-F238E27FC236}">
                  <a16:creationId xmlns:a16="http://schemas.microsoft.com/office/drawing/2014/main" id="{DC2590F3-84A4-936F-981A-2B7354565F71}"/>
                </a:ext>
              </a:extLst>
            </p:cNvPr>
            <p:cNvGrpSpPr/>
            <p:nvPr/>
          </p:nvGrpSpPr>
          <p:grpSpPr>
            <a:xfrm>
              <a:off x="4139236" y="654056"/>
              <a:ext cx="545548" cy="272034"/>
              <a:chOff x="4303828" y="664464"/>
              <a:chExt cx="545548" cy="272034"/>
            </a:xfrm>
          </p:grpSpPr>
          <p:sp>
            <p:nvSpPr>
              <p:cNvPr id="20" name="Oval 19">
                <a:extLst>
                  <a:ext uri="{FF2B5EF4-FFF2-40B4-BE49-F238E27FC236}">
                    <a16:creationId xmlns:a16="http://schemas.microsoft.com/office/drawing/2014/main" id="{9C200E1F-AA24-1112-6BDF-22EF0BB72A9E}"/>
                  </a:ext>
                </a:extLst>
              </p:cNvPr>
              <p:cNvSpPr/>
              <p:nvPr/>
            </p:nvSpPr>
            <p:spPr>
              <a:xfrm>
                <a:off x="4575056" y="664464"/>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2BF52BC9-A64F-5293-BDFE-42097D290CBF}"/>
                  </a:ext>
                </a:extLst>
              </p:cNvPr>
              <p:cNvSpPr txBox="1"/>
              <p:nvPr/>
            </p:nvSpPr>
            <p:spPr>
              <a:xfrm>
                <a:off x="4303828" y="690277"/>
                <a:ext cx="263214" cy="246221"/>
              </a:xfrm>
              <a:prstGeom prst="rect">
                <a:avLst/>
              </a:prstGeom>
              <a:noFill/>
            </p:spPr>
            <p:txBody>
              <a:bodyPr wrap="none" rtlCol="0">
                <a:spAutoFit/>
              </a:bodyPr>
              <a:lstStyle/>
              <a:p>
                <a:r>
                  <a:rPr lang="en-US" sz="1000" dirty="0">
                    <a:latin typeface="Garamond" panose="02020404030301010803" pitchFamily="18" charset="0"/>
                  </a:rPr>
                  <a:t>B</a:t>
                </a:r>
              </a:p>
            </p:txBody>
          </p:sp>
        </p:grpSp>
        <p:cxnSp>
          <p:nvCxnSpPr>
            <p:cNvPr id="181" name="Straight Connector 180">
              <a:extLst>
                <a:ext uri="{FF2B5EF4-FFF2-40B4-BE49-F238E27FC236}">
                  <a16:creationId xmlns:a16="http://schemas.microsoft.com/office/drawing/2014/main" id="{E54E614B-D49C-2131-78EF-B559EAB785D3}"/>
                </a:ext>
              </a:extLst>
            </p:cNvPr>
            <p:cNvCxnSpPr>
              <a:stCxn id="2" idx="4"/>
              <a:endCxn id="20" idx="0"/>
            </p:cNvCxnSpPr>
            <p:nvPr/>
          </p:nvCxnSpPr>
          <p:spPr>
            <a:xfrm>
              <a:off x="1078992" y="493776"/>
              <a:ext cx="3468632" cy="16028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299" name="TextBox 298">
              <a:extLst>
                <a:ext uri="{FF2B5EF4-FFF2-40B4-BE49-F238E27FC236}">
                  <a16:creationId xmlns:a16="http://schemas.microsoft.com/office/drawing/2014/main" id="{64D63C92-BF13-8C3D-BD93-D5CD8B0691AD}"/>
                </a:ext>
              </a:extLst>
            </p:cNvPr>
            <p:cNvSpPr txBox="1"/>
            <p:nvPr/>
          </p:nvSpPr>
          <p:spPr>
            <a:xfrm>
              <a:off x="4633452" y="643109"/>
              <a:ext cx="4452053" cy="307777"/>
            </a:xfrm>
            <a:prstGeom prst="rect">
              <a:avLst/>
            </a:prstGeom>
            <a:noFill/>
          </p:spPr>
          <p:txBody>
            <a:bodyPr wrap="none" rtlCol="0">
              <a:spAutoFit/>
            </a:bodyPr>
            <a:lstStyle/>
            <a:p>
              <a:r>
                <a:rPr lang="en-US" sz="1400" dirty="0">
                  <a:solidFill>
                    <a:srgbClr val="FF0000"/>
                  </a:solidFill>
                  <a:latin typeface="Garamond" panose="02020404030301010803" pitchFamily="18" charset="0"/>
                </a:rPr>
                <a:t>B </a:t>
              </a:r>
              <a:r>
                <a:rPr lang="en-US" sz="1400" dirty="0">
                  <a:solidFill>
                    <a:srgbClr val="FF0000"/>
                  </a:solidFill>
                  <a:latin typeface="Garamond" panose="02020404030301010803" pitchFamily="18" charset="0"/>
                  <a:sym typeface="Wingdings" panose="05000000000000000000" pitchFamily="2" charset="2"/>
                </a:rPr>
                <a:t>PGSV</a:t>
              </a:r>
              <a:r>
                <a:rPr lang="en-US" sz="1400" baseline="-25000" dirty="0">
                  <a:solidFill>
                    <a:srgbClr val="FF0000"/>
                  </a:solidFill>
                  <a:latin typeface="Garamond" panose="02020404030301010803" pitchFamily="18" charset="0"/>
                  <a:sym typeface="Wingdings" panose="05000000000000000000" pitchFamily="2" charset="2"/>
                </a:rPr>
                <a:t>B</a:t>
              </a:r>
              <a:r>
                <a:rPr lang="en-US" sz="1400" dirty="0">
                  <a:solidFill>
                    <a:srgbClr val="FF0000"/>
                  </a:solidFill>
                  <a:latin typeface="Garamond" panose="02020404030301010803" pitchFamily="18" charset="0"/>
                </a:rPr>
                <a:t> = GSV</a:t>
              </a:r>
              <a:r>
                <a:rPr lang="en-US" sz="1400" baseline="-25000" dirty="0">
                  <a:solidFill>
                    <a:srgbClr val="FF0000"/>
                  </a:solidFill>
                  <a:latin typeface="Garamond" panose="02020404030301010803" pitchFamily="18" charset="0"/>
                </a:rPr>
                <a:t>B</a:t>
              </a:r>
              <a:r>
                <a:rPr lang="en-US" sz="1400" dirty="0">
                  <a:solidFill>
                    <a:srgbClr val="FF0000"/>
                  </a:solidFill>
                  <a:latin typeface="Garamond" panose="02020404030301010803" pitchFamily="18" charset="0"/>
                </a:rPr>
                <a:t> – PPV</a:t>
              </a:r>
              <a:r>
                <a:rPr lang="en-US" sz="1400" baseline="-25000" dirty="0">
                  <a:solidFill>
                    <a:srgbClr val="FF0000"/>
                  </a:solidFill>
                  <a:latin typeface="Garamond" panose="02020404030301010803" pitchFamily="18" charset="0"/>
                </a:rPr>
                <a:t>B</a:t>
              </a:r>
              <a:r>
                <a:rPr lang="en-US" sz="1400" baseline="-25000" dirty="0">
                  <a:solidFill>
                    <a:srgbClr val="FF0000"/>
                  </a:solidFill>
                  <a:latin typeface="Garamond" panose="02020404030301010803" pitchFamily="18" charset="0"/>
                  <a:sym typeface="Wingdings" panose="05000000000000000000" pitchFamily="2" charset="2"/>
                </a:rPr>
                <a:t>V</a:t>
              </a:r>
              <a:r>
                <a:rPr lang="en-US" sz="1400" dirty="0">
                  <a:solidFill>
                    <a:srgbClr val="FF0000"/>
                  </a:solidFill>
                  <a:latin typeface="Garamond" panose="02020404030301010803" pitchFamily="18" charset="0"/>
                </a:rPr>
                <a:t> = 10,000CV </a:t>
              </a:r>
              <a:r>
                <a:rPr lang="en-US" sz="1400" dirty="0">
                  <a:solidFill>
                    <a:srgbClr val="FF0000"/>
                  </a:solidFill>
                  <a:latin typeface="Garamond" panose="02020404030301010803" pitchFamily="18" charset="0"/>
                  <a:sym typeface="Wingdings" panose="05000000000000000000" pitchFamily="2" charset="2"/>
                </a:rPr>
                <a:t> </a:t>
              </a:r>
              <a:r>
                <a:rPr lang="en-US" sz="1400" b="1" dirty="0">
                  <a:solidFill>
                    <a:srgbClr val="C00000"/>
                  </a:solidFill>
                  <a:latin typeface="Garamond" panose="02020404030301010803" pitchFamily="18" charset="0"/>
                  <a:sym typeface="Wingdings" panose="05000000000000000000" pitchFamily="2" charset="2"/>
                </a:rPr>
                <a:t>Breakaway</a:t>
              </a:r>
              <a:endParaRPr lang="en-US" sz="1400" b="1" dirty="0">
                <a:solidFill>
                  <a:srgbClr val="C00000"/>
                </a:solidFill>
                <a:latin typeface="Garamond" panose="02020404030301010803" pitchFamily="18" charset="0"/>
              </a:endParaRPr>
            </a:p>
          </p:txBody>
        </p:sp>
        <p:sp>
          <p:nvSpPr>
            <p:cNvPr id="301" name="TextBox 300">
              <a:extLst>
                <a:ext uri="{FF2B5EF4-FFF2-40B4-BE49-F238E27FC236}">
                  <a16:creationId xmlns:a16="http://schemas.microsoft.com/office/drawing/2014/main" id="{F90725EA-CA45-70E9-58FC-EA71372AE886}"/>
                </a:ext>
              </a:extLst>
            </p:cNvPr>
            <p:cNvSpPr txBox="1"/>
            <p:nvPr/>
          </p:nvSpPr>
          <p:spPr>
            <a:xfrm>
              <a:off x="4388766" y="667380"/>
              <a:ext cx="317716" cy="246221"/>
            </a:xfrm>
            <a:prstGeom prst="rect">
              <a:avLst/>
            </a:prstGeom>
            <a:noFill/>
          </p:spPr>
          <p:txBody>
            <a:bodyPr wrap="none" rtlCol="0">
              <a:spAutoFit/>
            </a:bodyPr>
            <a:lstStyle/>
            <a:p>
              <a:r>
                <a:rPr lang="en-US" sz="1000" dirty="0"/>
                <a:t>L1</a:t>
              </a:r>
            </a:p>
          </p:txBody>
        </p:sp>
      </p:grpSp>
      <p:grpSp>
        <p:nvGrpSpPr>
          <p:cNvPr id="304" name="Group 303">
            <a:extLst>
              <a:ext uri="{FF2B5EF4-FFF2-40B4-BE49-F238E27FC236}">
                <a16:creationId xmlns:a16="http://schemas.microsoft.com/office/drawing/2014/main" id="{B9E8DE3E-318E-00E3-667F-F7B169B1A294}"/>
              </a:ext>
            </a:extLst>
          </p:cNvPr>
          <p:cNvGrpSpPr/>
          <p:nvPr/>
        </p:nvGrpSpPr>
        <p:grpSpPr>
          <a:xfrm>
            <a:off x="2424173" y="588818"/>
            <a:ext cx="431528" cy="272870"/>
            <a:chOff x="872464" y="228600"/>
            <a:chExt cx="431528" cy="272870"/>
          </a:xfrm>
        </p:grpSpPr>
        <p:sp>
          <p:nvSpPr>
            <p:cNvPr id="2" name="Oval 1">
              <a:extLst>
                <a:ext uri="{FF2B5EF4-FFF2-40B4-BE49-F238E27FC236}">
                  <a16:creationId xmlns:a16="http://schemas.microsoft.com/office/drawing/2014/main" id="{2EBAE7B3-31C0-E8B6-BC55-8C08F8E3E237}"/>
                </a:ext>
              </a:extLst>
            </p:cNvPr>
            <p:cNvSpPr/>
            <p:nvPr/>
          </p:nvSpPr>
          <p:spPr>
            <a:xfrm>
              <a:off x="941832" y="228600"/>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a:extLst>
                <a:ext uri="{FF2B5EF4-FFF2-40B4-BE49-F238E27FC236}">
                  <a16:creationId xmlns:a16="http://schemas.microsoft.com/office/drawing/2014/main" id="{45F6396D-ED84-0467-6D12-A665D8555359}"/>
                </a:ext>
              </a:extLst>
            </p:cNvPr>
            <p:cNvSpPr txBox="1"/>
            <p:nvPr/>
          </p:nvSpPr>
          <p:spPr>
            <a:xfrm>
              <a:off x="872464" y="270638"/>
              <a:ext cx="431528" cy="230832"/>
            </a:xfrm>
            <a:prstGeom prst="rect">
              <a:avLst/>
            </a:prstGeom>
            <a:noFill/>
          </p:spPr>
          <p:txBody>
            <a:bodyPr wrap="none" rtlCol="0">
              <a:spAutoFit/>
            </a:bodyPr>
            <a:lstStyle/>
            <a:p>
              <a:r>
                <a:rPr lang="en-US" sz="900" dirty="0">
                  <a:latin typeface="Garamond" panose="02020404030301010803" pitchFamily="18" charset="0"/>
                </a:rPr>
                <a:t>YOU</a:t>
              </a:r>
            </a:p>
          </p:txBody>
        </p:sp>
      </p:grpSp>
      <p:grpSp>
        <p:nvGrpSpPr>
          <p:cNvPr id="306" name="Group 305">
            <a:extLst>
              <a:ext uri="{FF2B5EF4-FFF2-40B4-BE49-F238E27FC236}">
                <a16:creationId xmlns:a16="http://schemas.microsoft.com/office/drawing/2014/main" id="{DD016BCB-84A2-F038-FC04-1D406B2C8E83}"/>
              </a:ext>
            </a:extLst>
          </p:cNvPr>
          <p:cNvGrpSpPr/>
          <p:nvPr/>
        </p:nvGrpSpPr>
        <p:grpSpPr>
          <a:xfrm>
            <a:off x="6263453" y="1906956"/>
            <a:ext cx="707546" cy="265176"/>
            <a:chOff x="3311582" y="1552527"/>
            <a:chExt cx="707546" cy="265176"/>
          </a:xfrm>
        </p:grpSpPr>
        <p:sp>
          <p:nvSpPr>
            <p:cNvPr id="307" name="Oval 306">
              <a:extLst>
                <a:ext uri="{FF2B5EF4-FFF2-40B4-BE49-F238E27FC236}">
                  <a16:creationId xmlns:a16="http://schemas.microsoft.com/office/drawing/2014/main" id="{FE939D98-A805-0A81-8ED2-CF62CAE3632F}"/>
                </a:ext>
              </a:extLst>
            </p:cNvPr>
            <p:cNvSpPr/>
            <p:nvPr/>
          </p:nvSpPr>
          <p:spPr>
            <a:xfrm>
              <a:off x="3723110" y="1552527"/>
              <a:ext cx="274320" cy="265176"/>
            </a:xfrm>
            <a:prstGeom prst="ellipse">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TextBox 307">
              <a:extLst>
                <a:ext uri="{FF2B5EF4-FFF2-40B4-BE49-F238E27FC236}">
                  <a16:creationId xmlns:a16="http://schemas.microsoft.com/office/drawing/2014/main" id="{9818025A-A936-695E-D21D-EE9537889214}"/>
                </a:ext>
              </a:extLst>
            </p:cNvPr>
            <p:cNvSpPr txBox="1"/>
            <p:nvPr/>
          </p:nvSpPr>
          <p:spPr>
            <a:xfrm>
              <a:off x="3311582" y="1571482"/>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A3.4</a:t>
              </a:r>
            </a:p>
          </p:txBody>
        </p:sp>
        <p:sp>
          <p:nvSpPr>
            <p:cNvPr id="309" name="TextBox 308">
              <a:extLst>
                <a:ext uri="{FF2B5EF4-FFF2-40B4-BE49-F238E27FC236}">
                  <a16:creationId xmlns:a16="http://schemas.microsoft.com/office/drawing/2014/main" id="{75A365CA-5B42-90FF-6847-C7F144BF39CE}"/>
                </a:ext>
              </a:extLst>
            </p:cNvPr>
            <p:cNvSpPr txBox="1"/>
            <p:nvPr/>
          </p:nvSpPr>
          <p:spPr>
            <a:xfrm>
              <a:off x="3701412" y="1568860"/>
              <a:ext cx="317716" cy="246221"/>
            </a:xfrm>
            <a:prstGeom prst="rect">
              <a:avLst/>
            </a:prstGeom>
            <a:noFill/>
          </p:spPr>
          <p:txBody>
            <a:bodyPr wrap="none" rtlCol="0">
              <a:spAutoFit/>
            </a:bodyPr>
            <a:lstStyle/>
            <a:p>
              <a:r>
                <a:rPr lang="en-US" sz="1000" dirty="0"/>
                <a:t>L3</a:t>
              </a:r>
            </a:p>
          </p:txBody>
        </p:sp>
      </p:grpSp>
      <p:sp>
        <p:nvSpPr>
          <p:cNvPr id="311" name="TextBox 310">
            <a:extLst>
              <a:ext uri="{FF2B5EF4-FFF2-40B4-BE49-F238E27FC236}">
                <a16:creationId xmlns:a16="http://schemas.microsoft.com/office/drawing/2014/main" id="{1B013E1E-1CDE-1E6A-389B-24DB110F63CB}"/>
              </a:ext>
            </a:extLst>
          </p:cNvPr>
          <p:cNvSpPr txBox="1"/>
          <p:nvPr/>
        </p:nvSpPr>
        <p:spPr>
          <a:xfrm>
            <a:off x="6956614" y="1899435"/>
            <a:ext cx="4569713" cy="276999"/>
          </a:xfrm>
          <a:prstGeom prst="rect">
            <a:avLst/>
          </a:prstGeom>
          <a:noFill/>
        </p:spPr>
        <p:txBody>
          <a:bodyPr wrap="none" rtlCol="0">
            <a:spAutoFit/>
          </a:bodyPr>
          <a:lstStyle/>
          <a:p>
            <a:r>
              <a:rPr lang="en-US" sz="1200" dirty="0">
                <a:solidFill>
                  <a:srgbClr val="FF0000"/>
                </a:solidFill>
                <a:latin typeface="Garamond" panose="02020404030301010803" pitchFamily="18" charset="0"/>
              </a:rPr>
              <a:t>1A3.4 </a:t>
            </a:r>
            <a:r>
              <a:rPr lang="en-US" sz="1200" dirty="0">
                <a:solidFill>
                  <a:srgbClr val="FF0000"/>
                </a:solidFill>
                <a:latin typeface="Garamond" panose="02020404030301010803" pitchFamily="18" charset="0"/>
                <a:sym typeface="Wingdings" panose="05000000000000000000" pitchFamily="2" charset="2"/>
              </a:rPr>
              <a:t>PGSV</a:t>
            </a:r>
            <a:r>
              <a:rPr lang="en-US" sz="1200" baseline="-25000" dirty="0">
                <a:solidFill>
                  <a:srgbClr val="FF0000"/>
                </a:solidFill>
                <a:latin typeface="Garamond" panose="02020404030301010803" pitchFamily="18" charset="0"/>
                <a:sym typeface="Wingdings" panose="05000000000000000000" pitchFamily="2" charset="2"/>
              </a:rPr>
              <a:t>1A3.4</a:t>
            </a:r>
            <a:r>
              <a:rPr lang="en-US" sz="1200" dirty="0">
                <a:solidFill>
                  <a:srgbClr val="FF0000"/>
                </a:solidFill>
                <a:latin typeface="Garamond" panose="02020404030301010803" pitchFamily="18" charset="0"/>
              </a:rPr>
              <a:t> = GSV</a:t>
            </a:r>
            <a:r>
              <a:rPr lang="en-US" sz="1200" baseline="-25000" dirty="0">
                <a:solidFill>
                  <a:srgbClr val="FF0000"/>
                </a:solidFill>
                <a:latin typeface="Garamond" panose="02020404030301010803" pitchFamily="18" charset="0"/>
              </a:rPr>
              <a:t>1A3.4</a:t>
            </a:r>
            <a:r>
              <a:rPr lang="en-US" sz="1200" dirty="0">
                <a:solidFill>
                  <a:srgbClr val="FF0000"/>
                </a:solidFill>
                <a:latin typeface="Garamond" panose="02020404030301010803" pitchFamily="18" charset="0"/>
              </a:rPr>
              <a:t> – PPV</a:t>
            </a:r>
            <a:r>
              <a:rPr lang="en-US" sz="1200" baseline="-25000" dirty="0">
                <a:solidFill>
                  <a:srgbClr val="FF0000"/>
                </a:solidFill>
                <a:latin typeface="Garamond" panose="02020404030301010803" pitchFamily="18" charset="0"/>
              </a:rPr>
              <a:t>1A3.4</a:t>
            </a:r>
            <a:r>
              <a:rPr lang="en-US" sz="1200" baseline="-25000" dirty="0">
                <a:solidFill>
                  <a:srgbClr val="FF0000"/>
                </a:solidFill>
                <a:latin typeface="Garamond" panose="02020404030301010803" pitchFamily="18" charset="0"/>
                <a:sym typeface="Wingdings" panose="05000000000000000000" pitchFamily="2" charset="2"/>
              </a:rPr>
              <a:t>V</a:t>
            </a:r>
            <a:r>
              <a:rPr lang="en-US" sz="1200" dirty="0">
                <a:solidFill>
                  <a:srgbClr val="FF0000"/>
                </a:solidFill>
                <a:latin typeface="Garamond" panose="02020404030301010803" pitchFamily="18" charset="0"/>
              </a:rPr>
              <a:t> = 12,050CV </a:t>
            </a:r>
            <a:r>
              <a:rPr lang="en-US" sz="1200" dirty="0">
                <a:solidFill>
                  <a:srgbClr val="FF0000"/>
                </a:solidFill>
                <a:latin typeface="Garamond" panose="02020404030301010803" pitchFamily="18" charset="0"/>
                <a:sym typeface="Wingdings" panose="05000000000000000000" pitchFamily="2" charset="2"/>
              </a:rPr>
              <a:t> </a:t>
            </a:r>
            <a:r>
              <a:rPr lang="en-US" sz="1200" b="1" dirty="0">
                <a:solidFill>
                  <a:srgbClr val="C00000"/>
                </a:solidFill>
                <a:latin typeface="Garamond" panose="02020404030301010803" pitchFamily="18" charset="0"/>
                <a:sym typeface="Wingdings" panose="05000000000000000000" pitchFamily="2" charset="2"/>
              </a:rPr>
              <a:t>Breakaway</a:t>
            </a:r>
            <a:endParaRPr lang="en-US" sz="1200" b="1" dirty="0">
              <a:solidFill>
                <a:srgbClr val="C00000"/>
              </a:solidFill>
              <a:latin typeface="Garamond" panose="02020404030301010803" pitchFamily="18" charset="0"/>
            </a:endParaRPr>
          </a:p>
        </p:txBody>
      </p:sp>
      <p:cxnSp>
        <p:nvCxnSpPr>
          <p:cNvPr id="315" name="Straight Connector 314">
            <a:extLst>
              <a:ext uri="{FF2B5EF4-FFF2-40B4-BE49-F238E27FC236}">
                <a16:creationId xmlns:a16="http://schemas.microsoft.com/office/drawing/2014/main" id="{CF153FCB-EDEE-AFE7-6CD9-C0FC447E4F81}"/>
              </a:ext>
            </a:extLst>
          </p:cNvPr>
          <p:cNvCxnSpPr>
            <a:cxnSpLocks/>
          </p:cNvCxnSpPr>
          <p:nvPr/>
        </p:nvCxnSpPr>
        <p:spPr>
          <a:xfrm rot="-60000">
            <a:off x="6080864" y="1725722"/>
            <a:ext cx="712805" cy="19756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16" name="TextBox 315">
            <a:extLst>
              <a:ext uri="{FF2B5EF4-FFF2-40B4-BE49-F238E27FC236}">
                <a16:creationId xmlns:a16="http://schemas.microsoft.com/office/drawing/2014/main" id="{1FD56003-830A-4922-2FA1-FB02B36AD124}"/>
              </a:ext>
            </a:extLst>
          </p:cNvPr>
          <p:cNvSpPr txBox="1"/>
          <p:nvPr/>
        </p:nvSpPr>
        <p:spPr>
          <a:xfrm>
            <a:off x="2408076" y="147043"/>
            <a:ext cx="7816883" cy="276999"/>
          </a:xfrm>
          <a:prstGeom prst="rect">
            <a:avLst/>
          </a:prstGeom>
          <a:noFill/>
        </p:spPr>
        <p:txBody>
          <a:bodyPr wrap="none" rtlCol="0">
            <a:spAutoFit/>
          </a:bodyPr>
          <a:lstStyle/>
          <a:p>
            <a:r>
              <a:rPr lang="en-US" sz="1200" dirty="0">
                <a:solidFill>
                  <a:srgbClr val="0070C0"/>
                </a:solidFill>
              </a:rPr>
              <a:t>PGSV</a:t>
            </a:r>
            <a:r>
              <a:rPr lang="en-US" sz="1200" baseline="-25000" dirty="0">
                <a:solidFill>
                  <a:srgbClr val="0070C0"/>
                </a:solidFill>
              </a:rPr>
              <a:t>YOU</a:t>
            </a:r>
            <a:r>
              <a:rPr lang="en-US" sz="1200" dirty="0">
                <a:solidFill>
                  <a:srgbClr val="0070C0"/>
                </a:solidFill>
              </a:rPr>
              <a:t> = RGSV</a:t>
            </a:r>
            <a:r>
              <a:rPr lang="en-US" sz="1200" baseline="-25000" dirty="0">
                <a:solidFill>
                  <a:srgbClr val="0070C0"/>
                </a:solidFill>
              </a:rPr>
              <a:t>YOU</a:t>
            </a:r>
            <a:r>
              <a:rPr lang="en-US" sz="1200" dirty="0">
                <a:solidFill>
                  <a:srgbClr val="0070C0"/>
                </a:solidFill>
              </a:rPr>
              <a:t> + 10,000</a:t>
            </a:r>
            <a:r>
              <a:rPr lang="en-US" sz="1200" baseline="-25000" dirty="0">
                <a:solidFill>
                  <a:srgbClr val="0070C0"/>
                </a:solidFill>
              </a:rPr>
              <a:t>B</a:t>
            </a:r>
            <a:r>
              <a:rPr lang="en-US" sz="1200" dirty="0">
                <a:solidFill>
                  <a:srgbClr val="0070C0"/>
                </a:solidFill>
              </a:rPr>
              <a:t> + 10,000</a:t>
            </a:r>
            <a:r>
              <a:rPr lang="en-US" sz="1200" baseline="-25000" dirty="0">
                <a:solidFill>
                  <a:srgbClr val="0070C0"/>
                </a:solidFill>
              </a:rPr>
              <a:t>1A3.4</a:t>
            </a:r>
            <a:r>
              <a:rPr lang="en-US" sz="1200" dirty="0">
                <a:solidFill>
                  <a:srgbClr val="0070C0"/>
                </a:solidFill>
              </a:rPr>
              <a:t> </a:t>
            </a:r>
            <a:r>
              <a:rPr lang="en-US" sz="1200" dirty="0">
                <a:sym typeface="Wingdings" panose="05000000000000000000" pitchFamily="2" charset="2"/>
              </a:rPr>
              <a:t> PGSV</a:t>
            </a:r>
            <a:r>
              <a:rPr lang="en-US" sz="1200" baseline="-25000" dirty="0">
                <a:sym typeface="Wingdings" panose="05000000000000000000" pitchFamily="2" charset="2"/>
              </a:rPr>
              <a:t>CTS</a:t>
            </a:r>
            <a:r>
              <a:rPr lang="en-US" sz="1200" dirty="0">
                <a:sym typeface="Wingdings" panose="05000000000000000000" pitchFamily="2" charset="2"/>
              </a:rPr>
              <a:t> = </a:t>
            </a:r>
            <a:r>
              <a:rPr lang="en-US" sz="1200" dirty="0">
                <a:solidFill>
                  <a:srgbClr val="0070C0"/>
                </a:solidFill>
                <a:sym typeface="Wingdings" panose="05000000000000000000" pitchFamily="2" charset="2"/>
              </a:rPr>
              <a:t>PGSV</a:t>
            </a:r>
            <a:r>
              <a:rPr lang="en-US" sz="1200" baseline="-25000" dirty="0">
                <a:solidFill>
                  <a:srgbClr val="0070C0"/>
                </a:solidFill>
                <a:sym typeface="Wingdings" panose="05000000000000000000" pitchFamily="2" charset="2"/>
              </a:rPr>
              <a:t>YOU</a:t>
            </a:r>
            <a:r>
              <a:rPr lang="en-US" sz="1200" dirty="0">
                <a:sym typeface="Wingdings" panose="05000000000000000000" pitchFamily="2" charset="2"/>
              </a:rPr>
              <a:t>+ PPV</a:t>
            </a:r>
            <a:r>
              <a:rPr lang="en-US" sz="1200" baseline="-25000" dirty="0">
                <a:sym typeface="Wingdings" panose="05000000000000000000" pitchFamily="2" charset="2"/>
              </a:rPr>
              <a:t>YOU</a:t>
            </a:r>
            <a:r>
              <a:rPr lang="en-US" sz="1200" dirty="0">
                <a:sym typeface="Wingdings" panose="05000000000000000000" pitchFamily="2" charset="2"/>
              </a:rPr>
              <a:t> = </a:t>
            </a:r>
            <a:r>
              <a:rPr lang="en-US" sz="1200" dirty="0">
                <a:solidFill>
                  <a:srgbClr val="0070C0"/>
                </a:solidFill>
              </a:rPr>
              <a:t>RGSV</a:t>
            </a:r>
            <a:r>
              <a:rPr lang="en-US" sz="1200" baseline="-25000" dirty="0">
                <a:solidFill>
                  <a:srgbClr val="0070C0"/>
                </a:solidFill>
              </a:rPr>
              <a:t>YOU</a:t>
            </a:r>
            <a:r>
              <a:rPr lang="en-US" sz="1200" dirty="0">
                <a:solidFill>
                  <a:srgbClr val="0070C0"/>
                </a:solidFill>
              </a:rPr>
              <a:t> + 10,000</a:t>
            </a:r>
            <a:r>
              <a:rPr lang="en-US" sz="1200" baseline="-25000" dirty="0">
                <a:solidFill>
                  <a:srgbClr val="0070C0"/>
                </a:solidFill>
              </a:rPr>
              <a:t>B</a:t>
            </a:r>
            <a:r>
              <a:rPr lang="en-US" sz="1200" dirty="0">
                <a:solidFill>
                  <a:srgbClr val="0070C0"/>
                </a:solidFill>
              </a:rPr>
              <a:t> + 10,000</a:t>
            </a:r>
            <a:r>
              <a:rPr lang="en-US" sz="1200" baseline="-25000" dirty="0">
                <a:solidFill>
                  <a:srgbClr val="0070C0"/>
                </a:solidFill>
              </a:rPr>
              <a:t>1A3.4</a:t>
            </a:r>
            <a:r>
              <a:rPr lang="en-US" sz="1200" dirty="0">
                <a:solidFill>
                  <a:srgbClr val="0070C0"/>
                </a:solidFill>
              </a:rPr>
              <a:t> </a:t>
            </a:r>
            <a:r>
              <a:rPr lang="en-US" sz="1200" dirty="0"/>
              <a:t>+PPV</a:t>
            </a:r>
            <a:r>
              <a:rPr lang="en-US" sz="1200" baseline="-25000" dirty="0"/>
              <a:t>YOU</a:t>
            </a:r>
            <a:r>
              <a:rPr lang="en-US" sz="1200" dirty="0"/>
              <a:t> </a:t>
            </a:r>
          </a:p>
        </p:txBody>
      </p:sp>
      <p:sp>
        <p:nvSpPr>
          <p:cNvPr id="318" name="TextBox 317">
            <a:extLst>
              <a:ext uri="{FF2B5EF4-FFF2-40B4-BE49-F238E27FC236}">
                <a16:creationId xmlns:a16="http://schemas.microsoft.com/office/drawing/2014/main" id="{CFE60ECC-9279-21F6-2A4F-0A1129A7361B}"/>
              </a:ext>
            </a:extLst>
          </p:cNvPr>
          <p:cNvSpPr txBox="1"/>
          <p:nvPr/>
        </p:nvSpPr>
        <p:spPr>
          <a:xfrm>
            <a:off x="2746346" y="567154"/>
            <a:ext cx="6197530" cy="276999"/>
          </a:xfrm>
          <a:prstGeom prst="rect">
            <a:avLst/>
          </a:prstGeom>
          <a:noFill/>
        </p:spPr>
        <p:txBody>
          <a:bodyPr wrap="none" rtlCol="0">
            <a:spAutoFit/>
          </a:bodyPr>
          <a:lstStyle/>
          <a:p>
            <a:r>
              <a:rPr lang="en-US" sz="1200" dirty="0"/>
              <a:t>RGSV</a:t>
            </a:r>
            <a:r>
              <a:rPr lang="en-US" sz="1200" baseline="-25000" dirty="0"/>
              <a:t>YOU</a:t>
            </a:r>
            <a:r>
              <a:rPr lang="en-US" sz="1200" dirty="0"/>
              <a:t> = GSV</a:t>
            </a:r>
            <a:r>
              <a:rPr lang="en-US" sz="1200" baseline="-25000" dirty="0"/>
              <a:t>YOU</a:t>
            </a:r>
            <a:r>
              <a:rPr lang="en-US" sz="1200" dirty="0"/>
              <a:t> – GSV</a:t>
            </a:r>
            <a:r>
              <a:rPr lang="en-US" sz="1200" baseline="-25000" dirty="0"/>
              <a:t>B</a:t>
            </a:r>
            <a:r>
              <a:rPr lang="en-US" sz="1200" dirty="0"/>
              <a:t> – GSV</a:t>
            </a:r>
            <a:r>
              <a:rPr lang="en-US" sz="1200" baseline="-25000" dirty="0"/>
              <a:t>1A3.4</a:t>
            </a:r>
            <a:r>
              <a:rPr lang="en-US" sz="1200" baseline="30000" dirty="0"/>
              <a:t> </a:t>
            </a:r>
            <a:r>
              <a:rPr lang="en-US" sz="1200" dirty="0"/>
              <a:t> = GSV</a:t>
            </a:r>
            <a:r>
              <a:rPr lang="en-US" sz="1200" baseline="-25000" dirty="0"/>
              <a:t>YOU</a:t>
            </a:r>
            <a:r>
              <a:rPr lang="en-US" sz="1200" dirty="0"/>
              <a:t> – (PGSV</a:t>
            </a:r>
            <a:r>
              <a:rPr lang="en-US" sz="1200" baseline="-25000" dirty="0"/>
              <a:t>B</a:t>
            </a:r>
            <a:r>
              <a:rPr lang="en-US" sz="1200" dirty="0"/>
              <a:t> + PPV</a:t>
            </a:r>
            <a:r>
              <a:rPr lang="en-US" sz="1200" baseline="-25000" dirty="0"/>
              <a:t>B</a:t>
            </a:r>
            <a:r>
              <a:rPr lang="en-US" sz="1200" baseline="-25000" dirty="0">
                <a:sym typeface="Wingdings" panose="05000000000000000000" pitchFamily="2" charset="2"/>
              </a:rPr>
              <a:t>V</a:t>
            </a:r>
            <a:r>
              <a:rPr lang="en-US" sz="1200" dirty="0">
                <a:sym typeface="Wingdings" panose="05000000000000000000" pitchFamily="2" charset="2"/>
              </a:rPr>
              <a:t>)</a:t>
            </a:r>
            <a:r>
              <a:rPr lang="en-US" sz="1200" dirty="0"/>
              <a:t> – (PGSV</a:t>
            </a:r>
            <a:r>
              <a:rPr lang="en-US" sz="1200" baseline="-25000" dirty="0"/>
              <a:t>1A3.4</a:t>
            </a:r>
            <a:r>
              <a:rPr lang="en-US" sz="1200" dirty="0"/>
              <a:t> + PPV</a:t>
            </a:r>
            <a:r>
              <a:rPr lang="en-US" sz="1200" baseline="-25000" dirty="0"/>
              <a:t>1A3.4</a:t>
            </a:r>
            <a:r>
              <a:rPr lang="en-US" sz="1200" baseline="-25000" dirty="0">
                <a:sym typeface="Wingdings" panose="05000000000000000000" pitchFamily="2" charset="2"/>
              </a:rPr>
              <a:t>V</a:t>
            </a:r>
            <a:r>
              <a:rPr lang="en-US" sz="1200" dirty="0">
                <a:sym typeface="Wingdings" panose="05000000000000000000" pitchFamily="2" charset="2"/>
              </a:rPr>
              <a:t>)</a:t>
            </a:r>
            <a:r>
              <a:rPr lang="en-US" sz="1200" dirty="0"/>
              <a:t> </a:t>
            </a:r>
          </a:p>
        </p:txBody>
      </p:sp>
      <p:sp>
        <p:nvSpPr>
          <p:cNvPr id="5" name="TextBox 4">
            <a:extLst>
              <a:ext uri="{FF2B5EF4-FFF2-40B4-BE49-F238E27FC236}">
                <a16:creationId xmlns:a16="http://schemas.microsoft.com/office/drawing/2014/main" id="{D4E641B7-C314-93C3-5379-9443C60ED8EC}"/>
              </a:ext>
            </a:extLst>
          </p:cNvPr>
          <p:cNvSpPr txBox="1"/>
          <p:nvPr/>
        </p:nvSpPr>
        <p:spPr>
          <a:xfrm>
            <a:off x="1811073" y="3212339"/>
            <a:ext cx="752129"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5</a:t>
            </a:r>
            <a:r>
              <a:rPr lang="en-US" sz="1000" dirty="0">
                <a:latin typeface="Garamond" panose="02020404030301010803" pitchFamily="18" charset="0"/>
              </a:rPr>
              <a:t>A1.1.1.1.1</a:t>
            </a:r>
          </a:p>
        </p:txBody>
      </p:sp>
      <p:sp>
        <p:nvSpPr>
          <p:cNvPr id="9" name="TextBox 8">
            <a:extLst>
              <a:ext uri="{FF2B5EF4-FFF2-40B4-BE49-F238E27FC236}">
                <a16:creationId xmlns:a16="http://schemas.microsoft.com/office/drawing/2014/main" id="{76A8CC08-FFC5-B0BD-28CD-CACCD7713FC9}"/>
              </a:ext>
            </a:extLst>
          </p:cNvPr>
          <p:cNvSpPr txBox="1"/>
          <p:nvPr/>
        </p:nvSpPr>
        <p:spPr>
          <a:xfrm>
            <a:off x="1735716" y="3649312"/>
            <a:ext cx="841897"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6</a:t>
            </a:r>
            <a:r>
              <a:rPr lang="en-US" sz="1000" dirty="0">
                <a:latin typeface="Garamond" panose="02020404030301010803" pitchFamily="18" charset="0"/>
              </a:rPr>
              <a:t>A1.1.1.1.1.1</a:t>
            </a:r>
          </a:p>
        </p:txBody>
      </p:sp>
      <p:sp>
        <p:nvSpPr>
          <p:cNvPr id="13" name="TextBox 12">
            <a:extLst>
              <a:ext uri="{FF2B5EF4-FFF2-40B4-BE49-F238E27FC236}">
                <a16:creationId xmlns:a16="http://schemas.microsoft.com/office/drawing/2014/main" id="{AFE21E33-5796-A909-8794-DAACEE7AE384}"/>
              </a:ext>
            </a:extLst>
          </p:cNvPr>
          <p:cNvSpPr txBox="1"/>
          <p:nvPr/>
        </p:nvSpPr>
        <p:spPr>
          <a:xfrm>
            <a:off x="1566179" y="4079447"/>
            <a:ext cx="931665"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7</a:t>
            </a:r>
            <a:r>
              <a:rPr lang="en-US" sz="1000" dirty="0">
                <a:latin typeface="Garamond" panose="02020404030301010803" pitchFamily="18" charset="0"/>
              </a:rPr>
              <a:t>A1.1.1.1.1.1.1</a:t>
            </a:r>
          </a:p>
        </p:txBody>
      </p:sp>
    </p:spTree>
    <p:extLst>
      <p:ext uri="{BB962C8B-B14F-4D97-AF65-F5344CB8AC3E}">
        <p14:creationId xmlns:p14="http://schemas.microsoft.com/office/powerpoint/2010/main" val="3400964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9C799-470A-17BC-E2AB-AE571AF4D264}"/>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075D70F4-DF28-9B9D-A46C-4E9F26D7F22D}"/>
              </a:ext>
            </a:extLst>
          </p:cNvPr>
          <p:cNvGrpSpPr/>
          <p:nvPr/>
        </p:nvGrpSpPr>
        <p:grpSpPr>
          <a:xfrm>
            <a:off x="1704407" y="1196549"/>
            <a:ext cx="853386" cy="307777"/>
            <a:chOff x="1692994" y="1315247"/>
            <a:chExt cx="853386" cy="307777"/>
          </a:xfrm>
        </p:grpSpPr>
        <p:sp>
          <p:nvSpPr>
            <p:cNvPr id="27" name="Oval 26">
              <a:extLst>
                <a:ext uri="{FF2B5EF4-FFF2-40B4-BE49-F238E27FC236}">
                  <a16:creationId xmlns:a16="http://schemas.microsoft.com/office/drawing/2014/main" id="{5B387376-FD35-7D6D-B1A8-619A07171365}"/>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ADA7553-E16B-4A05-77AF-3B4B17A914C1}"/>
                </a:ext>
              </a:extLst>
            </p:cNvPr>
            <p:cNvSpPr txBox="1"/>
            <p:nvPr/>
          </p:nvSpPr>
          <p:spPr>
            <a:xfrm>
              <a:off x="1692994" y="1315247"/>
              <a:ext cx="306494" cy="307777"/>
            </a:xfrm>
            <a:prstGeom prst="rect">
              <a:avLst/>
            </a:prstGeom>
            <a:noFill/>
          </p:spPr>
          <p:txBody>
            <a:bodyPr wrap="none" rtlCol="0">
              <a:spAutoFit/>
            </a:bodyPr>
            <a:lstStyle/>
            <a:p>
              <a:r>
                <a:rPr lang="en-US" sz="1400" dirty="0">
                  <a:latin typeface="Garamond" panose="02020404030301010803" pitchFamily="18" charset="0"/>
                </a:rPr>
                <a:t>A</a:t>
              </a:r>
            </a:p>
          </p:txBody>
        </p:sp>
        <p:sp>
          <p:nvSpPr>
            <p:cNvPr id="38" name="TextBox 37">
              <a:extLst>
                <a:ext uri="{FF2B5EF4-FFF2-40B4-BE49-F238E27FC236}">
                  <a16:creationId xmlns:a16="http://schemas.microsoft.com/office/drawing/2014/main" id="{4566880F-D05D-0111-24CE-6CAEFC82CBAC}"/>
                </a:ext>
              </a:extLst>
            </p:cNvPr>
            <p:cNvSpPr txBox="1"/>
            <p:nvPr/>
          </p:nvSpPr>
          <p:spPr>
            <a:xfrm>
              <a:off x="1972056" y="1346025"/>
              <a:ext cx="574324" cy="276999"/>
            </a:xfrm>
            <a:prstGeom prst="rect">
              <a:avLst/>
            </a:prstGeom>
            <a:noFill/>
          </p:spPr>
          <p:txBody>
            <a:bodyPr wrap="none" rtlCol="0">
              <a:spAutoFit/>
            </a:bodyPr>
            <a:lstStyle/>
            <a:p>
              <a:r>
                <a:rPr lang="en-US" sz="1200" dirty="0">
                  <a:latin typeface="Garamond" panose="02020404030301010803" pitchFamily="18" charset="0"/>
                </a:rPr>
                <a:t>80 CV</a:t>
              </a:r>
            </a:p>
          </p:txBody>
        </p:sp>
      </p:grpSp>
      <p:grpSp>
        <p:nvGrpSpPr>
          <p:cNvPr id="40" name="Group 39">
            <a:extLst>
              <a:ext uri="{FF2B5EF4-FFF2-40B4-BE49-F238E27FC236}">
                <a16:creationId xmlns:a16="http://schemas.microsoft.com/office/drawing/2014/main" id="{033ED0BE-EE97-B695-B528-3ED7EC9B5960}"/>
              </a:ext>
            </a:extLst>
          </p:cNvPr>
          <p:cNvGrpSpPr/>
          <p:nvPr/>
        </p:nvGrpSpPr>
        <p:grpSpPr>
          <a:xfrm>
            <a:off x="813056" y="1731588"/>
            <a:ext cx="506870" cy="436747"/>
            <a:chOff x="1586033" y="1344546"/>
            <a:chExt cx="506870" cy="436747"/>
          </a:xfrm>
        </p:grpSpPr>
        <p:sp>
          <p:nvSpPr>
            <p:cNvPr id="41" name="Oval 40">
              <a:extLst>
                <a:ext uri="{FF2B5EF4-FFF2-40B4-BE49-F238E27FC236}">
                  <a16:creationId xmlns:a16="http://schemas.microsoft.com/office/drawing/2014/main" id="{1C7ED951-29FA-6A6C-2094-55321F7583AD}"/>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2DA0D6B8-3FE7-EA72-2257-D959DE6CCB18}"/>
                </a:ext>
              </a:extLst>
            </p:cNvPr>
            <p:cNvSpPr txBox="1"/>
            <p:nvPr/>
          </p:nvSpPr>
          <p:spPr>
            <a:xfrm>
              <a:off x="1642940" y="1344546"/>
              <a:ext cx="393056" cy="246221"/>
            </a:xfrm>
            <a:prstGeom prst="rect">
              <a:avLst/>
            </a:prstGeom>
            <a:noFill/>
          </p:spPr>
          <p:txBody>
            <a:bodyPr wrap="none" rtlCol="0">
              <a:spAutoFit/>
            </a:bodyPr>
            <a:lstStyle/>
            <a:p>
              <a:r>
                <a:rPr lang="en-US" sz="1000" dirty="0">
                  <a:latin typeface="Garamond" panose="02020404030301010803" pitchFamily="18" charset="0"/>
                </a:rPr>
                <a:t>1A1</a:t>
              </a:r>
            </a:p>
          </p:txBody>
        </p:sp>
        <p:sp>
          <p:nvSpPr>
            <p:cNvPr id="43" name="TextBox 42">
              <a:extLst>
                <a:ext uri="{FF2B5EF4-FFF2-40B4-BE49-F238E27FC236}">
                  <a16:creationId xmlns:a16="http://schemas.microsoft.com/office/drawing/2014/main" id="{3DC11F40-1171-B118-16AE-CC25AF33DE36}"/>
                </a:ext>
              </a:extLst>
            </p:cNvPr>
            <p:cNvSpPr txBox="1"/>
            <p:nvPr/>
          </p:nvSpPr>
          <p:spPr>
            <a:xfrm>
              <a:off x="1586033" y="1535072"/>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44" name="Group 43">
            <a:extLst>
              <a:ext uri="{FF2B5EF4-FFF2-40B4-BE49-F238E27FC236}">
                <a16:creationId xmlns:a16="http://schemas.microsoft.com/office/drawing/2014/main" id="{04D73371-F36F-6F20-63D4-E0CBB6908925}"/>
              </a:ext>
            </a:extLst>
          </p:cNvPr>
          <p:cNvGrpSpPr/>
          <p:nvPr/>
        </p:nvGrpSpPr>
        <p:grpSpPr>
          <a:xfrm>
            <a:off x="1586033" y="1725924"/>
            <a:ext cx="506870" cy="436747"/>
            <a:chOff x="1586033" y="1344546"/>
            <a:chExt cx="506870" cy="436747"/>
          </a:xfrm>
        </p:grpSpPr>
        <p:sp>
          <p:nvSpPr>
            <p:cNvPr id="45" name="Oval 44">
              <a:extLst>
                <a:ext uri="{FF2B5EF4-FFF2-40B4-BE49-F238E27FC236}">
                  <a16:creationId xmlns:a16="http://schemas.microsoft.com/office/drawing/2014/main" id="{037DB4CD-D6BC-1E9D-CBB8-3EE45BC5A752}"/>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5696AAFB-42F3-5ED6-01E2-8533CCF551BA}"/>
                </a:ext>
              </a:extLst>
            </p:cNvPr>
            <p:cNvSpPr txBox="1"/>
            <p:nvPr/>
          </p:nvSpPr>
          <p:spPr>
            <a:xfrm>
              <a:off x="1642940" y="1344546"/>
              <a:ext cx="393056" cy="246221"/>
            </a:xfrm>
            <a:prstGeom prst="rect">
              <a:avLst/>
            </a:prstGeom>
            <a:noFill/>
          </p:spPr>
          <p:txBody>
            <a:bodyPr wrap="none" rtlCol="0">
              <a:spAutoFit/>
            </a:bodyPr>
            <a:lstStyle/>
            <a:p>
              <a:r>
                <a:rPr lang="en-US" sz="1000" dirty="0">
                  <a:latin typeface="Garamond" panose="02020404030301010803" pitchFamily="18" charset="0"/>
                </a:rPr>
                <a:t>1A2</a:t>
              </a:r>
            </a:p>
          </p:txBody>
        </p:sp>
        <p:sp>
          <p:nvSpPr>
            <p:cNvPr id="47" name="TextBox 46">
              <a:extLst>
                <a:ext uri="{FF2B5EF4-FFF2-40B4-BE49-F238E27FC236}">
                  <a16:creationId xmlns:a16="http://schemas.microsoft.com/office/drawing/2014/main" id="{EA30E94B-47EC-1BB5-8CDE-4EFE054E4109}"/>
                </a:ext>
              </a:extLst>
            </p:cNvPr>
            <p:cNvSpPr txBox="1"/>
            <p:nvPr/>
          </p:nvSpPr>
          <p:spPr>
            <a:xfrm>
              <a:off x="1586033" y="1535072"/>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48" name="Group 47">
            <a:extLst>
              <a:ext uri="{FF2B5EF4-FFF2-40B4-BE49-F238E27FC236}">
                <a16:creationId xmlns:a16="http://schemas.microsoft.com/office/drawing/2014/main" id="{65979569-6E65-A646-E0B7-E0DDF9F97291}"/>
              </a:ext>
            </a:extLst>
          </p:cNvPr>
          <p:cNvGrpSpPr/>
          <p:nvPr/>
        </p:nvGrpSpPr>
        <p:grpSpPr>
          <a:xfrm>
            <a:off x="2809900" y="1732149"/>
            <a:ext cx="788791" cy="272138"/>
            <a:chOff x="1642940" y="1344546"/>
            <a:chExt cx="788791" cy="272138"/>
          </a:xfrm>
        </p:grpSpPr>
        <p:sp>
          <p:nvSpPr>
            <p:cNvPr id="49" name="Oval 48">
              <a:extLst>
                <a:ext uri="{FF2B5EF4-FFF2-40B4-BE49-F238E27FC236}">
                  <a16:creationId xmlns:a16="http://schemas.microsoft.com/office/drawing/2014/main" id="{5FF68961-E18D-AC3F-DC00-4477BD0AEEFB}"/>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5C890520-BD1A-5A15-C4A4-C26F0C0FE729}"/>
                </a:ext>
              </a:extLst>
            </p:cNvPr>
            <p:cNvSpPr txBox="1"/>
            <p:nvPr/>
          </p:nvSpPr>
          <p:spPr>
            <a:xfrm>
              <a:off x="1642940" y="1344546"/>
              <a:ext cx="393056" cy="246221"/>
            </a:xfrm>
            <a:prstGeom prst="rect">
              <a:avLst/>
            </a:prstGeom>
            <a:noFill/>
          </p:spPr>
          <p:txBody>
            <a:bodyPr wrap="none" rtlCol="0">
              <a:spAutoFit/>
            </a:bodyPr>
            <a:lstStyle/>
            <a:p>
              <a:r>
                <a:rPr lang="en-US" sz="1000">
                  <a:latin typeface="Garamond" panose="02020404030301010803" pitchFamily="18" charset="0"/>
                </a:rPr>
                <a:t>1A3</a:t>
              </a:r>
              <a:endParaRPr lang="en-US" sz="1000" dirty="0">
                <a:latin typeface="Garamond" panose="02020404030301010803" pitchFamily="18" charset="0"/>
              </a:endParaRPr>
            </a:p>
          </p:txBody>
        </p:sp>
        <p:sp>
          <p:nvSpPr>
            <p:cNvPr id="51" name="TextBox 50">
              <a:extLst>
                <a:ext uri="{FF2B5EF4-FFF2-40B4-BE49-F238E27FC236}">
                  <a16:creationId xmlns:a16="http://schemas.microsoft.com/office/drawing/2014/main" id="{60C494CA-3E74-4EE9-0852-76768F753866}"/>
                </a:ext>
              </a:extLst>
            </p:cNvPr>
            <p:cNvSpPr txBox="1"/>
            <p:nvPr/>
          </p:nvSpPr>
          <p:spPr>
            <a:xfrm>
              <a:off x="1924861" y="1370463"/>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103" name="Group 102">
            <a:extLst>
              <a:ext uri="{FF2B5EF4-FFF2-40B4-BE49-F238E27FC236}">
                <a16:creationId xmlns:a16="http://schemas.microsoft.com/office/drawing/2014/main" id="{7BED37E6-3FFB-B2DD-EBA1-4487B2EEE2C0}"/>
              </a:ext>
            </a:extLst>
          </p:cNvPr>
          <p:cNvGrpSpPr/>
          <p:nvPr/>
        </p:nvGrpSpPr>
        <p:grpSpPr>
          <a:xfrm>
            <a:off x="2762644" y="2210464"/>
            <a:ext cx="528752" cy="440786"/>
            <a:chOff x="2508933" y="2159912"/>
            <a:chExt cx="528752" cy="440786"/>
          </a:xfrm>
        </p:grpSpPr>
        <p:sp>
          <p:nvSpPr>
            <p:cNvPr id="54" name="TextBox 53">
              <a:extLst>
                <a:ext uri="{FF2B5EF4-FFF2-40B4-BE49-F238E27FC236}">
                  <a16:creationId xmlns:a16="http://schemas.microsoft.com/office/drawing/2014/main" id="{ACD07040-DC59-82C1-AEFB-9EE906AFABD6}"/>
                </a:ext>
              </a:extLst>
            </p:cNvPr>
            <p:cNvSpPr txBox="1"/>
            <p:nvPr/>
          </p:nvSpPr>
          <p:spPr>
            <a:xfrm>
              <a:off x="2554861" y="2159912"/>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A3.1</a:t>
              </a:r>
            </a:p>
          </p:txBody>
        </p:sp>
        <p:sp>
          <p:nvSpPr>
            <p:cNvPr id="55" name="TextBox 54">
              <a:extLst>
                <a:ext uri="{FF2B5EF4-FFF2-40B4-BE49-F238E27FC236}">
                  <a16:creationId xmlns:a16="http://schemas.microsoft.com/office/drawing/2014/main" id="{BEDEC6EE-D978-B1EF-BECB-F1DCD2A1CFDE}"/>
                </a:ext>
              </a:extLst>
            </p:cNvPr>
            <p:cNvSpPr txBox="1"/>
            <p:nvPr/>
          </p:nvSpPr>
          <p:spPr>
            <a:xfrm>
              <a:off x="2508933" y="2354477"/>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75" name="Group 74">
            <a:extLst>
              <a:ext uri="{FF2B5EF4-FFF2-40B4-BE49-F238E27FC236}">
                <a16:creationId xmlns:a16="http://schemas.microsoft.com/office/drawing/2014/main" id="{885AB931-FF65-7CF9-9F8A-A46354478F5E}"/>
              </a:ext>
            </a:extLst>
          </p:cNvPr>
          <p:cNvGrpSpPr/>
          <p:nvPr/>
        </p:nvGrpSpPr>
        <p:grpSpPr>
          <a:xfrm>
            <a:off x="1530628" y="2207691"/>
            <a:ext cx="506870" cy="444918"/>
            <a:chOff x="1545107" y="2154500"/>
            <a:chExt cx="506870" cy="444918"/>
          </a:xfrm>
        </p:grpSpPr>
        <p:sp>
          <p:nvSpPr>
            <p:cNvPr id="58" name="TextBox 57">
              <a:extLst>
                <a:ext uri="{FF2B5EF4-FFF2-40B4-BE49-F238E27FC236}">
                  <a16:creationId xmlns:a16="http://schemas.microsoft.com/office/drawing/2014/main" id="{17351807-5DA7-7E26-8BDA-DA20AC9C33D5}"/>
                </a:ext>
              </a:extLst>
            </p:cNvPr>
            <p:cNvSpPr txBox="1"/>
            <p:nvPr/>
          </p:nvSpPr>
          <p:spPr>
            <a:xfrm>
              <a:off x="1569153" y="2154500"/>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A2.1</a:t>
              </a:r>
            </a:p>
          </p:txBody>
        </p:sp>
        <p:sp>
          <p:nvSpPr>
            <p:cNvPr id="59" name="TextBox 58">
              <a:extLst>
                <a:ext uri="{FF2B5EF4-FFF2-40B4-BE49-F238E27FC236}">
                  <a16:creationId xmlns:a16="http://schemas.microsoft.com/office/drawing/2014/main" id="{3DA84E32-8129-3739-7552-89E52BBF90DD}"/>
                </a:ext>
              </a:extLst>
            </p:cNvPr>
            <p:cNvSpPr txBox="1"/>
            <p:nvPr/>
          </p:nvSpPr>
          <p:spPr>
            <a:xfrm>
              <a:off x="1545107" y="2353197"/>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sp>
        <p:nvSpPr>
          <p:cNvPr id="60" name="TextBox 59">
            <a:extLst>
              <a:ext uri="{FF2B5EF4-FFF2-40B4-BE49-F238E27FC236}">
                <a16:creationId xmlns:a16="http://schemas.microsoft.com/office/drawing/2014/main" id="{51969501-17C6-2B4E-2771-4C9A7CF05294}"/>
              </a:ext>
            </a:extLst>
          </p:cNvPr>
          <p:cNvSpPr txBox="1"/>
          <p:nvPr/>
        </p:nvSpPr>
        <p:spPr>
          <a:xfrm>
            <a:off x="871754" y="2234096"/>
            <a:ext cx="561372" cy="369332"/>
          </a:xfrm>
          <a:prstGeom prst="rect">
            <a:avLst/>
          </a:prstGeom>
          <a:noFill/>
        </p:spPr>
        <p:txBody>
          <a:bodyPr wrap="none" rtlCol="0">
            <a:spAutoFit/>
          </a:bodyPr>
          <a:lstStyle/>
          <a:p>
            <a:r>
              <a:rPr lang="en-US" dirty="0"/>
              <a:t>2</a:t>
            </a:r>
            <a:r>
              <a:rPr lang="en-US" sz="1200" baseline="-25000" dirty="0">
                <a:solidFill>
                  <a:srgbClr val="FF0000"/>
                </a:solidFill>
              </a:rPr>
              <a:t>2A1.1</a:t>
            </a:r>
            <a:endParaRPr lang="en-US" sz="1200" dirty="0"/>
          </a:p>
        </p:txBody>
      </p:sp>
      <p:sp>
        <p:nvSpPr>
          <p:cNvPr id="62" name="TextBox 61">
            <a:extLst>
              <a:ext uri="{FF2B5EF4-FFF2-40B4-BE49-F238E27FC236}">
                <a16:creationId xmlns:a16="http://schemas.microsoft.com/office/drawing/2014/main" id="{7695621D-5D6A-B19F-3614-A0A60CA811E6}"/>
              </a:ext>
            </a:extLst>
          </p:cNvPr>
          <p:cNvSpPr txBox="1"/>
          <p:nvPr/>
        </p:nvSpPr>
        <p:spPr>
          <a:xfrm>
            <a:off x="869963" y="2688589"/>
            <a:ext cx="308098" cy="369332"/>
          </a:xfrm>
          <a:prstGeom prst="rect">
            <a:avLst/>
          </a:prstGeom>
          <a:noFill/>
        </p:spPr>
        <p:txBody>
          <a:bodyPr wrap="none" rtlCol="0">
            <a:spAutoFit/>
          </a:bodyPr>
          <a:lstStyle/>
          <a:p>
            <a:r>
              <a:rPr lang="en-US" dirty="0"/>
              <a:t>4</a:t>
            </a:r>
          </a:p>
        </p:txBody>
      </p:sp>
      <p:sp>
        <p:nvSpPr>
          <p:cNvPr id="64" name="TextBox 63">
            <a:extLst>
              <a:ext uri="{FF2B5EF4-FFF2-40B4-BE49-F238E27FC236}">
                <a16:creationId xmlns:a16="http://schemas.microsoft.com/office/drawing/2014/main" id="{99EC4D16-A730-EBBE-661C-85ADE1F24D19}"/>
              </a:ext>
            </a:extLst>
          </p:cNvPr>
          <p:cNvSpPr txBox="1"/>
          <p:nvPr/>
        </p:nvSpPr>
        <p:spPr>
          <a:xfrm>
            <a:off x="852013" y="3150750"/>
            <a:ext cx="308098" cy="369332"/>
          </a:xfrm>
          <a:prstGeom prst="rect">
            <a:avLst/>
          </a:prstGeom>
          <a:noFill/>
        </p:spPr>
        <p:txBody>
          <a:bodyPr wrap="none" rtlCol="0">
            <a:spAutoFit/>
          </a:bodyPr>
          <a:lstStyle/>
          <a:p>
            <a:r>
              <a:rPr lang="en-US" dirty="0"/>
              <a:t>8</a:t>
            </a:r>
          </a:p>
        </p:txBody>
      </p:sp>
      <p:sp>
        <p:nvSpPr>
          <p:cNvPr id="66" name="TextBox 65">
            <a:extLst>
              <a:ext uri="{FF2B5EF4-FFF2-40B4-BE49-F238E27FC236}">
                <a16:creationId xmlns:a16="http://schemas.microsoft.com/office/drawing/2014/main" id="{546E21D3-1304-9C6A-2226-4BF1AE552DA6}"/>
              </a:ext>
            </a:extLst>
          </p:cNvPr>
          <p:cNvSpPr txBox="1"/>
          <p:nvPr/>
        </p:nvSpPr>
        <p:spPr>
          <a:xfrm>
            <a:off x="762803" y="3585449"/>
            <a:ext cx="431528" cy="369332"/>
          </a:xfrm>
          <a:prstGeom prst="rect">
            <a:avLst/>
          </a:prstGeom>
          <a:noFill/>
        </p:spPr>
        <p:txBody>
          <a:bodyPr wrap="none" rtlCol="0">
            <a:spAutoFit/>
          </a:bodyPr>
          <a:lstStyle/>
          <a:p>
            <a:r>
              <a:rPr lang="en-US" dirty="0"/>
              <a:t>16</a:t>
            </a:r>
          </a:p>
        </p:txBody>
      </p:sp>
      <p:sp>
        <p:nvSpPr>
          <p:cNvPr id="68" name="TextBox 67">
            <a:extLst>
              <a:ext uri="{FF2B5EF4-FFF2-40B4-BE49-F238E27FC236}">
                <a16:creationId xmlns:a16="http://schemas.microsoft.com/office/drawing/2014/main" id="{B9295543-4919-0245-A821-7FEB92C558C2}"/>
              </a:ext>
            </a:extLst>
          </p:cNvPr>
          <p:cNvSpPr txBox="1"/>
          <p:nvPr/>
        </p:nvSpPr>
        <p:spPr>
          <a:xfrm>
            <a:off x="747437" y="4001416"/>
            <a:ext cx="431528" cy="369332"/>
          </a:xfrm>
          <a:prstGeom prst="rect">
            <a:avLst/>
          </a:prstGeom>
          <a:noFill/>
        </p:spPr>
        <p:txBody>
          <a:bodyPr wrap="none" rtlCol="0">
            <a:spAutoFit/>
          </a:bodyPr>
          <a:lstStyle/>
          <a:p>
            <a:r>
              <a:rPr lang="en-US" dirty="0"/>
              <a:t>32</a:t>
            </a:r>
          </a:p>
        </p:txBody>
      </p:sp>
      <p:sp>
        <p:nvSpPr>
          <p:cNvPr id="70" name="TextBox 69">
            <a:extLst>
              <a:ext uri="{FF2B5EF4-FFF2-40B4-BE49-F238E27FC236}">
                <a16:creationId xmlns:a16="http://schemas.microsoft.com/office/drawing/2014/main" id="{480DB03E-144B-23E6-771F-A3FCD1875E60}"/>
              </a:ext>
            </a:extLst>
          </p:cNvPr>
          <p:cNvSpPr txBox="1"/>
          <p:nvPr/>
        </p:nvSpPr>
        <p:spPr>
          <a:xfrm>
            <a:off x="756581" y="4480353"/>
            <a:ext cx="431528" cy="369332"/>
          </a:xfrm>
          <a:prstGeom prst="rect">
            <a:avLst/>
          </a:prstGeom>
          <a:noFill/>
        </p:spPr>
        <p:txBody>
          <a:bodyPr wrap="none" rtlCol="0">
            <a:spAutoFit/>
          </a:bodyPr>
          <a:lstStyle/>
          <a:p>
            <a:r>
              <a:rPr lang="en-US" dirty="0"/>
              <a:t>64</a:t>
            </a:r>
          </a:p>
        </p:txBody>
      </p:sp>
      <p:sp>
        <p:nvSpPr>
          <p:cNvPr id="72" name="TextBox 71">
            <a:extLst>
              <a:ext uri="{FF2B5EF4-FFF2-40B4-BE49-F238E27FC236}">
                <a16:creationId xmlns:a16="http://schemas.microsoft.com/office/drawing/2014/main" id="{38BD7E7F-495D-3DB1-80AB-C64E5643D3A4}"/>
              </a:ext>
            </a:extLst>
          </p:cNvPr>
          <p:cNvSpPr txBox="1"/>
          <p:nvPr/>
        </p:nvSpPr>
        <p:spPr>
          <a:xfrm>
            <a:off x="694865" y="4920126"/>
            <a:ext cx="554960" cy="369332"/>
          </a:xfrm>
          <a:prstGeom prst="rect">
            <a:avLst/>
          </a:prstGeom>
          <a:noFill/>
        </p:spPr>
        <p:txBody>
          <a:bodyPr wrap="none" rtlCol="0">
            <a:spAutoFit/>
          </a:bodyPr>
          <a:lstStyle/>
          <a:p>
            <a:r>
              <a:rPr lang="en-US" dirty="0"/>
              <a:t>128</a:t>
            </a:r>
          </a:p>
        </p:txBody>
      </p:sp>
      <p:sp>
        <p:nvSpPr>
          <p:cNvPr id="74" name="TextBox 73">
            <a:extLst>
              <a:ext uri="{FF2B5EF4-FFF2-40B4-BE49-F238E27FC236}">
                <a16:creationId xmlns:a16="http://schemas.microsoft.com/office/drawing/2014/main" id="{F31DE0B6-D77D-2421-8148-7BACB8B045FD}"/>
              </a:ext>
            </a:extLst>
          </p:cNvPr>
          <p:cNvSpPr txBox="1"/>
          <p:nvPr/>
        </p:nvSpPr>
        <p:spPr>
          <a:xfrm>
            <a:off x="694865" y="5301866"/>
            <a:ext cx="554960" cy="369332"/>
          </a:xfrm>
          <a:prstGeom prst="rect">
            <a:avLst/>
          </a:prstGeom>
          <a:noFill/>
        </p:spPr>
        <p:txBody>
          <a:bodyPr wrap="none" rtlCol="0">
            <a:spAutoFit/>
          </a:bodyPr>
          <a:lstStyle/>
          <a:p>
            <a:r>
              <a:rPr lang="en-US" dirty="0"/>
              <a:t>256</a:t>
            </a:r>
          </a:p>
        </p:txBody>
      </p:sp>
      <p:grpSp>
        <p:nvGrpSpPr>
          <p:cNvPr id="76" name="Group 75">
            <a:extLst>
              <a:ext uri="{FF2B5EF4-FFF2-40B4-BE49-F238E27FC236}">
                <a16:creationId xmlns:a16="http://schemas.microsoft.com/office/drawing/2014/main" id="{BCB17747-598F-8F34-F6AD-9625F0AB1CE9}"/>
              </a:ext>
            </a:extLst>
          </p:cNvPr>
          <p:cNvGrpSpPr/>
          <p:nvPr/>
        </p:nvGrpSpPr>
        <p:grpSpPr>
          <a:xfrm>
            <a:off x="1471309" y="2686790"/>
            <a:ext cx="596639" cy="417486"/>
            <a:chOff x="1545107" y="2154500"/>
            <a:chExt cx="596639" cy="417486"/>
          </a:xfrm>
        </p:grpSpPr>
        <p:sp>
          <p:nvSpPr>
            <p:cNvPr id="77" name="TextBox 76">
              <a:extLst>
                <a:ext uri="{FF2B5EF4-FFF2-40B4-BE49-F238E27FC236}">
                  <a16:creationId xmlns:a16="http://schemas.microsoft.com/office/drawing/2014/main" id="{1D8482A6-8FA9-F89E-BDB6-B7A1EB1FC429}"/>
                </a:ext>
              </a:extLst>
            </p:cNvPr>
            <p:cNvSpPr txBox="1"/>
            <p:nvPr/>
          </p:nvSpPr>
          <p:spPr>
            <a:xfrm>
              <a:off x="1569153" y="2154500"/>
              <a:ext cx="572593"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3</a:t>
              </a:r>
              <a:r>
                <a:rPr lang="en-US" sz="1000" dirty="0">
                  <a:latin typeface="Garamond" panose="02020404030301010803" pitchFamily="18" charset="0"/>
                </a:rPr>
                <a:t>A2.1.1</a:t>
              </a:r>
            </a:p>
          </p:txBody>
        </p:sp>
        <p:sp>
          <p:nvSpPr>
            <p:cNvPr id="78" name="TextBox 77">
              <a:extLst>
                <a:ext uri="{FF2B5EF4-FFF2-40B4-BE49-F238E27FC236}">
                  <a16:creationId xmlns:a16="http://schemas.microsoft.com/office/drawing/2014/main" id="{CDF05FAE-B67E-2A8A-D33B-96D2B8CFAC62}"/>
                </a:ext>
              </a:extLst>
            </p:cNvPr>
            <p:cNvSpPr txBox="1"/>
            <p:nvPr/>
          </p:nvSpPr>
          <p:spPr>
            <a:xfrm>
              <a:off x="1545107" y="2325765"/>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79" name="Group 78">
            <a:extLst>
              <a:ext uri="{FF2B5EF4-FFF2-40B4-BE49-F238E27FC236}">
                <a16:creationId xmlns:a16="http://schemas.microsoft.com/office/drawing/2014/main" id="{66AE458E-ACD4-7B70-0117-9C85603A3927}"/>
              </a:ext>
            </a:extLst>
          </p:cNvPr>
          <p:cNvGrpSpPr/>
          <p:nvPr/>
        </p:nvGrpSpPr>
        <p:grpSpPr>
          <a:xfrm>
            <a:off x="1202956" y="3139292"/>
            <a:ext cx="1499128" cy="387619"/>
            <a:chOff x="1301805" y="2154500"/>
            <a:chExt cx="1499128" cy="387619"/>
          </a:xfrm>
        </p:grpSpPr>
        <p:sp>
          <p:nvSpPr>
            <p:cNvPr id="80" name="TextBox 79">
              <a:extLst>
                <a:ext uri="{FF2B5EF4-FFF2-40B4-BE49-F238E27FC236}">
                  <a16:creationId xmlns:a16="http://schemas.microsoft.com/office/drawing/2014/main" id="{76A45F2C-69A0-1806-B993-0BC3F225B2E2}"/>
                </a:ext>
              </a:extLst>
            </p:cNvPr>
            <p:cNvSpPr txBox="1"/>
            <p:nvPr/>
          </p:nvSpPr>
          <p:spPr>
            <a:xfrm>
              <a:off x="1550865" y="2154500"/>
              <a:ext cx="705642"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a:t>
              </a:r>
              <a:r>
                <a:rPr lang="en-US" sz="1000" dirty="0">
                  <a:latin typeface="Garamond" panose="02020404030301010803" pitchFamily="18" charset="0"/>
                </a:rPr>
                <a:t>A2.1.1.1`</a:t>
              </a:r>
            </a:p>
          </p:txBody>
        </p:sp>
        <p:sp>
          <p:nvSpPr>
            <p:cNvPr id="81" name="TextBox 80">
              <a:extLst>
                <a:ext uri="{FF2B5EF4-FFF2-40B4-BE49-F238E27FC236}">
                  <a16:creationId xmlns:a16="http://schemas.microsoft.com/office/drawing/2014/main" id="{447C12AF-93E9-553B-8CDF-83BC7D0B6953}"/>
                </a:ext>
              </a:extLst>
            </p:cNvPr>
            <p:cNvSpPr txBox="1"/>
            <p:nvPr/>
          </p:nvSpPr>
          <p:spPr>
            <a:xfrm>
              <a:off x="1301805" y="2295898"/>
              <a:ext cx="1499128"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80 CV Appointed Frontier</a:t>
              </a:r>
            </a:p>
          </p:txBody>
        </p:sp>
      </p:grpSp>
      <p:sp>
        <p:nvSpPr>
          <p:cNvPr id="83" name="TextBox 82">
            <a:extLst>
              <a:ext uri="{FF2B5EF4-FFF2-40B4-BE49-F238E27FC236}">
                <a16:creationId xmlns:a16="http://schemas.microsoft.com/office/drawing/2014/main" id="{E0C9A7B9-2D28-7FA0-96B2-3B4C5759E15B}"/>
              </a:ext>
            </a:extLst>
          </p:cNvPr>
          <p:cNvSpPr txBox="1"/>
          <p:nvPr/>
        </p:nvSpPr>
        <p:spPr>
          <a:xfrm>
            <a:off x="1545107" y="3579785"/>
            <a:ext cx="308098" cy="369332"/>
          </a:xfrm>
          <a:prstGeom prst="rect">
            <a:avLst/>
          </a:prstGeom>
          <a:noFill/>
        </p:spPr>
        <p:txBody>
          <a:bodyPr wrap="none" rtlCol="0">
            <a:spAutoFit/>
          </a:bodyPr>
          <a:lstStyle/>
          <a:p>
            <a:r>
              <a:rPr lang="en-US" dirty="0"/>
              <a:t>2</a:t>
            </a:r>
          </a:p>
        </p:txBody>
      </p:sp>
      <p:sp>
        <p:nvSpPr>
          <p:cNvPr id="85" name="TextBox 84">
            <a:extLst>
              <a:ext uri="{FF2B5EF4-FFF2-40B4-BE49-F238E27FC236}">
                <a16:creationId xmlns:a16="http://schemas.microsoft.com/office/drawing/2014/main" id="{A7431178-9ADB-3711-6C81-072AEDB631C4}"/>
              </a:ext>
            </a:extLst>
          </p:cNvPr>
          <p:cNvSpPr txBox="1"/>
          <p:nvPr/>
        </p:nvSpPr>
        <p:spPr>
          <a:xfrm>
            <a:off x="1550358" y="4004896"/>
            <a:ext cx="308098" cy="369332"/>
          </a:xfrm>
          <a:prstGeom prst="rect">
            <a:avLst/>
          </a:prstGeom>
          <a:noFill/>
        </p:spPr>
        <p:txBody>
          <a:bodyPr wrap="none" rtlCol="0">
            <a:spAutoFit/>
          </a:bodyPr>
          <a:lstStyle/>
          <a:p>
            <a:r>
              <a:rPr lang="en-US" dirty="0"/>
              <a:t>4</a:t>
            </a:r>
          </a:p>
        </p:txBody>
      </p:sp>
      <p:sp>
        <p:nvSpPr>
          <p:cNvPr id="87" name="TextBox 86">
            <a:extLst>
              <a:ext uri="{FF2B5EF4-FFF2-40B4-BE49-F238E27FC236}">
                <a16:creationId xmlns:a16="http://schemas.microsoft.com/office/drawing/2014/main" id="{C05EA2C9-0FE8-4AA7-1941-7D5745264D19}"/>
              </a:ext>
            </a:extLst>
          </p:cNvPr>
          <p:cNvSpPr txBox="1"/>
          <p:nvPr/>
        </p:nvSpPr>
        <p:spPr>
          <a:xfrm>
            <a:off x="1545572" y="4474689"/>
            <a:ext cx="308098" cy="369332"/>
          </a:xfrm>
          <a:prstGeom prst="rect">
            <a:avLst/>
          </a:prstGeom>
          <a:noFill/>
        </p:spPr>
        <p:txBody>
          <a:bodyPr wrap="none" rtlCol="0">
            <a:spAutoFit/>
          </a:bodyPr>
          <a:lstStyle/>
          <a:p>
            <a:r>
              <a:rPr lang="en-US" dirty="0"/>
              <a:t>8</a:t>
            </a:r>
          </a:p>
        </p:txBody>
      </p:sp>
      <p:sp>
        <p:nvSpPr>
          <p:cNvPr id="89" name="TextBox 88">
            <a:extLst>
              <a:ext uri="{FF2B5EF4-FFF2-40B4-BE49-F238E27FC236}">
                <a16:creationId xmlns:a16="http://schemas.microsoft.com/office/drawing/2014/main" id="{9B3A9822-2D6A-5773-EAC8-A6DC1A8BA7D2}"/>
              </a:ext>
            </a:extLst>
          </p:cNvPr>
          <p:cNvSpPr txBox="1"/>
          <p:nvPr/>
        </p:nvSpPr>
        <p:spPr>
          <a:xfrm>
            <a:off x="1481380" y="4880718"/>
            <a:ext cx="431528" cy="369332"/>
          </a:xfrm>
          <a:prstGeom prst="rect">
            <a:avLst/>
          </a:prstGeom>
          <a:noFill/>
        </p:spPr>
        <p:txBody>
          <a:bodyPr wrap="none" rtlCol="0">
            <a:spAutoFit/>
          </a:bodyPr>
          <a:lstStyle/>
          <a:p>
            <a:r>
              <a:rPr lang="en-US" dirty="0"/>
              <a:t>16</a:t>
            </a:r>
          </a:p>
        </p:txBody>
      </p:sp>
      <p:sp>
        <p:nvSpPr>
          <p:cNvPr id="91" name="TextBox 90">
            <a:extLst>
              <a:ext uri="{FF2B5EF4-FFF2-40B4-BE49-F238E27FC236}">
                <a16:creationId xmlns:a16="http://schemas.microsoft.com/office/drawing/2014/main" id="{CFBF4E93-C269-F2EF-20C8-A5AFFC776810}"/>
              </a:ext>
            </a:extLst>
          </p:cNvPr>
          <p:cNvSpPr txBox="1"/>
          <p:nvPr/>
        </p:nvSpPr>
        <p:spPr>
          <a:xfrm>
            <a:off x="1480039" y="5311010"/>
            <a:ext cx="431528" cy="369332"/>
          </a:xfrm>
          <a:prstGeom prst="rect">
            <a:avLst/>
          </a:prstGeom>
          <a:noFill/>
        </p:spPr>
        <p:txBody>
          <a:bodyPr wrap="none" rtlCol="0">
            <a:spAutoFit/>
          </a:bodyPr>
          <a:lstStyle/>
          <a:p>
            <a:r>
              <a:rPr lang="en-US" dirty="0"/>
              <a:t>32</a:t>
            </a:r>
          </a:p>
        </p:txBody>
      </p:sp>
      <p:sp>
        <p:nvSpPr>
          <p:cNvPr id="93" name="TextBox 92">
            <a:extLst>
              <a:ext uri="{FF2B5EF4-FFF2-40B4-BE49-F238E27FC236}">
                <a16:creationId xmlns:a16="http://schemas.microsoft.com/office/drawing/2014/main" id="{BBFDDFB5-BF70-C9E6-29B7-17DB9F446345}"/>
              </a:ext>
            </a:extLst>
          </p:cNvPr>
          <p:cNvSpPr txBox="1"/>
          <p:nvPr/>
        </p:nvSpPr>
        <p:spPr>
          <a:xfrm>
            <a:off x="1466583" y="5662174"/>
            <a:ext cx="431528" cy="369332"/>
          </a:xfrm>
          <a:prstGeom prst="rect">
            <a:avLst/>
          </a:prstGeom>
          <a:noFill/>
        </p:spPr>
        <p:txBody>
          <a:bodyPr wrap="none" rtlCol="0">
            <a:spAutoFit/>
          </a:bodyPr>
          <a:lstStyle/>
          <a:p>
            <a:r>
              <a:rPr lang="en-US" dirty="0"/>
              <a:t>64</a:t>
            </a:r>
          </a:p>
        </p:txBody>
      </p:sp>
      <p:sp>
        <p:nvSpPr>
          <p:cNvPr id="95" name="TextBox 94">
            <a:extLst>
              <a:ext uri="{FF2B5EF4-FFF2-40B4-BE49-F238E27FC236}">
                <a16:creationId xmlns:a16="http://schemas.microsoft.com/office/drawing/2014/main" id="{C73C0382-301F-4F83-49FE-6B2D242CE944}"/>
              </a:ext>
            </a:extLst>
          </p:cNvPr>
          <p:cNvSpPr txBox="1"/>
          <p:nvPr/>
        </p:nvSpPr>
        <p:spPr>
          <a:xfrm>
            <a:off x="1377340" y="6069039"/>
            <a:ext cx="554960" cy="369332"/>
          </a:xfrm>
          <a:prstGeom prst="rect">
            <a:avLst/>
          </a:prstGeom>
          <a:noFill/>
        </p:spPr>
        <p:txBody>
          <a:bodyPr wrap="none" rtlCol="0">
            <a:spAutoFit/>
          </a:bodyPr>
          <a:lstStyle/>
          <a:p>
            <a:r>
              <a:rPr lang="en-US" dirty="0"/>
              <a:t>128</a:t>
            </a:r>
          </a:p>
        </p:txBody>
      </p:sp>
      <p:sp>
        <p:nvSpPr>
          <p:cNvPr id="97" name="TextBox 96">
            <a:extLst>
              <a:ext uri="{FF2B5EF4-FFF2-40B4-BE49-F238E27FC236}">
                <a16:creationId xmlns:a16="http://schemas.microsoft.com/office/drawing/2014/main" id="{8B1D5440-ACBC-2C2E-6A50-E6D40E834DA2}"/>
              </a:ext>
            </a:extLst>
          </p:cNvPr>
          <p:cNvSpPr txBox="1"/>
          <p:nvPr/>
        </p:nvSpPr>
        <p:spPr>
          <a:xfrm>
            <a:off x="1386196" y="6448951"/>
            <a:ext cx="554960" cy="369332"/>
          </a:xfrm>
          <a:prstGeom prst="rect">
            <a:avLst/>
          </a:prstGeom>
          <a:noFill/>
        </p:spPr>
        <p:txBody>
          <a:bodyPr wrap="none" rtlCol="0">
            <a:spAutoFit/>
          </a:bodyPr>
          <a:lstStyle/>
          <a:p>
            <a:r>
              <a:rPr lang="en-US" dirty="0"/>
              <a:t>256</a:t>
            </a:r>
          </a:p>
        </p:txBody>
      </p:sp>
      <p:sp>
        <p:nvSpPr>
          <p:cNvPr id="99" name="TextBox 98">
            <a:extLst>
              <a:ext uri="{FF2B5EF4-FFF2-40B4-BE49-F238E27FC236}">
                <a16:creationId xmlns:a16="http://schemas.microsoft.com/office/drawing/2014/main" id="{946E4085-F8CC-E743-3808-7A77B5845690}"/>
              </a:ext>
            </a:extLst>
          </p:cNvPr>
          <p:cNvSpPr txBox="1"/>
          <p:nvPr/>
        </p:nvSpPr>
        <p:spPr>
          <a:xfrm>
            <a:off x="3274810" y="2216986"/>
            <a:ext cx="48282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A3.2</a:t>
            </a:r>
          </a:p>
        </p:txBody>
      </p:sp>
      <p:sp>
        <p:nvSpPr>
          <p:cNvPr id="101" name="TextBox 100">
            <a:extLst>
              <a:ext uri="{FF2B5EF4-FFF2-40B4-BE49-F238E27FC236}">
                <a16:creationId xmlns:a16="http://schemas.microsoft.com/office/drawing/2014/main" id="{DA52DB9F-AFBA-EB72-ECF9-D6BA3269E8A3}"/>
              </a:ext>
            </a:extLst>
          </p:cNvPr>
          <p:cNvSpPr txBox="1"/>
          <p:nvPr/>
        </p:nvSpPr>
        <p:spPr>
          <a:xfrm>
            <a:off x="3228882" y="2393263"/>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nvGrpSpPr>
          <p:cNvPr id="104" name="Group 103">
            <a:extLst>
              <a:ext uri="{FF2B5EF4-FFF2-40B4-BE49-F238E27FC236}">
                <a16:creationId xmlns:a16="http://schemas.microsoft.com/office/drawing/2014/main" id="{4EDFF7A4-7599-BD97-A2C1-BC483E3C259F}"/>
              </a:ext>
            </a:extLst>
          </p:cNvPr>
          <p:cNvGrpSpPr/>
          <p:nvPr/>
        </p:nvGrpSpPr>
        <p:grpSpPr>
          <a:xfrm>
            <a:off x="2762644" y="2696136"/>
            <a:ext cx="572593" cy="413354"/>
            <a:chOff x="2554861" y="2159912"/>
            <a:chExt cx="572593" cy="413354"/>
          </a:xfrm>
        </p:grpSpPr>
        <p:sp>
          <p:nvSpPr>
            <p:cNvPr id="105" name="TextBox 104">
              <a:extLst>
                <a:ext uri="{FF2B5EF4-FFF2-40B4-BE49-F238E27FC236}">
                  <a16:creationId xmlns:a16="http://schemas.microsoft.com/office/drawing/2014/main" id="{EC1CA729-60E8-8E9D-6C4B-F9CC82964366}"/>
                </a:ext>
              </a:extLst>
            </p:cNvPr>
            <p:cNvSpPr txBox="1"/>
            <p:nvPr/>
          </p:nvSpPr>
          <p:spPr>
            <a:xfrm>
              <a:off x="2554861" y="2159912"/>
              <a:ext cx="572593"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3</a:t>
              </a:r>
              <a:r>
                <a:rPr lang="en-US" sz="1000" dirty="0">
                  <a:latin typeface="Garamond" panose="02020404030301010803" pitchFamily="18" charset="0"/>
                </a:rPr>
                <a:t>A3.1.1</a:t>
              </a:r>
            </a:p>
          </p:txBody>
        </p:sp>
        <p:sp>
          <p:nvSpPr>
            <p:cNvPr id="106" name="TextBox 105">
              <a:extLst>
                <a:ext uri="{FF2B5EF4-FFF2-40B4-BE49-F238E27FC236}">
                  <a16:creationId xmlns:a16="http://schemas.microsoft.com/office/drawing/2014/main" id="{91DCA748-50E6-F68D-D7D0-9CB76B77B068}"/>
                </a:ext>
              </a:extLst>
            </p:cNvPr>
            <p:cNvSpPr txBox="1"/>
            <p:nvPr/>
          </p:nvSpPr>
          <p:spPr>
            <a:xfrm>
              <a:off x="2563797" y="2327045"/>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107" name="Group 106">
            <a:extLst>
              <a:ext uri="{FF2B5EF4-FFF2-40B4-BE49-F238E27FC236}">
                <a16:creationId xmlns:a16="http://schemas.microsoft.com/office/drawing/2014/main" id="{10DAFDF5-0EB2-97C2-E9E6-024616F78A01}"/>
              </a:ext>
            </a:extLst>
          </p:cNvPr>
          <p:cNvGrpSpPr/>
          <p:nvPr/>
        </p:nvGrpSpPr>
        <p:grpSpPr>
          <a:xfrm>
            <a:off x="2730656" y="3139292"/>
            <a:ext cx="662361" cy="395066"/>
            <a:chOff x="2554861" y="2159912"/>
            <a:chExt cx="662361" cy="395066"/>
          </a:xfrm>
        </p:grpSpPr>
        <p:sp>
          <p:nvSpPr>
            <p:cNvPr id="108" name="TextBox 107">
              <a:extLst>
                <a:ext uri="{FF2B5EF4-FFF2-40B4-BE49-F238E27FC236}">
                  <a16:creationId xmlns:a16="http://schemas.microsoft.com/office/drawing/2014/main" id="{95031AF2-5E87-BA31-EEDA-25ED331089CF}"/>
                </a:ext>
              </a:extLst>
            </p:cNvPr>
            <p:cNvSpPr txBox="1"/>
            <p:nvPr/>
          </p:nvSpPr>
          <p:spPr>
            <a:xfrm>
              <a:off x="2554861" y="2159912"/>
              <a:ext cx="662361"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a:t>
              </a:r>
              <a:r>
                <a:rPr lang="en-US" sz="1000" dirty="0">
                  <a:latin typeface="Garamond" panose="02020404030301010803" pitchFamily="18" charset="0"/>
                </a:rPr>
                <a:t>A3.1.1.1</a:t>
              </a:r>
            </a:p>
          </p:txBody>
        </p:sp>
        <p:sp>
          <p:nvSpPr>
            <p:cNvPr id="109" name="TextBox 108">
              <a:extLst>
                <a:ext uri="{FF2B5EF4-FFF2-40B4-BE49-F238E27FC236}">
                  <a16:creationId xmlns:a16="http://schemas.microsoft.com/office/drawing/2014/main" id="{43818CE1-4FB8-5D16-64FA-3E606BCA695E}"/>
                </a:ext>
              </a:extLst>
            </p:cNvPr>
            <p:cNvSpPr txBox="1"/>
            <p:nvPr/>
          </p:nvSpPr>
          <p:spPr>
            <a:xfrm>
              <a:off x="2563797" y="2308757"/>
              <a:ext cx="445956"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0 CV</a:t>
              </a:r>
            </a:p>
          </p:txBody>
        </p:sp>
      </p:grpSp>
      <p:grpSp>
        <p:nvGrpSpPr>
          <p:cNvPr id="110" name="Group 109">
            <a:extLst>
              <a:ext uri="{FF2B5EF4-FFF2-40B4-BE49-F238E27FC236}">
                <a16:creationId xmlns:a16="http://schemas.microsoft.com/office/drawing/2014/main" id="{9DAEDA65-2343-48AF-73AC-B5022499AB99}"/>
              </a:ext>
            </a:extLst>
          </p:cNvPr>
          <p:cNvGrpSpPr/>
          <p:nvPr/>
        </p:nvGrpSpPr>
        <p:grpSpPr>
          <a:xfrm>
            <a:off x="2702084" y="3595124"/>
            <a:ext cx="752129" cy="395066"/>
            <a:chOff x="2554861" y="2159912"/>
            <a:chExt cx="752129" cy="395066"/>
          </a:xfrm>
        </p:grpSpPr>
        <p:sp>
          <p:nvSpPr>
            <p:cNvPr id="111" name="TextBox 110">
              <a:extLst>
                <a:ext uri="{FF2B5EF4-FFF2-40B4-BE49-F238E27FC236}">
                  <a16:creationId xmlns:a16="http://schemas.microsoft.com/office/drawing/2014/main" id="{60D454D4-838B-B9C2-A7EF-8D5A38618B4A}"/>
                </a:ext>
              </a:extLst>
            </p:cNvPr>
            <p:cNvSpPr txBox="1"/>
            <p:nvPr/>
          </p:nvSpPr>
          <p:spPr>
            <a:xfrm>
              <a:off x="2554861" y="2159912"/>
              <a:ext cx="752129"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5</a:t>
              </a:r>
              <a:r>
                <a:rPr lang="en-US" sz="1000" dirty="0">
                  <a:latin typeface="Garamond" panose="02020404030301010803" pitchFamily="18" charset="0"/>
                </a:rPr>
                <a:t>A3.1.1.1.1</a:t>
              </a:r>
            </a:p>
          </p:txBody>
        </p:sp>
        <p:sp>
          <p:nvSpPr>
            <p:cNvPr id="112" name="TextBox 111">
              <a:extLst>
                <a:ext uri="{FF2B5EF4-FFF2-40B4-BE49-F238E27FC236}">
                  <a16:creationId xmlns:a16="http://schemas.microsoft.com/office/drawing/2014/main" id="{5EF95D5E-EED6-DD80-91BF-7DBBBF9278F1}"/>
                </a:ext>
              </a:extLst>
            </p:cNvPr>
            <p:cNvSpPr txBox="1"/>
            <p:nvPr/>
          </p:nvSpPr>
          <p:spPr>
            <a:xfrm>
              <a:off x="2563797" y="2308757"/>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113" name="Group 112">
            <a:extLst>
              <a:ext uri="{FF2B5EF4-FFF2-40B4-BE49-F238E27FC236}">
                <a16:creationId xmlns:a16="http://schemas.microsoft.com/office/drawing/2014/main" id="{612CD474-5217-60CE-74A2-35A0A7E5E1C3}"/>
              </a:ext>
            </a:extLst>
          </p:cNvPr>
          <p:cNvGrpSpPr/>
          <p:nvPr/>
        </p:nvGrpSpPr>
        <p:grpSpPr>
          <a:xfrm>
            <a:off x="2685771" y="4037749"/>
            <a:ext cx="841897" cy="395066"/>
            <a:chOff x="2554861" y="2159912"/>
            <a:chExt cx="841897" cy="395066"/>
          </a:xfrm>
        </p:grpSpPr>
        <p:sp>
          <p:nvSpPr>
            <p:cNvPr id="114" name="TextBox 113">
              <a:extLst>
                <a:ext uri="{FF2B5EF4-FFF2-40B4-BE49-F238E27FC236}">
                  <a16:creationId xmlns:a16="http://schemas.microsoft.com/office/drawing/2014/main" id="{82920FD2-50AD-7A35-0F7A-DB6A3A8AF66B}"/>
                </a:ext>
              </a:extLst>
            </p:cNvPr>
            <p:cNvSpPr txBox="1"/>
            <p:nvPr/>
          </p:nvSpPr>
          <p:spPr>
            <a:xfrm>
              <a:off x="2554861" y="2159912"/>
              <a:ext cx="841897"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6</a:t>
              </a:r>
              <a:r>
                <a:rPr lang="en-US" sz="1000" dirty="0">
                  <a:latin typeface="Garamond" panose="02020404030301010803" pitchFamily="18" charset="0"/>
                </a:rPr>
                <a:t>A3.1.1.1.1.1</a:t>
              </a:r>
            </a:p>
          </p:txBody>
        </p:sp>
        <p:sp>
          <p:nvSpPr>
            <p:cNvPr id="115" name="TextBox 114">
              <a:extLst>
                <a:ext uri="{FF2B5EF4-FFF2-40B4-BE49-F238E27FC236}">
                  <a16:creationId xmlns:a16="http://schemas.microsoft.com/office/drawing/2014/main" id="{722AD5C9-6AD9-416B-52F4-A7E30A28F261}"/>
                </a:ext>
              </a:extLst>
            </p:cNvPr>
            <p:cNvSpPr txBox="1"/>
            <p:nvPr/>
          </p:nvSpPr>
          <p:spPr>
            <a:xfrm>
              <a:off x="2563797" y="2308757"/>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116" name="Group 115">
            <a:extLst>
              <a:ext uri="{FF2B5EF4-FFF2-40B4-BE49-F238E27FC236}">
                <a16:creationId xmlns:a16="http://schemas.microsoft.com/office/drawing/2014/main" id="{58ADE7C2-A871-3FCD-6EA6-4440CB5D120D}"/>
              </a:ext>
            </a:extLst>
          </p:cNvPr>
          <p:cNvGrpSpPr/>
          <p:nvPr/>
        </p:nvGrpSpPr>
        <p:grpSpPr>
          <a:xfrm>
            <a:off x="2657199" y="4491989"/>
            <a:ext cx="931665" cy="395066"/>
            <a:chOff x="2554861" y="2159912"/>
            <a:chExt cx="931665" cy="395066"/>
          </a:xfrm>
        </p:grpSpPr>
        <p:sp>
          <p:nvSpPr>
            <p:cNvPr id="117" name="TextBox 116">
              <a:extLst>
                <a:ext uri="{FF2B5EF4-FFF2-40B4-BE49-F238E27FC236}">
                  <a16:creationId xmlns:a16="http://schemas.microsoft.com/office/drawing/2014/main" id="{98253B82-931B-53EF-1C45-21BB6289283F}"/>
                </a:ext>
              </a:extLst>
            </p:cNvPr>
            <p:cNvSpPr txBox="1"/>
            <p:nvPr/>
          </p:nvSpPr>
          <p:spPr>
            <a:xfrm>
              <a:off x="2554861" y="2159912"/>
              <a:ext cx="931665"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7</a:t>
              </a:r>
              <a:r>
                <a:rPr lang="en-US" sz="1000" dirty="0">
                  <a:latin typeface="Garamond" panose="02020404030301010803" pitchFamily="18" charset="0"/>
                </a:rPr>
                <a:t>A3.1.1.1.1.1.1</a:t>
              </a:r>
            </a:p>
          </p:txBody>
        </p:sp>
        <p:sp>
          <p:nvSpPr>
            <p:cNvPr id="118" name="TextBox 117">
              <a:extLst>
                <a:ext uri="{FF2B5EF4-FFF2-40B4-BE49-F238E27FC236}">
                  <a16:creationId xmlns:a16="http://schemas.microsoft.com/office/drawing/2014/main" id="{0CBD8A57-75DF-BE62-E587-B233A47894EA}"/>
                </a:ext>
              </a:extLst>
            </p:cNvPr>
            <p:cNvSpPr txBox="1"/>
            <p:nvPr/>
          </p:nvSpPr>
          <p:spPr>
            <a:xfrm>
              <a:off x="2563797" y="2308757"/>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119" name="Group 118">
            <a:extLst>
              <a:ext uri="{FF2B5EF4-FFF2-40B4-BE49-F238E27FC236}">
                <a16:creationId xmlns:a16="http://schemas.microsoft.com/office/drawing/2014/main" id="{353A61AC-BDF5-CB4C-BFA0-E1108E569D6E}"/>
              </a:ext>
            </a:extLst>
          </p:cNvPr>
          <p:cNvGrpSpPr/>
          <p:nvPr/>
        </p:nvGrpSpPr>
        <p:grpSpPr>
          <a:xfrm>
            <a:off x="2640886" y="4903218"/>
            <a:ext cx="1021433" cy="395066"/>
            <a:chOff x="2554861" y="2159912"/>
            <a:chExt cx="1021433" cy="395066"/>
          </a:xfrm>
        </p:grpSpPr>
        <p:sp>
          <p:nvSpPr>
            <p:cNvPr id="120" name="TextBox 119">
              <a:extLst>
                <a:ext uri="{FF2B5EF4-FFF2-40B4-BE49-F238E27FC236}">
                  <a16:creationId xmlns:a16="http://schemas.microsoft.com/office/drawing/2014/main" id="{DA89BCA8-B7D4-1C21-82BD-36F4DC8BB418}"/>
                </a:ext>
              </a:extLst>
            </p:cNvPr>
            <p:cNvSpPr txBox="1"/>
            <p:nvPr/>
          </p:nvSpPr>
          <p:spPr>
            <a:xfrm>
              <a:off x="2554861" y="2159912"/>
              <a:ext cx="1021433"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8</a:t>
              </a:r>
              <a:r>
                <a:rPr lang="en-US" sz="1000" dirty="0">
                  <a:latin typeface="Garamond" panose="02020404030301010803" pitchFamily="18" charset="0"/>
                </a:rPr>
                <a:t>A3.1.1.1.1.1.1.1</a:t>
              </a:r>
            </a:p>
          </p:txBody>
        </p:sp>
        <p:sp>
          <p:nvSpPr>
            <p:cNvPr id="121" name="TextBox 120">
              <a:extLst>
                <a:ext uri="{FF2B5EF4-FFF2-40B4-BE49-F238E27FC236}">
                  <a16:creationId xmlns:a16="http://schemas.microsoft.com/office/drawing/2014/main" id="{5D43BDE8-27BF-B6BF-01CA-3BC79792F9CC}"/>
                </a:ext>
              </a:extLst>
            </p:cNvPr>
            <p:cNvSpPr txBox="1"/>
            <p:nvPr/>
          </p:nvSpPr>
          <p:spPr>
            <a:xfrm>
              <a:off x="2563797" y="2308757"/>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grpSp>
        <p:nvGrpSpPr>
          <p:cNvPr id="122" name="Group 121">
            <a:extLst>
              <a:ext uri="{FF2B5EF4-FFF2-40B4-BE49-F238E27FC236}">
                <a16:creationId xmlns:a16="http://schemas.microsoft.com/office/drawing/2014/main" id="{81828BD6-DE04-900A-F740-2D6BDCBC443F}"/>
              </a:ext>
            </a:extLst>
          </p:cNvPr>
          <p:cNvGrpSpPr/>
          <p:nvPr/>
        </p:nvGrpSpPr>
        <p:grpSpPr>
          <a:xfrm>
            <a:off x="2628299" y="5298284"/>
            <a:ext cx="1111202" cy="395066"/>
            <a:chOff x="2554861" y="2159912"/>
            <a:chExt cx="1111202" cy="395066"/>
          </a:xfrm>
        </p:grpSpPr>
        <p:sp>
          <p:nvSpPr>
            <p:cNvPr id="123" name="TextBox 122">
              <a:extLst>
                <a:ext uri="{FF2B5EF4-FFF2-40B4-BE49-F238E27FC236}">
                  <a16:creationId xmlns:a16="http://schemas.microsoft.com/office/drawing/2014/main" id="{A1E68041-03C7-28DA-E942-34884DF0BFE4}"/>
                </a:ext>
              </a:extLst>
            </p:cNvPr>
            <p:cNvSpPr txBox="1"/>
            <p:nvPr/>
          </p:nvSpPr>
          <p:spPr>
            <a:xfrm>
              <a:off x="2554861" y="2159912"/>
              <a:ext cx="1111202"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9</a:t>
              </a:r>
              <a:r>
                <a:rPr lang="en-US" sz="1000" dirty="0">
                  <a:latin typeface="Garamond" panose="02020404030301010803" pitchFamily="18" charset="0"/>
                </a:rPr>
                <a:t>A3.1.1.1.1.1.1.1.1</a:t>
              </a:r>
            </a:p>
          </p:txBody>
        </p:sp>
        <p:sp>
          <p:nvSpPr>
            <p:cNvPr id="124" name="TextBox 123">
              <a:extLst>
                <a:ext uri="{FF2B5EF4-FFF2-40B4-BE49-F238E27FC236}">
                  <a16:creationId xmlns:a16="http://schemas.microsoft.com/office/drawing/2014/main" id="{440841BE-BAFE-1E5D-E055-865B7952E3BA}"/>
                </a:ext>
              </a:extLst>
            </p:cNvPr>
            <p:cNvSpPr txBox="1"/>
            <p:nvPr/>
          </p:nvSpPr>
          <p:spPr>
            <a:xfrm>
              <a:off x="2563797" y="2308757"/>
              <a:ext cx="506870" cy="246221"/>
            </a:xfrm>
            <a:prstGeom prst="rect">
              <a:avLst/>
            </a:prstGeom>
            <a:noFill/>
          </p:spPr>
          <p:txBody>
            <a:bodyPr wrap="none" rtlCol="0">
              <a:spAutoFit/>
            </a:bodyPr>
            <a:lstStyle/>
            <a:p>
              <a:r>
                <a:rPr lang="en-US" sz="1000" dirty="0">
                  <a:latin typeface="Garamond" panose="02020404030301010803" pitchFamily="18" charset="0"/>
                </a:rPr>
                <a:t>40 CV</a:t>
              </a:r>
            </a:p>
          </p:txBody>
        </p:sp>
      </p:grpSp>
      <p:sp>
        <p:nvSpPr>
          <p:cNvPr id="125" name="TextBox 124">
            <a:extLst>
              <a:ext uri="{FF2B5EF4-FFF2-40B4-BE49-F238E27FC236}">
                <a16:creationId xmlns:a16="http://schemas.microsoft.com/office/drawing/2014/main" id="{5E0D6103-9BB5-EAD3-ECFF-DCDB6F5B0ED0}"/>
              </a:ext>
            </a:extLst>
          </p:cNvPr>
          <p:cNvSpPr txBox="1"/>
          <p:nvPr/>
        </p:nvSpPr>
        <p:spPr>
          <a:xfrm>
            <a:off x="247536" y="1249504"/>
            <a:ext cx="369012" cy="307777"/>
          </a:xfrm>
          <a:prstGeom prst="rect">
            <a:avLst/>
          </a:prstGeom>
          <a:noFill/>
        </p:spPr>
        <p:txBody>
          <a:bodyPr wrap="none" rtlCol="0">
            <a:spAutoFit/>
          </a:bodyPr>
          <a:lstStyle/>
          <a:p>
            <a:r>
              <a:rPr lang="en-US" sz="1400" b="1" dirty="0">
                <a:solidFill>
                  <a:srgbClr val="7030A0"/>
                </a:solidFill>
                <a:latin typeface="Garamond" panose="02020404030301010803" pitchFamily="18" charset="0"/>
              </a:rPr>
              <a:t>L1</a:t>
            </a:r>
          </a:p>
        </p:txBody>
      </p:sp>
      <p:sp>
        <p:nvSpPr>
          <p:cNvPr id="127" name="TextBox 126">
            <a:extLst>
              <a:ext uri="{FF2B5EF4-FFF2-40B4-BE49-F238E27FC236}">
                <a16:creationId xmlns:a16="http://schemas.microsoft.com/office/drawing/2014/main" id="{ED50283A-6672-05F0-3A2B-4E39094E472F}"/>
              </a:ext>
            </a:extLst>
          </p:cNvPr>
          <p:cNvSpPr txBox="1"/>
          <p:nvPr/>
        </p:nvSpPr>
        <p:spPr>
          <a:xfrm>
            <a:off x="236457" y="1757444"/>
            <a:ext cx="383438" cy="307777"/>
          </a:xfrm>
          <a:prstGeom prst="rect">
            <a:avLst/>
          </a:prstGeom>
          <a:noFill/>
        </p:spPr>
        <p:txBody>
          <a:bodyPr wrap="none" rtlCol="0">
            <a:spAutoFit/>
          </a:bodyPr>
          <a:lstStyle/>
          <a:p>
            <a:r>
              <a:rPr lang="en-US" sz="1400" b="1" dirty="0">
                <a:solidFill>
                  <a:srgbClr val="7030A0"/>
                </a:solidFill>
                <a:latin typeface="Garamond" panose="02020404030301010803" pitchFamily="18" charset="0"/>
              </a:rPr>
              <a:t>L2</a:t>
            </a:r>
          </a:p>
        </p:txBody>
      </p:sp>
      <p:sp>
        <p:nvSpPr>
          <p:cNvPr id="129" name="TextBox 128">
            <a:extLst>
              <a:ext uri="{FF2B5EF4-FFF2-40B4-BE49-F238E27FC236}">
                <a16:creationId xmlns:a16="http://schemas.microsoft.com/office/drawing/2014/main" id="{C115A550-0DF7-6BD3-638C-3574F02E60E6}"/>
              </a:ext>
            </a:extLst>
          </p:cNvPr>
          <p:cNvSpPr txBox="1"/>
          <p:nvPr/>
        </p:nvSpPr>
        <p:spPr>
          <a:xfrm>
            <a:off x="245369" y="2279214"/>
            <a:ext cx="383438" cy="307777"/>
          </a:xfrm>
          <a:prstGeom prst="rect">
            <a:avLst/>
          </a:prstGeom>
          <a:noFill/>
        </p:spPr>
        <p:txBody>
          <a:bodyPr wrap="none" rtlCol="0">
            <a:spAutoFit/>
          </a:bodyPr>
          <a:lstStyle/>
          <a:p>
            <a:r>
              <a:rPr lang="en-US" sz="1400" b="1" dirty="0">
                <a:solidFill>
                  <a:srgbClr val="7030A0"/>
                </a:solidFill>
                <a:latin typeface="Garamond" panose="02020404030301010803" pitchFamily="18" charset="0"/>
              </a:rPr>
              <a:t>L3</a:t>
            </a:r>
          </a:p>
        </p:txBody>
      </p:sp>
      <p:sp>
        <p:nvSpPr>
          <p:cNvPr id="131" name="TextBox 130">
            <a:extLst>
              <a:ext uri="{FF2B5EF4-FFF2-40B4-BE49-F238E27FC236}">
                <a16:creationId xmlns:a16="http://schemas.microsoft.com/office/drawing/2014/main" id="{3D01C286-73FB-9D03-2258-1BA4695E546D}"/>
              </a:ext>
            </a:extLst>
          </p:cNvPr>
          <p:cNvSpPr txBox="1"/>
          <p:nvPr/>
        </p:nvSpPr>
        <p:spPr>
          <a:xfrm>
            <a:off x="245369" y="2730706"/>
            <a:ext cx="383438" cy="307777"/>
          </a:xfrm>
          <a:prstGeom prst="rect">
            <a:avLst/>
          </a:prstGeom>
          <a:noFill/>
        </p:spPr>
        <p:txBody>
          <a:bodyPr wrap="none" rtlCol="0">
            <a:spAutoFit/>
          </a:bodyPr>
          <a:lstStyle/>
          <a:p>
            <a:r>
              <a:rPr lang="en-US" sz="1400" b="1" dirty="0">
                <a:solidFill>
                  <a:srgbClr val="7030A0"/>
                </a:solidFill>
                <a:latin typeface="Garamond" panose="02020404030301010803" pitchFamily="18" charset="0"/>
              </a:rPr>
              <a:t>L4</a:t>
            </a:r>
          </a:p>
        </p:txBody>
      </p:sp>
      <p:sp>
        <p:nvSpPr>
          <p:cNvPr id="133" name="TextBox 132">
            <a:extLst>
              <a:ext uri="{FF2B5EF4-FFF2-40B4-BE49-F238E27FC236}">
                <a16:creationId xmlns:a16="http://schemas.microsoft.com/office/drawing/2014/main" id="{E1402F66-844A-B9E9-4ED1-93CB3E6B7828}"/>
              </a:ext>
            </a:extLst>
          </p:cNvPr>
          <p:cNvSpPr txBox="1"/>
          <p:nvPr/>
        </p:nvSpPr>
        <p:spPr>
          <a:xfrm>
            <a:off x="245369" y="3199080"/>
            <a:ext cx="383438" cy="307777"/>
          </a:xfrm>
          <a:prstGeom prst="rect">
            <a:avLst/>
          </a:prstGeom>
          <a:noFill/>
        </p:spPr>
        <p:txBody>
          <a:bodyPr wrap="none" rtlCol="0">
            <a:spAutoFit/>
          </a:bodyPr>
          <a:lstStyle/>
          <a:p>
            <a:r>
              <a:rPr lang="en-US" sz="1400" b="1" dirty="0">
                <a:solidFill>
                  <a:srgbClr val="7030A0"/>
                </a:solidFill>
                <a:latin typeface="Garamond" panose="02020404030301010803" pitchFamily="18" charset="0"/>
              </a:rPr>
              <a:t>L5</a:t>
            </a:r>
          </a:p>
        </p:txBody>
      </p:sp>
      <p:sp>
        <p:nvSpPr>
          <p:cNvPr id="135" name="TextBox 134">
            <a:extLst>
              <a:ext uri="{FF2B5EF4-FFF2-40B4-BE49-F238E27FC236}">
                <a16:creationId xmlns:a16="http://schemas.microsoft.com/office/drawing/2014/main" id="{DB0953E7-18AB-B58D-3259-D08F61EF0AFB}"/>
              </a:ext>
            </a:extLst>
          </p:cNvPr>
          <p:cNvSpPr txBox="1"/>
          <p:nvPr/>
        </p:nvSpPr>
        <p:spPr>
          <a:xfrm>
            <a:off x="241882" y="3633758"/>
            <a:ext cx="383438" cy="307777"/>
          </a:xfrm>
          <a:prstGeom prst="rect">
            <a:avLst/>
          </a:prstGeom>
          <a:noFill/>
        </p:spPr>
        <p:txBody>
          <a:bodyPr wrap="none" rtlCol="0">
            <a:spAutoFit/>
          </a:bodyPr>
          <a:lstStyle/>
          <a:p>
            <a:r>
              <a:rPr lang="en-US" sz="1400" b="1" dirty="0">
                <a:solidFill>
                  <a:srgbClr val="7030A0"/>
                </a:solidFill>
                <a:latin typeface="Garamond" panose="02020404030301010803" pitchFamily="18" charset="0"/>
              </a:rPr>
              <a:t>L6</a:t>
            </a:r>
          </a:p>
        </p:txBody>
      </p:sp>
      <p:sp>
        <p:nvSpPr>
          <p:cNvPr id="137" name="TextBox 136">
            <a:extLst>
              <a:ext uri="{FF2B5EF4-FFF2-40B4-BE49-F238E27FC236}">
                <a16:creationId xmlns:a16="http://schemas.microsoft.com/office/drawing/2014/main" id="{D764A3A8-4A05-0745-203F-B6D38A4F772D}"/>
              </a:ext>
            </a:extLst>
          </p:cNvPr>
          <p:cNvSpPr txBox="1"/>
          <p:nvPr/>
        </p:nvSpPr>
        <p:spPr>
          <a:xfrm>
            <a:off x="251860" y="4044304"/>
            <a:ext cx="383438" cy="307777"/>
          </a:xfrm>
          <a:prstGeom prst="rect">
            <a:avLst/>
          </a:prstGeom>
          <a:noFill/>
        </p:spPr>
        <p:txBody>
          <a:bodyPr wrap="none" rtlCol="0">
            <a:spAutoFit/>
          </a:bodyPr>
          <a:lstStyle/>
          <a:p>
            <a:r>
              <a:rPr lang="en-US" sz="1400" b="1" dirty="0">
                <a:solidFill>
                  <a:srgbClr val="7030A0"/>
                </a:solidFill>
                <a:latin typeface="Garamond" panose="02020404030301010803" pitchFamily="18" charset="0"/>
              </a:rPr>
              <a:t>L7</a:t>
            </a:r>
          </a:p>
        </p:txBody>
      </p:sp>
      <p:sp>
        <p:nvSpPr>
          <p:cNvPr id="139" name="TextBox 138">
            <a:extLst>
              <a:ext uri="{FF2B5EF4-FFF2-40B4-BE49-F238E27FC236}">
                <a16:creationId xmlns:a16="http://schemas.microsoft.com/office/drawing/2014/main" id="{4B7B375C-9207-2631-B3E3-F29B78F757E8}"/>
              </a:ext>
            </a:extLst>
          </p:cNvPr>
          <p:cNvSpPr txBox="1"/>
          <p:nvPr/>
        </p:nvSpPr>
        <p:spPr>
          <a:xfrm>
            <a:off x="251860" y="4514084"/>
            <a:ext cx="383438" cy="307777"/>
          </a:xfrm>
          <a:prstGeom prst="rect">
            <a:avLst/>
          </a:prstGeom>
          <a:noFill/>
        </p:spPr>
        <p:txBody>
          <a:bodyPr wrap="none" rtlCol="0">
            <a:spAutoFit/>
          </a:bodyPr>
          <a:lstStyle/>
          <a:p>
            <a:r>
              <a:rPr lang="en-US" sz="1400" b="1" dirty="0">
                <a:solidFill>
                  <a:srgbClr val="7030A0"/>
                </a:solidFill>
                <a:latin typeface="Garamond" panose="02020404030301010803" pitchFamily="18" charset="0"/>
              </a:rPr>
              <a:t>L8</a:t>
            </a:r>
          </a:p>
        </p:txBody>
      </p:sp>
      <p:sp>
        <p:nvSpPr>
          <p:cNvPr id="141" name="TextBox 140">
            <a:extLst>
              <a:ext uri="{FF2B5EF4-FFF2-40B4-BE49-F238E27FC236}">
                <a16:creationId xmlns:a16="http://schemas.microsoft.com/office/drawing/2014/main" id="{5B895C52-59DA-6DFE-A09C-AF7DF6DBBB4D}"/>
              </a:ext>
            </a:extLst>
          </p:cNvPr>
          <p:cNvSpPr txBox="1"/>
          <p:nvPr/>
        </p:nvSpPr>
        <p:spPr>
          <a:xfrm>
            <a:off x="263889" y="4948860"/>
            <a:ext cx="344966" cy="276999"/>
          </a:xfrm>
          <a:prstGeom prst="rect">
            <a:avLst/>
          </a:prstGeom>
          <a:noFill/>
        </p:spPr>
        <p:txBody>
          <a:bodyPr wrap="none" rtlCol="0">
            <a:spAutoFit/>
          </a:bodyPr>
          <a:lstStyle/>
          <a:p>
            <a:r>
              <a:rPr lang="en-US" sz="1200" dirty="0">
                <a:latin typeface="Garamond" panose="02020404030301010803" pitchFamily="18" charset="0"/>
              </a:rPr>
              <a:t>L9</a:t>
            </a:r>
          </a:p>
        </p:txBody>
      </p:sp>
      <p:sp>
        <p:nvSpPr>
          <p:cNvPr id="143" name="TextBox 142">
            <a:extLst>
              <a:ext uri="{FF2B5EF4-FFF2-40B4-BE49-F238E27FC236}">
                <a16:creationId xmlns:a16="http://schemas.microsoft.com/office/drawing/2014/main" id="{117AE025-8CB9-734B-0457-0959C51FA009}"/>
              </a:ext>
            </a:extLst>
          </p:cNvPr>
          <p:cNvSpPr txBox="1"/>
          <p:nvPr/>
        </p:nvSpPr>
        <p:spPr>
          <a:xfrm>
            <a:off x="243224" y="5342559"/>
            <a:ext cx="417102" cy="276999"/>
          </a:xfrm>
          <a:prstGeom prst="rect">
            <a:avLst/>
          </a:prstGeom>
          <a:noFill/>
        </p:spPr>
        <p:txBody>
          <a:bodyPr wrap="none" rtlCol="0">
            <a:spAutoFit/>
          </a:bodyPr>
          <a:lstStyle/>
          <a:p>
            <a:r>
              <a:rPr lang="en-US" sz="1200" dirty="0">
                <a:latin typeface="Garamond" panose="02020404030301010803" pitchFamily="18" charset="0"/>
              </a:rPr>
              <a:t>L10</a:t>
            </a:r>
          </a:p>
        </p:txBody>
      </p:sp>
      <p:grpSp>
        <p:nvGrpSpPr>
          <p:cNvPr id="144" name="Group 143">
            <a:extLst>
              <a:ext uri="{FF2B5EF4-FFF2-40B4-BE49-F238E27FC236}">
                <a16:creationId xmlns:a16="http://schemas.microsoft.com/office/drawing/2014/main" id="{CCD91822-3976-9824-B5AE-D36CEFCECB76}"/>
              </a:ext>
            </a:extLst>
          </p:cNvPr>
          <p:cNvGrpSpPr/>
          <p:nvPr/>
        </p:nvGrpSpPr>
        <p:grpSpPr>
          <a:xfrm>
            <a:off x="4207013" y="1212563"/>
            <a:ext cx="865720" cy="307777"/>
            <a:chOff x="1692994" y="1315247"/>
            <a:chExt cx="865720" cy="307777"/>
          </a:xfrm>
        </p:grpSpPr>
        <p:sp>
          <p:nvSpPr>
            <p:cNvPr id="145" name="Oval 144">
              <a:extLst>
                <a:ext uri="{FF2B5EF4-FFF2-40B4-BE49-F238E27FC236}">
                  <a16:creationId xmlns:a16="http://schemas.microsoft.com/office/drawing/2014/main" id="{C1E8E7F6-A7D3-9737-0DD5-955569520C7C}"/>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TextBox 145">
              <a:extLst>
                <a:ext uri="{FF2B5EF4-FFF2-40B4-BE49-F238E27FC236}">
                  <a16:creationId xmlns:a16="http://schemas.microsoft.com/office/drawing/2014/main" id="{E06593EF-2365-BEBE-A477-3044D5F96662}"/>
                </a:ext>
              </a:extLst>
            </p:cNvPr>
            <p:cNvSpPr txBox="1"/>
            <p:nvPr/>
          </p:nvSpPr>
          <p:spPr>
            <a:xfrm>
              <a:off x="1692994" y="1315247"/>
              <a:ext cx="295274" cy="307777"/>
            </a:xfrm>
            <a:prstGeom prst="rect">
              <a:avLst/>
            </a:prstGeom>
            <a:noFill/>
          </p:spPr>
          <p:txBody>
            <a:bodyPr wrap="none" rtlCol="0">
              <a:spAutoFit/>
            </a:bodyPr>
            <a:lstStyle/>
            <a:p>
              <a:r>
                <a:rPr lang="en-US" sz="1400" dirty="0">
                  <a:latin typeface="Garamond" panose="02020404030301010803" pitchFamily="18" charset="0"/>
                </a:rPr>
                <a:t>B</a:t>
              </a:r>
            </a:p>
          </p:txBody>
        </p:sp>
        <p:sp>
          <p:nvSpPr>
            <p:cNvPr id="147" name="TextBox 146">
              <a:extLst>
                <a:ext uri="{FF2B5EF4-FFF2-40B4-BE49-F238E27FC236}">
                  <a16:creationId xmlns:a16="http://schemas.microsoft.com/office/drawing/2014/main" id="{F3E1F15C-C4F1-76FB-8A85-D7D0A4AF919C}"/>
                </a:ext>
              </a:extLst>
            </p:cNvPr>
            <p:cNvSpPr txBox="1"/>
            <p:nvPr/>
          </p:nvSpPr>
          <p:spPr>
            <a:xfrm>
              <a:off x="1917192" y="1346025"/>
              <a:ext cx="641522" cy="276999"/>
            </a:xfrm>
            <a:prstGeom prst="rect">
              <a:avLst/>
            </a:prstGeom>
            <a:noFill/>
            <a:ln>
              <a:noFill/>
            </a:ln>
          </p:spPr>
          <p:txBody>
            <a:bodyPr wrap="none" rtlCol="0">
              <a:spAutoFit/>
            </a:bodyPr>
            <a:lstStyle/>
            <a:p>
              <a:r>
                <a:rPr lang="en-US" sz="1200" dirty="0">
                  <a:solidFill>
                    <a:srgbClr val="FF0000"/>
                  </a:solidFill>
                  <a:latin typeface="Garamond" panose="02020404030301010803" pitchFamily="18" charset="0"/>
                </a:rPr>
                <a:t>200 CV</a:t>
              </a:r>
            </a:p>
          </p:txBody>
        </p:sp>
      </p:grpSp>
      <p:sp>
        <p:nvSpPr>
          <p:cNvPr id="149" name="Oval 148">
            <a:extLst>
              <a:ext uri="{FF2B5EF4-FFF2-40B4-BE49-F238E27FC236}">
                <a16:creationId xmlns:a16="http://schemas.microsoft.com/office/drawing/2014/main" id="{20E8AB00-1DBE-52D8-6E6D-8387BDEB3D7D}"/>
              </a:ext>
            </a:extLst>
          </p:cNvPr>
          <p:cNvSpPr/>
          <p:nvPr/>
        </p:nvSpPr>
        <p:spPr>
          <a:xfrm>
            <a:off x="3861164" y="1765345"/>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TextBox 149">
            <a:extLst>
              <a:ext uri="{FF2B5EF4-FFF2-40B4-BE49-F238E27FC236}">
                <a16:creationId xmlns:a16="http://schemas.microsoft.com/office/drawing/2014/main" id="{AD433CAC-D94F-0EFC-D10C-33A85899F227}"/>
              </a:ext>
            </a:extLst>
          </p:cNvPr>
          <p:cNvSpPr txBox="1"/>
          <p:nvPr/>
        </p:nvSpPr>
        <p:spPr>
          <a:xfrm>
            <a:off x="3812660" y="1752436"/>
            <a:ext cx="385042" cy="246221"/>
          </a:xfrm>
          <a:prstGeom prst="rect">
            <a:avLst/>
          </a:prstGeom>
          <a:noFill/>
        </p:spPr>
        <p:txBody>
          <a:bodyPr wrap="none" rtlCol="0">
            <a:spAutoFit/>
          </a:bodyPr>
          <a:lstStyle/>
          <a:p>
            <a:r>
              <a:rPr lang="en-US" sz="1000" dirty="0">
                <a:latin typeface="Garamond" panose="02020404030301010803" pitchFamily="18" charset="0"/>
              </a:rPr>
              <a:t>1B1</a:t>
            </a:r>
          </a:p>
        </p:txBody>
      </p:sp>
      <p:sp>
        <p:nvSpPr>
          <p:cNvPr id="151" name="TextBox 150">
            <a:extLst>
              <a:ext uri="{FF2B5EF4-FFF2-40B4-BE49-F238E27FC236}">
                <a16:creationId xmlns:a16="http://schemas.microsoft.com/office/drawing/2014/main" id="{278AEF03-EE81-6E7A-4CFE-888B60C0630A}"/>
              </a:ext>
            </a:extLst>
          </p:cNvPr>
          <p:cNvSpPr txBox="1"/>
          <p:nvPr/>
        </p:nvSpPr>
        <p:spPr>
          <a:xfrm>
            <a:off x="3735941" y="1943486"/>
            <a:ext cx="606256" cy="246221"/>
          </a:xfrm>
          <a:prstGeom prst="rect">
            <a:avLst/>
          </a:prstGeom>
          <a:noFill/>
        </p:spPr>
        <p:txBody>
          <a:bodyPr wrap="none" rtlCol="0">
            <a:spAutoFit/>
          </a:bodyPr>
          <a:lstStyle/>
          <a:p>
            <a:r>
              <a:rPr lang="en-US" sz="1000" dirty="0">
                <a:latin typeface="Garamond" panose="02020404030301010803" pitchFamily="18" charset="0"/>
              </a:rPr>
              <a:t>Member</a:t>
            </a:r>
          </a:p>
        </p:txBody>
      </p:sp>
      <p:sp>
        <p:nvSpPr>
          <p:cNvPr id="154" name="TextBox 153">
            <a:extLst>
              <a:ext uri="{FF2B5EF4-FFF2-40B4-BE49-F238E27FC236}">
                <a16:creationId xmlns:a16="http://schemas.microsoft.com/office/drawing/2014/main" id="{224F2827-D70B-4868-D067-E0C3FB7F65C4}"/>
              </a:ext>
            </a:extLst>
          </p:cNvPr>
          <p:cNvSpPr txBox="1"/>
          <p:nvPr/>
        </p:nvSpPr>
        <p:spPr>
          <a:xfrm>
            <a:off x="3776553" y="2221731"/>
            <a:ext cx="47481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2</a:t>
            </a:r>
            <a:r>
              <a:rPr lang="en-US" sz="1000" dirty="0">
                <a:latin typeface="Garamond" panose="02020404030301010803" pitchFamily="18" charset="0"/>
              </a:rPr>
              <a:t>B1.1</a:t>
            </a:r>
          </a:p>
        </p:txBody>
      </p:sp>
      <p:sp>
        <p:nvSpPr>
          <p:cNvPr id="155" name="TextBox 154">
            <a:extLst>
              <a:ext uri="{FF2B5EF4-FFF2-40B4-BE49-F238E27FC236}">
                <a16:creationId xmlns:a16="http://schemas.microsoft.com/office/drawing/2014/main" id="{D13C4814-076C-62E8-840E-99393F4070A4}"/>
              </a:ext>
            </a:extLst>
          </p:cNvPr>
          <p:cNvSpPr txBox="1"/>
          <p:nvPr/>
        </p:nvSpPr>
        <p:spPr>
          <a:xfrm>
            <a:off x="3780866" y="2406240"/>
            <a:ext cx="960519" cy="246221"/>
          </a:xfrm>
          <a:prstGeom prst="rect">
            <a:avLst/>
          </a:prstGeom>
          <a:noFill/>
        </p:spPr>
        <p:txBody>
          <a:bodyPr wrap="none" rtlCol="0">
            <a:spAutoFit/>
          </a:bodyPr>
          <a:lstStyle/>
          <a:p>
            <a:r>
              <a:rPr lang="en-US" sz="1000" dirty="0">
                <a:latin typeface="Garamond" panose="02020404030301010803" pitchFamily="18" charset="0"/>
              </a:rPr>
              <a:t>40 CV Member</a:t>
            </a:r>
          </a:p>
        </p:txBody>
      </p:sp>
      <p:sp>
        <p:nvSpPr>
          <p:cNvPr id="157" name="TextBox 156">
            <a:extLst>
              <a:ext uri="{FF2B5EF4-FFF2-40B4-BE49-F238E27FC236}">
                <a16:creationId xmlns:a16="http://schemas.microsoft.com/office/drawing/2014/main" id="{2DA1D1AE-EE52-E8ED-5EE3-C2D09F5F47BF}"/>
              </a:ext>
            </a:extLst>
          </p:cNvPr>
          <p:cNvSpPr txBox="1"/>
          <p:nvPr/>
        </p:nvSpPr>
        <p:spPr>
          <a:xfrm>
            <a:off x="3783836" y="2698029"/>
            <a:ext cx="564578"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3</a:t>
            </a:r>
            <a:r>
              <a:rPr lang="en-US" sz="1000" dirty="0">
                <a:latin typeface="Garamond" panose="02020404030301010803" pitchFamily="18" charset="0"/>
              </a:rPr>
              <a:t>B1.1.1</a:t>
            </a:r>
          </a:p>
        </p:txBody>
      </p:sp>
      <p:sp>
        <p:nvSpPr>
          <p:cNvPr id="159" name="TextBox 158">
            <a:extLst>
              <a:ext uri="{FF2B5EF4-FFF2-40B4-BE49-F238E27FC236}">
                <a16:creationId xmlns:a16="http://schemas.microsoft.com/office/drawing/2014/main" id="{BDA9D593-AF64-1789-7A97-99E5742CBC0B}"/>
              </a:ext>
            </a:extLst>
          </p:cNvPr>
          <p:cNvSpPr txBox="1"/>
          <p:nvPr/>
        </p:nvSpPr>
        <p:spPr>
          <a:xfrm>
            <a:off x="3812660" y="2872949"/>
            <a:ext cx="960519" cy="246221"/>
          </a:xfrm>
          <a:prstGeom prst="rect">
            <a:avLst/>
          </a:prstGeom>
          <a:noFill/>
        </p:spPr>
        <p:txBody>
          <a:bodyPr wrap="none" rtlCol="0">
            <a:spAutoFit/>
          </a:bodyPr>
          <a:lstStyle/>
          <a:p>
            <a:r>
              <a:rPr lang="en-US" sz="1000" dirty="0">
                <a:latin typeface="Garamond" panose="02020404030301010803" pitchFamily="18" charset="0"/>
              </a:rPr>
              <a:t>40 CV Member</a:t>
            </a:r>
          </a:p>
        </p:txBody>
      </p:sp>
      <p:sp>
        <p:nvSpPr>
          <p:cNvPr id="161" name="TextBox 160">
            <a:extLst>
              <a:ext uri="{FF2B5EF4-FFF2-40B4-BE49-F238E27FC236}">
                <a16:creationId xmlns:a16="http://schemas.microsoft.com/office/drawing/2014/main" id="{C80C492E-205D-1B3F-ADC8-C39D5C7CA3CB}"/>
              </a:ext>
            </a:extLst>
          </p:cNvPr>
          <p:cNvSpPr txBox="1"/>
          <p:nvPr/>
        </p:nvSpPr>
        <p:spPr>
          <a:xfrm>
            <a:off x="3564040" y="3145235"/>
            <a:ext cx="654346"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a:t>
            </a:r>
            <a:r>
              <a:rPr lang="en-US" sz="1000" dirty="0">
                <a:latin typeface="Garamond" panose="02020404030301010803" pitchFamily="18" charset="0"/>
              </a:rPr>
              <a:t>B1.1.1.1</a:t>
            </a:r>
          </a:p>
        </p:txBody>
      </p:sp>
      <p:sp>
        <p:nvSpPr>
          <p:cNvPr id="163" name="TextBox 162">
            <a:extLst>
              <a:ext uri="{FF2B5EF4-FFF2-40B4-BE49-F238E27FC236}">
                <a16:creationId xmlns:a16="http://schemas.microsoft.com/office/drawing/2014/main" id="{DBD38C58-2CEA-5210-0C31-226BC39A6BF1}"/>
              </a:ext>
            </a:extLst>
          </p:cNvPr>
          <p:cNvSpPr txBox="1"/>
          <p:nvPr/>
        </p:nvSpPr>
        <p:spPr>
          <a:xfrm>
            <a:off x="4061602" y="3149764"/>
            <a:ext cx="56778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320 CV</a:t>
            </a:r>
          </a:p>
        </p:txBody>
      </p:sp>
      <p:sp>
        <p:nvSpPr>
          <p:cNvPr id="165" name="TextBox 164">
            <a:extLst>
              <a:ext uri="{FF2B5EF4-FFF2-40B4-BE49-F238E27FC236}">
                <a16:creationId xmlns:a16="http://schemas.microsoft.com/office/drawing/2014/main" id="{8A18CBAF-D33A-1C1E-187B-73FB68AB7997}"/>
              </a:ext>
            </a:extLst>
          </p:cNvPr>
          <p:cNvSpPr txBox="1"/>
          <p:nvPr/>
        </p:nvSpPr>
        <p:spPr>
          <a:xfrm>
            <a:off x="5560352" y="2230562"/>
            <a:ext cx="308098" cy="369332"/>
          </a:xfrm>
          <a:prstGeom prst="rect">
            <a:avLst/>
          </a:prstGeom>
          <a:noFill/>
        </p:spPr>
        <p:txBody>
          <a:bodyPr wrap="none" rtlCol="0">
            <a:spAutoFit/>
          </a:bodyPr>
          <a:lstStyle/>
          <a:p>
            <a:r>
              <a:rPr lang="en-US" dirty="0"/>
              <a:t>2</a:t>
            </a:r>
          </a:p>
        </p:txBody>
      </p:sp>
      <p:sp>
        <p:nvSpPr>
          <p:cNvPr id="167" name="TextBox 166">
            <a:extLst>
              <a:ext uri="{FF2B5EF4-FFF2-40B4-BE49-F238E27FC236}">
                <a16:creationId xmlns:a16="http://schemas.microsoft.com/office/drawing/2014/main" id="{4A6FE743-8B73-8987-2238-518FEC3EA31B}"/>
              </a:ext>
            </a:extLst>
          </p:cNvPr>
          <p:cNvSpPr txBox="1"/>
          <p:nvPr/>
        </p:nvSpPr>
        <p:spPr>
          <a:xfrm>
            <a:off x="5565603" y="2701393"/>
            <a:ext cx="308098" cy="369332"/>
          </a:xfrm>
          <a:prstGeom prst="rect">
            <a:avLst/>
          </a:prstGeom>
          <a:noFill/>
        </p:spPr>
        <p:txBody>
          <a:bodyPr wrap="none" rtlCol="0">
            <a:spAutoFit/>
          </a:bodyPr>
          <a:lstStyle/>
          <a:p>
            <a:r>
              <a:rPr lang="en-US" dirty="0"/>
              <a:t>4</a:t>
            </a:r>
          </a:p>
        </p:txBody>
      </p:sp>
      <p:sp>
        <p:nvSpPr>
          <p:cNvPr id="169" name="TextBox 168">
            <a:extLst>
              <a:ext uri="{FF2B5EF4-FFF2-40B4-BE49-F238E27FC236}">
                <a16:creationId xmlns:a16="http://schemas.microsoft.com/office/drawing/2014/main" id="{D596C51E-B12F-5EEA-AA49-AFFE6EB540E2}"/>
              </a:ext>
            </a:extLst>
          </p:cNvPr>
          <p:cNvSpPr txBox="1"/>
          <p:nvPr/>
        </p:nvSpPr>
        <p:spPr>
          <a:xfrm>
            <a:off x="5560817" y="3152898"/>
            <a:ext cx="308098" cy="369332"/>
          </a:xfrm>
          <a:prstGeom prst="rect">
            <a:avLst/>
          </a:prstGeom>
          <a:noFill/>
        </p:spPr>
        <p:txBody>
          <a:bodyPr wrap="none" rtlCol="0">
            <a:spAutoFit/>
          </a:bodyPr>
          <a:lstStyle/>
          <a:p>
            <a:r>
              <a:rPr lang="en-US" dirty="0"/>
              <a:t>8</a:t>
            </a:r>
          </a:p>
        </p:txBody>
      </p:sp>
      <p:sp>
        <p:nvSpPr>
          <p:cNvPr id="171" name="TextBox 170">
            <a:extLst>
              <a:ext uri="{FF2B5EF4-FFF2-40B4-BE49-F238E27FC236}">
                <a16:creationId xmlns:a16="http://schemas.microsoft.com/office/drawing/2014/main" id="{7D1C239E-D0DC-C208-1621-80D3BF36D4C2}"/>
              </a:ext>
            </a:extLst>
          </p:cNvPr>
          <p:cNvSpPr txBox="1"/>
          <p:nvPr/>
        </p:nvSpPr>
        <p:spPr>
          <a:xfrm>
            <a:off x="5496625" y="3577215"/>
            <a:ext cx="431528" cy="369332"/>
          </a:xfrm>
          <a:prstGeom prst="rect">
            <a:avLst/>
          </a:prstGeom>
          <a:noFill/>
        </p:spPr>
        <p:txBody>
          <a:bodyPr wrap="none" rtlCol="0">
            <a:spAutoFit/>
          </a:bodyPr>
          <a:lstStyle/>
          <a:p>
            <a:r>
              <a:rPr lang="en-US" dirty="0"/>
              <a:t>16</a:t>
            </a:r>
          </a:p>
        </p:txBody>
      </p:sp>
      <p:sp>
        <p:nvSpPr>
          <p:cNvPr id="173" name="TextBox 172">
            <a:extLst>
              <a:ext uri="{FF2B5EF4-FFF2-40B4-BE49-F238E27FC236}">
                <a16:creationId xmlns:a16="http://schemas.microsoft.com/office/drawing/2014/main" id="{F9684ECC-9A23-9C48-7595-BD0B7734D49C}"/>
              </a:ext>
            </a:extLst>
          </p:cNvPr>
          <p:cNvSpPr txBox="1"/>
          <p:nvPr/>
        </p:nvSpPr>
        <p:spPr>
          <a:xfrm>
            <a:off x="5504428" y="3998363"/>
            <a:ext cx="431528" cy="369332"/>
          </a:xfrm>
          <a:prstGeom prst="rect">
            <a:avLst/>
          </a:prstGeom>
          <a:noFill/>
        </p:spPr>
        <p:txBody>
          <a:bodyPr wrap="none" rtlCol="0">
            <a:spAutoFit/>
          </a:bodyPr>
          <a:lstStyle/>
          <a:p>
            <a:r>
              <a:rPr lang="en-US" dirty="0"/>
              <a:t>32</a:t>
            </a:r>
          </a:p>
        </p:txBody>
      </p:sp>
      <p:sp>
        <p:nvSpPr>
          <p:cNvPr id="175" name="TextBox 174">
            <a:extLst>
              <a:ext uri="{FF2B5EF4-FFF2-40B4-BE49-F238E27FC236}">
                <a16:creationId xmlns:a16="http://schemas.microsoft.com/office/drawing/2014/main" id="{BE4BB224-AD46-9B1E-0309-8A00523CEA18}"/>
              </a:ext>
            </a:extLst>
          </p:cNvPr>
          <p:cNvSpPr txBox="1"/>
          <p:nvPr/>
        </p:nvSpPr>
        <p:spPr>
          <a:xfrm>
            <a:off x="5500116" y="4468399"/>
            <a:ext cx="431528" cy="369332"/>
          </a:xfrm>
          <a:prstGeom prst="rect">
            <a:avLst/>
          </a:prstGeom>
          <a:noFill/>
        </p:spPr>
        <p:txBody>
          <a:bodyPr wrap="none" rtlCol="0">
            <a:spAutoFit/>
          </a:bodyPr>
          <a:lstStyle/>
          <a:p>
            <a:r>
              <a:rPr lang="en-US" dirty="0"/>
              <a:t>64</a:t>
            </a:r>
          </a:p>
        </p:txBody>
      </p:sp>
      <p:sp>
        <p:nvSpPr>
          <p:cNvPr id="177" name="TextBox 176">
            <a:extLst>
              <a:ext uri="{FF2B5EF4-FFF2-40B4-BE49-F238E27FC236}">
                <a16:creationId xmlns:a16="http://schemas.microsoft.com/office/drawing/2014/main" id="{B0603521-2B43-12A3-8A44-7171D6FC0A10}"/>
              </a:ext>
            </a:extLst>
          </p:cNvPr>
          <p:cNvSpPr txBox="1"/>
          <p:nvPr/>
        </p:nvSpPr>
        <p:spPr>
          <a:xfrm>
            <a:off x="5392585" y="4920984"/>
            <a:ext cx="554960" cy="369332"/>
          </a:xfrm>
          <a:prstGeom prst="rect">
            <a:avLst/>
          </a:prstGeom>
          <a:noFill/>
        </p:spPr>
        <p:txBody>
          <a:bodyPr wrap="none" rtlCol="0">
            <a:spAutoFit/>
          </a:bodyPr>
          <a:lstStyle/>
          <a:p>
            <a:r>
              <a:rPr lang="en-US" dirty="0"/>
              <a:t>128</a:t>
            </a:r>
          </a:p>
        </p:txBody>
      </p:sp>
      <p:sp>
        <p:nvSpPr>
          <p:cNvPr id="179" name="TextBox 178">
            <a:extLst>
              <a:ext uri="{FF2B5EF4-FFF2-40B4-BE49-F238E27FC236}">
                <a16:creationId xmlns:a16="http://schemas.microsoft.com/office/drawing/2014/main" id="{3778C8F7-4D99-BA3C-4B69-5B581C86DBD9}"/>
              </a:ext>
            </a:extLst>
          </p:cNvPr>
          <p:cNvSpPr txBox="1"/>
          <p:nvPr/>
        </p:nvSpPr>
        <p:spPr>
          <a:xfrm>
            <a:off x="5401441" y="5300896"/>
            <a:ext cx="554960" cy="369332"/>
          </a:xfrm>
          <a:prstGeom prst="rect">
            <a:avLst/>
          </a:prstGeom>
          <a:noFill/>
        </p:spPr>
        <p:txBody>
          <a:bodyPr wrap="none" rtlCol="0">
            <a:spAutoFit/>
          </a:bodyPr>
          <a:lstStyle/>
          <a:p>
            <a:r>
              <a:rPr lang="en-US" dirty="0"/>
              <a:t>256</a:t>
            </a:r>
          </a:p>
        </p:txBody>
      </p:sp>
      <p:cxnSp>
        <p:nvCxnSpPr>
          <p:cNvPr id="181" name="Straight Connector 180">
            <a:extLst>
              <a:ext uri="{FF2B5EF4-FFF2-40B4-BE49-F238E27FC236}">
                <a16:creationId xmlns:a16="http://schemas.microsoft.com/office/drawing/2014/main" id="{12591F5F-4087-C8A3-94BE-37AE8ED6D188}"/>
              </a:ext>
            </a:extLst>
          </p:cNvPr>
          <p:cNvCxnSpPr>
            <a:cxnSpLocks/>
            <a:stCxn id="37" idx="2"/>
            <a:endCxn id="42" idx="0"/>
          </p:cNvCxnSpPr>
          <p:nvPr/>
        </p:nvCxnSpPr>
        <p:spPr>
          <a:xfrm flipH="1">
            <a:off x="1066491" y="1504326"/>
            <a:ext cx="791163" cy="22726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32A849BF-128C-56B2-269D-E73C2F8CF5EB}"/>
              </a:ext>
            </a:extLst>
          </p:cNvPr>
          <p:cNvCxnSpPr>
            <a:stCxn id="37" idx="2"/>
            <a:endCxn id="46" idx="0"/>
          </p:cNvCxnSpPr>
          <p:nvPr/>
        </p:nvCxnSpPr>
        <p:spPr>
          <a:xfrm flipH="1">
            <a:off x="1839468" y="1504326"/>
            <a:ext cx="18186" cy="22159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85307C10-2984-C433-CCFE-8D33CA983B66}"/>
              </a:ext>
            </a:extLst>
          </p:cNvPr>
          <p:cNvCxnSpPr>
            <a:stCxn id="37" idx="2"/>
            <a:endCxn id="50" idx="0"/>
          </p:cNvCxnSpPr>
          <p:nvPr/>
        </p:nvCxnSpPr>
        <p:spPr>
          <a:xfrm>
            <a:off x="1857654" y="1504326"/>
            <a:ext cx="1148774" cy="22782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188" name="TextBox 187">
            <a:extLst>
              <a:ext uri="{FF2B5EF4-FFF2-40B4-BE49-F238E27FC236}">
                <a16:creationId xmlns:a16="http://schemas.microsoft.com/office/drawing/2014/main" id="{942E00C5-FC30-FE39-5132-6FFEEF92DE68}"/>
              </a:ext>
            </a:extLst>
          </p:cNvPr>
          <p:cNvSpPr txBox="1"/>
          <p:nvPr/>
        </p:nvSpPr>
        <p:spPr>
          <a:xfrm>
            <a:off x="243224" y="5695039"/>
            <a:ext cx="417102" cy="276999"/>
          </a:xfrm>
          <a:prstGeom prst="rect">
            <a:avLst/>
          </a:prstGeom>
          <a:noFill/>
        </p:spPr>
        <p:txBody>
          <a:bodyPr wrap="none" rtlCol="0">
            <a:spAutoFit/>
          </a:bodyPr>
          <a:lstStyle/>
          <a:p>
            <a:r>
              <a:rPr lang="en-US" sz="1200" dirty="0">
                <a:latin typeface="Garamond" panose="02020404030301010803" pitchFamily="18" charset="0"/>
              </a:rPr>
              <a:t>L11</a:t>
            </a:r>
          </a:p>
        </p:txBody>
      </p:sp>
      <p:sp>
        <p:nvSpPr>
          <p:cNvPr id="190" name="TextBox 189">
            <a:extLst>
              <a:ext uri="{FF2B5EF4-FFF2-40B4-BE49-F238E27FC236}">
                <a16:creationId xmlns:a16="http://schemas.microsoft.com/office/drawing/2014/main" id="{5F5AB395-7E53-89B1-2FA6-1747278EFDA3}"/>
              </a:ext>
            </a:extLst>
          </p:cNvPr>
          <p:cNvSpPr txBox="1"/>
          <p:nvPr/>
        </p:nvSpPr>
        <p:spPr>
          <a:xfrm>
            <a:off x="221888" y="6088738"/>
            <a:ext cx="417102" cy="276999"/>
          </a:xfrm>
          <a:prstGeom prst="rect">
            <a:avLst/>
          </a:prstGeom>
          <a:noFill/>
        </p:spPr>
        <p:txBody>
          <a:bodyPr wrap="none" rtlCol="0">
            <a:spAutoFit/>
          </a:bodyPr>
          <a:lstStyle/>
          <a:p>
            <a:r>
              <a:rPr lang="en-US" sz="1200" dirty="0">
                <a:latin typeface="Garamond" panose="02020404030301010803" pitchFamily="18" charset="0"/>
              </a:rPr>
              <a:t>L12</a:t>
            </a:r>
          </a:p>
        </p:txBody>
      </p:sp>
      <p:sp>
        <p:nvSpPr>
          <p:cNvPr id="192" name="TextBox 191">
            <a:extLst>
              <a:ext uri="{FF2B5EF4-FFF2-40B4-BE49-F238E27FC236}">
                <a16:creationId xmlns:a16="http://schemas.microsoft.com/office/drawing/2014/main" id="{2717B5D3-C1DF-7FD6-6B60-D210AECCF560}"/>
              </a:ext>
            </a:extLst>
          </p:cNvPr>
          <p:cNvSpPr txBox="1"/>
          <p:nvPr/>
        </p:nvSpPr>
        <p:spPr>
          <a:xfrm>
            <a:off x="221888" y="6488908"/>
            <a:ext cx="417102" cy="276999"/>
          </a:xfrm>
          <a:prstGeom prst="rect">
            <a:avLst/>
          </a:prstGeom>
          <a:noFill/>
        </p:spPr>
        <p:txBody>
          <a:bodyPr wrap="none" rtlCol="0">
            <a:spAutoFit/>
          </a:bodyPr>
          <a:lstStyle/>
          <a:p>
            <a:r>
              <a:rPr lang="en-US" sz="1200" dirty="0">
                <a:latin typeface="Garamond" panose="02020404030301010803" pitchFamily="18" charset="0"/>
              </a:rPr>
              <a:t>L13</a:t>
            </a:r>
          </a:p>
        </p:txBody>
      </p:sp>
      <p:grpSp>
        <p:nvGrpSpPr>
          <p:cNvPr id="193" name="Group 192">
            <a:extLst>
              <a:ext uri="{FF2B5EF4-FFF2-40B4-BE49-F238E27FC236}">
                <a16:creationId xmlns:a16="http://schemas.microsoft.com/office/drawing/2014/main" id="{F684FB26-F7BC-040F-D4D1-9F0F286AC858}"/>
              </a:ext>
            </a:extLst>
          </p:cNvPr>
          <p:cNvGrpSpPr/>
          <p:nvPr/>
        </p:nvGrpSpPr>
        <p:grpSpPr>
          <a:xfrm>
            <a:off x="5623560" y="1196920"/>
            <a:ext cx="811873" cy="307777"/>
            <a:chOff x="1702138" y="1315247"/>
            <a:chExt cx="811873" cy="307777"/>
          </a:xfrm>
        </p:grpSpPr>
        <p:sp>
          <p:nvSpPr>
            <p:cNvPr id="194" name="Oval 193">
              <a:extLst>
                <a:ext uri="{FF2B5EF4-FFF2-40B4-BE49-F238E27FC236}">
                  <a16:creationId xmlns:a16="http://schemas.microsoft.com/office/drawing/2014/main" id="{331962A7-621E-5F60-095F-AA0E985AF619}"/>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TextBox 194">
              <a:extLst>
                <a:ext uri="{FF2B5EF4-FFF2-40B4-BE49-F238E27FC236}">
                  <a16:creationId xmlns:a16="http://schemas.microsoft.com/office/drawing/2014/main" id="{45B29EDF-EE03-19E5-F2D1-A76354C3650A}"/>
                </a:ext>
              </a:extLst>
            </p:cNvPr>
            <p:cNvSpPr txBox="1"/>
            <p:nvPr/>
          </p:nvSpPr>
          <p:spPr>
            <a:xfrm>
              <a:off x="1702138" y="1315247"/>
              <a:ext cx="298480" cy="307777"/>
            </a:xfrm>
            <a:prstGeom prst="rect">
              <a:avLst/>
            </a:prstGeom>
            <a:noFill/>
          </p:spPr>
          <p:txBody>
            <a:bodyPr wrap="none" rtlCol="0">
              <a:spAutoFit/>
            </a:bodyPr>
            <a:lstStyle/>
            <a:p>
              <a:r>
                <a:rPr lang="en-US" sz="1400" dirty="0">
                  <a:latin typeface="Garamond" panose="02020404030301010803" pitchFamily="18" charset="0"/>
                </a:rPr>
                <a:t>C</a:t>
              </a:r>
            </a:p>
          </p:txBody>
        </p:sp>
        <p:sp>
          <p:nvSpPr>
            <p:cNvPr id="196" name="TextBox 195">
              <a:extLst>
                <a:ext uri="{FF2B5EF4-FFF2-40B4-BE49-F238E27FC236}">
                  <a16:creationId xmlns:a16="http://schemas.microsoft.com/office/drawing/2014/main" id="{20BE654E-CDFB-E356-0575-0F49C3BDBB3C}"/>
                </a:ext>
              </a:extLst>
            </p:cNvPr>
            <p:cNvSpPr txBox="1"/>
            <p:nvPr/>
          </p:nvSpPr>
          <p:spPr>
            <a:xfrm>
              <a:off x="1944624" y="1346025"/>
              <a:ext cx="569387" cy="276999"/>
            </a:xfrm>
            <a:prstGeom prst="rect">
              <a:avLst/>
            </a:prstGeom>
            <a:noFill/>
          </p:spPr>
          <p:txBody>
            <a:bodyPr wrap="none" rtlCol="0">
              <a:spAutoFit/>
            </a:bodyPr>
            <a:lstStyle/>
            <a:p>
              <a:r>
                <a:rPr lang="en-US" sz="1200" dirty="0">
                  <a:latin typeface="Garamond" panose="02020404030301010803" pitchFamily="18" charset="0"/>
                </a:rPr>
                <a:t>40 CV</a:t>
              </a:r>
            </a:p>
          </p:txBody>
        </p:sp>
      </p:grpSp>
      <p:grpSp>
        <p:nvGrpSpPr>
          <p:cNvPr id="197" name="Group 196">
            <a:extLst>
              <a:ext uri="{FF2B5EF4-FFF2-40B4-BE49-F238E27FC236}">
                <a16:creationId xmlns:a16="http://schemas.microsoft.com/office/drawing/2014/main" id="{CB71EC57-06CD-6CC0-B125-D4B155C33F17}"/>
              </a:ext>
            </a:extLst>
          </p:cNvPr>
          <p:cNvGrpSpPr/>
          <p:nvPr/>
        </p:nvGrpSpPr>
        <p:grpSpPr>
          <a:xfrm>
            <a:off x="5560352" y="1732798"/>
            <a:ext cx="960519" cy="457571"/>
            <a:chOff x="1628099" y="1344546"/>
            <a:chExt cx="960519" cy="457571"/>
          </a:xfrm>
        </p:grpSpPr>
        <p:sp>
          <p:nvSpPr>
            <p:cNvPr id="198" name="Oval 197">
              <a:extLst>
                <a:ext uri="{FF2B5EF4-FFF2-40B4-BE49-F238E27FC236}">
                  <a16:creationId xmlns:a16="http://schemas.microsoft.com/office/drawing/2014/main" id="{38E1EB7D-CCC7-814B-E433-0C68958B46FA}"/>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TextBox 198">
              <a:extLst>
                <a:ext uri="{FF2B5EF4-FFF2-40B4-BE49-F238E27FC236}">
                  <a16:creationId xmlns:a16="http://schemas.microsoft.com/office/drawing/2014/main" id="{C4CF82C1-CCB5-E4B1-82CC-B36C2169ED5C}"/>
                </a:ext>
              </a:extLst>
            </p:cNvPr>
            <p:cNvSpPr txBox="1"/>
            <p:nvPr/>
          </p:nvSpPr>
          <p:spPr>
            <a:xfrm>
              <a:off x="1642940" y="1344546"/>
              <a:ext cx="388248" cy="246221"/>
            </a:xfrm>
            <a:prstGeom prst="rect">
              <a:avLst/>
            </a:prstGeom>
            <a:noFill/>
          </p:spPr>
          <p:txBody>
            <a:bodyPr wrap="none" rtlCol="0">
              <a:spAutoFit/>
            </a:bodyPr>
            <a:lstStyle/>
            <a:p>
              <a:r>
                <a:rPr lang="en-US" sz="1000" dirty="0">
                  <a:latin typeface="Garamond" panose="02020404030301010803" pitchFamily="18" charset="0"/>
                </a:rPr>
                <a:t>1C1</a:t>
              </a:r>
            </a:p>
          </p:txBody>
        </p:sp>
        <p:sp>
          <p:nvSpPr>
            <p:cNvPr id="200" name="TextBox 199">
              <a:extLst>
                <a:ext uri="{FF2B5EF4-FFF2-40B4-BE49-F238E27FC236}">
                  <a16:creationId xmlns:a16="http://schemas.microsoft.com/office/drawing/2014/main" id="{E687FA98-79BB-95E4-EB9C-FD16DB2510AA}"/>
                </a:ext>
              </a:extLst>
            </p:cNvPr>
            <p:cNvSpPr txBox="1"/>
            <p:nvPr/>
          </p:nvSpPr>
          <p:spPr>
            <a:xfrm>
              <a:off x="1628099" y="1555896"/>
              <a:ext cx="960519"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80</a:t>
              </a:r>
              <a:r>
                <a:rPr lang="en-US" sz="1000" dirty="0">
                  <a:latin typeface="Garamond" panose="02020404030301010803" pitchFamily="18" charset="0"/>
                </a:rPr>
                <a:t> CV Member</a:t>
              </a:r>
            </a:p>
          </p:txBody>
        </p:sp>
      </p:grpSp>
      <p:cxnSp>
        <p:nvCxnSpPr>
          <p:cNvPr id="202" name="Straight Connector 201">
            <a:extLst>
              <a:ext uri="{FF2B5EF4-FFF2-40B4-BE49-F238E27FC236}">
                <a16:creationId xmlns:a16="http://schemas.microsoft.com/office/drawing/2014/main" id="{29E00D3A-2C3A-4597-E1A0-5446B4DC50CD}"/>
              </a:ext>
            </a:extLst>
          </p:cNvPr>
          <p:cNvCxnSpPr/>
          <p:nvPr/>
        </p:nvCxnSpPr>
        <p:spPr>
          <a:xfrm>
            <a:off x="221888" y="1636776"/>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03" name="Straight Connector 202">
            <a:extLst>
              <a:ext uri="{FF2B5EF4-FFF2-40B4-BE49-F238E27FC236}">
                <a16:creationId xmlns:a16="http://schemas.microsoft.com/office/drawing/2014/main" id="{F8C4C26B-5379-54BD-45C9-1AAB365E3F82}"/>
              </a:ext>
            </a:extLst>
          </p:cNvPr>
          <p:cNvCxnSpPr/>
          <p:nvPr/>
        </p:nvCxnSpPr>
        <p:spPr>
          <a:xfrm>
            <a:off x="221888" y="2197520"/>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04" name="Straight Connector 203">
            <a:extLst>
              <a:ext uri="{FF2B5EF4-FFF2-40B4-BE49-F238E27FC236}">
                <a16:creationId xmlns:a16="http://schemas.microsoft.com/office/drawing/2014/main" id="{C061C07F-72FD-F23E-D986-6E87F64D633A}"/>
              </a:ext>
            </a:extLst>
          </p:cNvPr>
          <p:cNvCxnSpPr/>
          <p:nvPr/>
        </p:nvCxnSpPr>
        <p:spPr>
          <a:xfrm>
            <a:off x="221888" y="2650311"/>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05" name="Straight Connector 204">
            <a:extLst>
              <a:ext uri="{FF2B5EF4-FFF2-40B4-BE49-F238E27FC236}">
                <a16:creationId xmlns:a16="http://schemas.microsoft.com/office/drawing/2014/main" id="{8C5F26BD-45EF-4AF8-985E-4DDC7B854B07}"/>
              </a:ext>
            </a:extLst>
          </p:cNvPr>
          <p:cNvCxnSpPr/>
          <p:nvPr/>
        </p:nvCxnSpPr>
        <p:spPr>
          <a:xfrm>
            <a:off x="221888" y="3128759"/>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06" name="Straight Connector 205">
            <a:extLst>
              <a:ext uri="{FF2B5EF4-FFF2-40B4-BE49-F238E27FC236}">
                <a16:creationId xmlns:a16="http://schemas.microsoft.com/office/drawing/2014/main" id="{E0D760DF-874D-1642-006B-3BC3BB2321AB}"/>
              </a:ext>
            </a:extLst>
          </p:cNvPr>
          <p:cNvCxnSpPr/>
          <p:nvPr/>
        </p:nvCxnSpPr>
        <p:spPr>
          <a:xfrm>
            <a:off x="221888" y="3543450"/>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07" name="Straight Connector 206">
            <a:extLst>
              <a:ext uri="{FF2B5EF4-FFF2-40B4-BE49-F238E27FC236}">
                <a16:creationId xmlns:a16="http://schemas.microsoft.com/office/drawing/2014/main" id="{D24252E1-8AAA-2E39-29B8-2FDE6E6EC22C}"/>
              </a:ext>
            </a:extLst>
          </p:cNvPr>
          <p:cNvCxnSpPr/>
          <p:nvPr/>
        </p:nvCxnSpPr>
        <p:spPr>
          <a:xfrm>
            <a:off x="221888" y="3959665"/>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08" name="Straight Connector 207">
            <a:extLst>
              <a:ext uri="{FF2B5EF4-FFF2-40B4-BE49-F238E27FC236}">
                <a16:creationId xmlns:a16="http://schemas.microsoft.com/office/drawing/2014/main" id="{9B00D041-9E41-403C-184C-3DFFA887A0BB}"/>
              </a:ext>
            </a:extLst>
          </p:cNvPr>
          <p:cNvCxnSpPr/>
          <p:nvPr/>
        </p:nvCxnSpPr>
        <p:spPr>
          <a:xfrm>
            <a:off x="221888" y="4419825"/>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09" name="Straight Connector 208">
            <a:extLst>
              <a:ext uri="{FF2B5EF4-FFF2-40B4-BE49-F238E27FC236}">
                <a16:creationId xmlns:a16="http://schemas.microsoft.com/office/drawing/2014/main" id="{315892EE-072A-07CC-4FB1-2964972030E8}"/>
              </a:ext>
            </a:extLst>
          </p:cNvPr>
          <p:cNvCxnSpPr/>
          <p:nvPr/>
        </p:nvCxnSpPr>
        <p:spPr>
          <a:xfrm>
            <a:off x="221888" y="4884570"/>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10" name="Straight Connector 209">
            <a:extLst>
              <a:ext uri="{FF2B5EF4-FFF2-40B4-BE49-F238E27FC236}">
                <a16:creationId xmlns:a16="http://schemas.microsoft.com/office/drawing/2014/main" id="{C62F8E93-719A-6EA8-CC3A-D25F2EA7B8B6}"/>
              </a:ext>
            </a:extLst>
          </p:cNvPr>
          <p:cNvCxnSpPr/>
          <p:nvPr/>
        </p:nvCxnSpPr>
        <p:spPr>
          <a:xfrm>
            <a:off x="221888" y="5300785"/>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cxnSp>
        <p:nvCxnSpPr>
          <p:cNvPr id="211" name="Straight Connector 210">
            <a:extLst>
              <a:ext uri="{FF2B5EF4-FFF2-40B4-BE49-F238E27FC236}">
                <a16:creationId xmlns:a16="http://schemas.microsoft.com/office/drawing/2014/main" id="{C80BED4E-820B-10A8-3A60-723B7D422DD1}"/>
              </a:ext>
            </a:extLst>
          </p:cNvPr>
          <p:cNvCxnSpPr/>
          <p:nvPr/>
        </p:nvCxnSpPr>
        <p:spPr>
          <a:xfrm>
            <a:off x="221888" y="5678649"/>
            <a:ext cx="9763360" cy="0"/>
          </a:xfrm>
          <a:prstGeom prst="line">
            <a:avLst/>
          </a:prstGeom>
          <a:ln w="3175">
            <a:solidFill>
              <a:srgbClr val="FF0000"/>
            </a:solidFill>
            <a:prstDash val="lgDash"/>
          </a:ln>
        </p:spPr>
        <p:style>
          <a:lnRef idx="2">
            <a:schemeClr val="accent1"/>
          </a:lnRef>
          <a:fillRef idx="0">
            <a:schemeClr val="accent1"/>
          </a:fillRef>
          <a:effectRef idx="1">
            <a:schemeClr val="accent1"/>
          </a:effectRef>
          <a:fontRef idx="minor">
            <a:schemeClr val="tx1"/>
          </a:fontRef>
        </p:style>
      </p:cxnSp>
      <p:grpSp>
        <p:nvGrpSpPr>
          <p:cNvPr id="212" name="Group 211">
            <a:extLst>
              <a:ext uri="{FF2B5EF4-FFF2-40B4-BE49-F238E27FC236}">
                <a16:creationId xmlns:a16="http://schemas.microsoft.com/office/drawing/2014/main" id="{1E80C955-5729-6261-4C5F-C66F7F8EA3A3}"/>
              </a:ext>
            </a:extLst>
          </p:cNvPr>
          <p:cNvGrpSpPr/>
          <p:nvPr/>
        </p:nvGrpSpPr>
        <p:grpSpPr>
          <a:xfrm>
            <a:off x="6523328" y="1211081"/>
            <a:ext cx="811873" cy="307777"/>
            <a:chOff x="1702138" y="1315247"/>
            <a:chExt cx="811873" cy="307777"/>
          </a:xfrm>
        </p:grpSpPr>
        <p:sp>
          <p:nvSpPr>
            <p:cNvPr id="213" name="Oval 212">
              <a:extLst>
                <a:ext uri="{FF2B5EF4-FFF2-40B4-BE49-F238E27FC236}">
                  <a16:creationId xmlns:a16="http://schemas.microsoft.com/office/drawing/2014/main" id="{3186F168-4794-EF63-9D2B-DF68B914A296}"/>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TextBox 213">
              <a:extLst>
                <a:ext uri="{FF2B5EF4-FFF2-40B4-BE49-F238E27FC236}">
                  <a16:creationId xmlns:a16="http://schemas.microsoft.com/office/drawing/2014/main" id="{C4F13107-D13B-2A05-B9DD-3645ACC7EFBC}"/>
                </a:ext>
              </a:extLst>
            </p:cNvPr>
            <p:cNvSpPr txBox="1"/>
            <p:nvPr/>
          </p:nvSpPr>
          <p:spPr>
            <a:xfrm>
              <a:off x="1702138" y="1315247"/>
              <a:ext cx="322524" cy="307777"/>
            </a:xfrm>
            <a:prstGeom prst="rect">
              <a:avLst/>
            </a:prstGeom>
            <a:noFill/>
          </p:spPr>
          <p:txBody>
            <a:bodyPr wrap="none" rtlCol="0">
              <a:spAutoFit/>
            </a:bodyPr>
            <a:lstStyle/>
            <a:p>
              <a:r>
                <a:rPr lang="en-US" sz="1400" dirty="0">
                  <a:latin typeface="Garamond" panose="02020404030301010803" pitchFamily="18" charset="0"/>
                </a:rPr>
                <a:t>D</a:t>
              </a:r>
            </a:p>
          </p:txBody>
        </p:sp>
        <p:sp>
          <p:nvSpPr>
            <p:cNvPr id="215" name="TextBox 214">
              <a:extLst>
                <a:ext uri="{FF2B5EF4-FFF2-40B4-BE49-F238E27FC236}">
                  <a16:creationId xmlns:a16="http://schemas.microsoft.com/office/drawing/2014/main" id="{0984A5F7-B92C-F7EF-894C-E72CD6D0CB4C}"/>
                </a:ext>
              </a:extLst>
            </p:cNvPr>
            <p:cNvSpPr txBox="1"/>
            <p:nvPr/>
          </p:nvSpPr>
          <p:spPr>
            <a:xfrm>
              <a:off x="1944624" y="1346025"/>
              <a:ext cx="569387" cy="276999"/>
            </a:xfrm>
            <a:prstGeom prst="rect">
              <a:avLst/>
            </a:prstGeom>
            <a:noFill/>
          </p:spPr>
          <p:txBody>
            <a:bodyPr wrap="none" rtlCol="0">
              <a:spAutoFit/>
            </a:bodyPr>
            <a:lstStyle/>
            <a:p>
              <a:r>
                <a:rPr lang="en-US" sz="1200" dirty="0">
                  <a:latin typeface="Garamond" panose="02020404030301010803" pitchFamily="18" charset="0"/>
                </a:rPr>
                <a:t>40 CV</a:t>
              </a:r>
            </a:p>
          </p:txBody>
        </p:sp>
      </p:grpSp>
      <p:grpSp>
        <p:nvGrpSpPr>
          <p:cNvPr id="218" name="Group 217">
            <a:extLst>
              <a:ext uri="{FF2B5EF4-FFF2-40B4-BE49-F238E27FC236}">
                <a16:creationId xmlns:a16="http://schemas.microsoft.com/office/drawing/2014/main" id="{D9E52175-D4E1-EA78-907C-B3182857735D}"/>
              </a:ext>
            </a:extLst>
          </p:cNvPr>
          <p:cNvGrpSpPr/>
          <p:nvPr/>
        </p:nvGrpSpPr>
        <p:grpSpPr>
          <a:xfrm>
            <a:off x="7411902" y="1207256"/>
            <a:ext cx="811873" cy="307777"/>
            <a:chOff x="1702138" y="1315247"/>
            <a:chExt cx="811873" cy="307777"/>
          </a:xfrm>
        </p:grpSpPr>
        <p:sp>
          <p:nvSpPr>
            <p:cNvPr id="219" name="Oval 218">
              <a:extLst>
                <a:ext uri="{FF2B5EF4-FFF2-40B4-BE49-F238E27FC236}">
                  <a16:creationId xmlns:a16="http://schemas.microsoft.com/office/drawing/2014/main" id="{793262C8-109B-F145-5925-89D2B29317E2}"/>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201CEE66-5338-2701-527F-E5EEB69362B4}"/>
                </a:ext>
              </a:extLst>
            </p:cNvPr>
            <p:cNvSpPr txBox="1"/>
            <p:nvPr/>
          </p:nvSpPr>
          <p:spPr>
            <a:xfrm>
              <a:off x="1702138" y="1315247"/>
              <a:ext cx="303288" cy="307777"/>
            </a:xfrm>
            <a:prstGeom prst="rect">
              <a:avLst/>
            </a:prstGeom>
            <a:noFill/>
          </p:spPr>
          <p:txBody>
            <a:bodyPr wrap="none" rtlCol="0">
              <a:spAutoFit/>
            </a:bodyPr>
            <a:lstStyle/>
            <a:p>
              <a:r>
                <a:rPr lang="en-US" sz="1400" dirty="0">
                  <a:latin typeface="Garamond" panose="02020404030301010803" pitchFamily="18" charset="0"/>
                </a:rPr>
                <a:t>E</a:t>
              </a:r>
            </a:p>
          </p:txBody>
        </p:sp>
        <p:sp>
          <p:nvSpPr>
            <p:cNvPr id="221" name="TextBox 220">
              <a:extLst>
                <a:ext uri="{FF2B5EF4-FFF2-40B4-BE49-F238E27FC236}">
                  <a16:creationId xmlns:a16="http://schemas.microsoft.com/office/drawing/2014/main" id="{E3424B9C-3E34-F860-3722-4F9B18AB7F0A}"/>
                </a:ext>
              </a:extLst>
            </p:cNvPr>
            <p:cNvSpPr txBox="1"/>
            <p:nvPr/>
          </p:nvSpPr>
          <p:spPr>
            <a:xfrm>
              <a:off x="1944624" y="1346025"/>
              <a:ext cx="569387" cy="276999"/>
            </a:xfrm>
            <a:prstGeom prst="rect">
              <a:avLst/>
            </a:prstGeom>
            <a:noFill/>
          </p:spPr>
          <p:txBody>
            <a:bodyPr wrap="none" rtlCol="0">
              <a:spAutoFit/>
            </a:bodyPr>
            <a:lstStyle/>
            <a:p>
              <a:r>
                <a:rPr lang="en-US" sz="1200" dirty="0">
                  <a:latin typeface="Garamond" panose="02020404030301010803" pitchFamily="18" charset="0"/>
                </a:rPr>
                <a:t>40 CV</a:t>
              </a:r>
            </a:p>
          </p:txBody>
        </p:sp>
      </p:grpSp>
      <p:grpSp>
        <p:nvGrpSpPr>
          <p:cNvPr id="222" name="Group 221">
            <a:extLst>
              <a:ext uri="{FF2B5EF4-FFF2-40B4-BE49-F238E27FC236}">
                <a16:creationId xmlns:a16="http://schemas.microsoft.com/office/drawing/2014/main" id="{FB8F23BF-4C2B-03C7-6206-D6BF5FEEABCD}"/>
              </a:ext>
            </a:extLst>
          </p:cNvPr>
          <p:cNvGrpSpPr/>
          <p:nvPr/>
        </p:nvGrpSpPr>
        <p:grpSpPr>
          <a:xfrm>
            <a:off x="8284801" y="1198984"/>
            <a:ext cx="811873" cy="307777"/>
            <a:chOff x="1702138" y="1315247"/>
            <a:chExt cx="811873" cy="307777"/>
          </a:xfrm>
        </p:grpSpPr>
        <p:sp>
          <p:nvSpPr>
            <p:cNvPr id="223" name="Oval 222">
              <a:extLst>
                <a:ext uri="{FF2B5EF4-FFF2-40B4-BE49-F238E27FC236}">
                  <a16:creationId xmlns:a16="http://schemas.microsoft.com/office/drawing/2014/main" id="{59397511-C746-F13C-AC1E-6A86E1B541FD}"/>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TextBox 223">
              <a:extLst>
                <a:ext uri="{FF2B5EF4-FFF2-40B4-BE49-F238E27FC236}">
                  <a16:creationId xmlns:a16="http://schemas.microsoft.com/office/drawing/2014/main" id="{296A7E5B-4747-8675-8E7D-BB52A050D62B}"/>
                </a:ext>
              </a:extLst>
            </p:cNvPr>
            <p:cNvSpPr txBox="1"/>
            <p:nvPr/>
          </p:nvSpPr>
          <p:spPr>
            <a:xfrm>
              <a:off x="1702138" y="1315247"/>
              <a:ext cx="285656" cy="307777"/>
            </a:xfrm>
            <a:prstGeom prst="rect">
              <a:avLst/>
            </a:prstGeom>
            <a:noFill/>
          </p:spPr>
          <p:txBody>
            <a:bodyPr wrap="none" rtlCol="0">
              <a:spAutoFit/>
            </a:bodyPr>
            <a:lstStyle/>
            <a:p>
              <a:r>
                <a:rPr lang="en-US" sz="1400" dirty="0">
                  <a:latin typeface="Garamond" panose="02020404030301010803" pitchFamily="18" charset="0"/>
                </a:rPr>
                <a:t>F</a:t>
              </a:r>
            </a:p>
          </p:txBody>
        </p:sp>
        <p:sp>
          <p:nvSpPr>
            <p:cNvPr id="225" name="TextBox 224">
              <a:extLst>
                <a:ext uri="{FF2B5EF4-FFF2-40B4-BE49-F238E27FC236}">
                  <a16:creationId xmlns:a16="http://schemas.microsoft.com/office/drawing/2014/main" id="{E9856C0F-CC70-3204-AAD8-1F33793E4615}"/>
                </a:ext>
              </a:extLst>
            </p:cNvPr>
            <p:cNvSpPr txBox="1"/>
            <p:nvPr/>
          </p:nvSpPr>
          <p:spPr>
            <a:xfrm>
              <a:off x="1944624" y="1346025"/>
              <a:ext cx="569387" cy="276999"/>
            </a:xfrm>
            <a:prstGeom prst="rect">
              <a:avLst/>
            </a:prstGeom>
            <a:noFill/>
          </p:spPr>
          <p:txBody>
            <a:bodyPr wrap="none" rtlCol="0">
              <a:spAutoFit/>
            </a:bodyPr>
            <a:lstStyle/>
            <a:p>
              <a:r>
                <a:rPr lang="en-US" sz="1200" dirty="0">
                  <a:latin typeface="Garamond" panose="02020404030301010803" pitchFamily="18" charset="0"/>
                </a:rPr>
                <a:t>40 CV</a:t>
              </a:r>
            </a:p>
          </p:txBody>
        </p:sp>
      </p:grpSp>
      <p:grpSp>
        <p:nvGrpSpPr>
          <p:cNvPr id="226" name="Group 225">
            <a:extLst>
              <a:ext uri="{FF2B5EF4-FFF2-40B4-BE49-F238E27FC236}">
                <a16:creationId xmlns:a16="http://schemas.microsoft.com/office/drawing/2014/main" id="{1A1665F6-516C-9122-9284-6D8756D1FD86}"/>
              </a:ext>
            </a:extLst>
          </p:cNvPr>
          <p:cNvGrpSpPr/>
          <p:nvPr/>
        </p:nvGrpSpPr>
        <p:grpSpPr>
          <a:xfrm>
            <a:off x="9173375" y="1195159"/>
            <a:ext cx="811873" cy="307777"/>
            <a:chOff x="1702138" y="1315247"/>
            <a:chExt cx="811873" cy="307777"/>
          </a:xfrm>
        </p:grpSpPr>
        <p:sp>
          <p:nvSpPr>
            <p:cNvPr id="227" name="Oval 226">
              <a:extLst>
                <a:ext uri="{FF2B5EF4-FFF2-40B4-BE49-F238E27FC236}">
                  <a16:creationId xmlns:a16="http://schemas.microsoft.com/office/drawing/2014/main" id="{B1679321-F13F-02D0-D17D-D3E3A9B96ED9}"/>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TextBox 227">
              <a:extLst>
                <a:ext uri="{FF2B5EF4-FFF2-40B4-BE49-F238E27FC236}">
                  <a16:creationId xmlns:a16="http://schemas.microsoft.com/office/drawing/2014/main" id="{BA9D6B70-35C1-66FE-F8E0-1CDB5ED0177A}"/>
                </a:ext>
              </a:extLst>
            </p:cNvPr>
            <p:cNvSpPr txBox="1"/>
            <p:nvPr/>
          </p:nvSpPr>
          <p:spPr>
            <a:xfrm>
              <a:off x="1702138" y="1315247"/>
              <a:ext cx="322524" cy="307777"/>
            </a:xfrm>
            <a:prstGeom prst="rect">
              <a:avLst/>
            </a:prstGeom>
            <a:noFill/>
          </p:spPr>
          <p:txBody>
            <a:bodyPr wrap="none" rtlCol="0">
              <a:spAutoFit/>
            </a:bodyPr>
            <a:lstStyle/>
            <a:p>
              <a:r>
                <a:rPr lang="en-US" sz="1400" dirty="0">
                  <a:latin typeface="Garamond" panose="02020404030301010803" pitchFamily="18" charset="0"/>
                </a:rPr>
                <a:t>G</a:t>
              </a:r>
            </a:p>
          </p:txBody>
        </p:sp>
        <p:sp>
          <p:nvSpPr>
            <p:cNvPr id="229" name="TextBox 228">
              <a:extLst>
                <a:ext uri="{FF2B5EF4-FFF2-40B4-BE49-F238E27FC236}">
                  <a16:creationId xmlns:a16="http://schemas.microsoft.com/office/drawing/2014/main" id="{DE7F1BDC-47C1-E663-B089-A716C82D1163}"/>
                </a:ext>
              </a:extLst>
            </p:cNvPr>
            <p:cNvSpPr txBox="1"/>
            <p:nvPr/>
          </p:nvSpPr>
          <p:spPr>
            <a:xfrm>
              <a:off x="1944624" y="1346025"/>
              <a:ext cx="569387" cy="276999"/>
            </a:xfrm>
            <a:prstGeom prst="rect">
              <a:avLst/>
            </a:prstGeom>
            <a:noFill/>
          </p:spPr>
          <p:txBody>
            <a:bodyPr wrap="none" rtlCol="0">
              <a:spAutoFit/>
            </a:bodyPr>
            <a:lstStyle/>
            <a:p>
              <a:r>
                <a:rPr lang="en-US" sz="1200" dirty="0">
                  <a:latin typeface="Garamond" panose="02020404030301010803" pitchFamily="18" charset="0"/>
                </a:rPr>
                <a:t>40 CV</a:t>
              </a:r>
            </a:p>
          </p:txBody>
        </p:sp>
      </p:grpSp>
      <p:grpSp>
        <p:nvGrpSpPr>
          <p:cNvPr id="231" name="Group 230">
            <a:extLst>
              <a:ext uri="{FF2B5EF4-FFF2-40B4-BE49-F238E27FC236}">
                <a16:creationId xmlns:a16="http://schemas.microsoft.com/office/drawing/2014/main" id="{20306739-0FE9-05AF-0F96-BE15DF720FB0}"/>
              </a:ext>
            </a:extLst>
          </p:cNvPr>
          <p:cNvGrpSpPr/>
          <p:nvPr/>
        </p:nvGrpSpPr>
        <p:grpSpPr>
          <a:xfrm>
            <a:off x="10123016" y="1196549"/>
            <a:ext cx="811873" cy="307777"/>
            <a:chOff x="1702138" y="1315247"/>
            <a:chExt cx="811873" cy="307777"/>
          </a:xfrm>
        </p:grpSpPr>
        <p:sp>
          <p:nvSpPr>
            <p:cNvPr id="232" name="Oval 231">
              <a:extLst>
                <a:ext uri="{FF2B5EF4-FFF2-40B4-BE49-F238E27FC236}">
                  <a16:creationId xmlns:a16="http://schemas.microsoft.com/office/drawing/2014/main" id="{9D835216-D9FB-E410-E4C6-443DF97AEC41}"/>
                </a:ext>
              </a:extLst>
            </p:cNvPr>
            <p:cNvSpPr/>
            <p:nvPr/>
          </p:nvSpPr>
          <p:spPr>
            <a:xfrm>
              <a:off x="1706880" y="1368552"/>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TextBox 232">
              <a:extLst>
                <a:ext uri="{FF2B5EF4-FFF2-40B4-BE49-F238E27FC236}">
                  <a16:creationId xmlns:a16="http://schemas.microsoft.com/office/drawing/2014/main" id="{68DBFDBA-97EB-B269-E281-16EB931C1143}"/>
                </a:ext>
              </a:extLst>
            </p:cNvPr>
            <p:cNvSpPr txBox="1"/>
            <p:nvPr/>
          </p:nvSpPr>
          <p:spPr>
            <a:xfrm>
              <a:off x="1702138" y="1315247"/>
              <a:ext cx="320922" cy="307777"/>
            </a:xfrm>
            <a:prstGeom prst="rect">
              <a:avLst/>
            </a:prstGeom>
            <a:noFill/>
          </p:spPr>
          <p:txBody>
            <a:bodyPr wrap="none" rtlCol="0">
              <a:spAutoFit/>
            </a:bodyPr>
            <a:lstStyle/>
            <a:p>
              <a:r>
                <a:rPr lang="en-US" sz="1400" dirty="0">
                  <a:latin typeface="Garamond" panose="02020404030301010803" pitchFamily="18" charset="0"/>
                </a:rPr>
                <a:t>H</a:t>
              </a:r>
            </a:p>
          </p:txBody>
        </p:sp>
        <p:sp>
          <p:nvSpPr>
            <p:cNvPr id="234" name="TextBox 233">
              <a:extLst>
                <a:ext uri="{FF2B5EF4-FFF2-40B4-BE49-F238E27FC236}">
                  <a16:creationId xmlns:a16="http://schemas.microsoft.com/office/drawing/2014/main" id="{BEA2DF20-57D8-1DD0-37F5-5BB65B091654}"/>
                </a:ext>
              </a:extLst>
            </p:cNvPr>
            <p:cNvSpPr txBox="1"/>
            <p:nvPr/>
          </p:nvSpPr>
          <p:spPr>
            <a:xfrm>
              <a:off x="1944624" y="1346025"/>
              <a:ext cx="569387" cy="276999"/>
            </a:xfrm>
            <a:prstGeom prst="rect">
              <a:avLst/>
            </a:prstGeom>
            <a:noFill/>
          </p:spPr>
          <p:txBody>
            <a:bodyPr wrap="none" rtlCol="0">
              <a:spAutoFit/>
            </a:bodyPr>
            <a:lstStyle/>
            <a:p>
              <a:r>
                <a:rPr lang="en-US" sz="1200" dirty="0">
                  <a:latin typeface="Garamond" panose="02020404030301010803" pitchFamily="18" charset="0"/>
                </a:rPr>
                <a:t>40 CV</a:t>
              </a:r>
            </a:p>
          </p:txBody>
        </p:sp>
      </p:grpSp>
      <p:grpSp>
        <p:nvGrpSpPr>
          <p:cNvPr id="246" name="Group 245">
            <a:extLst>
              <a:ext uri="{FF2B5EF4-FFF2-40B4-BE49-F238E27FC236}">
                <a16:creationId xmlns:a16="http://schemas.microsoft.com/office/drawing/2014/main" id="{9F214F03-C6BB-1C7F-A9B1-B9B5FBE3455C}"/>
              </a:ext>
            </a:extLst>
          </p:cNvPr>
          <p:cNvGrpSpPr/>
          <p:nvPr/>
        </p:nvGrpSpPr>
        <p:grpSpPr>
          <a:xfrm>
            <a:off x="1866798" y="418417"/>
            <a:ext cx="8365338" cy="855647"/>
            <a:chOff x="1866798" y="418417"/>
            <a:chExt cx="8365338" cy="855647"/>
          </a:xfrm>
        </p:grpSpPr>
        <p:cxnSp>
          <p:nvCxnSpPr>
            <p:cNvPr id="17" name="Straight Connector 16">
              <a:extLst>
                <a:ext uri="{FF2B5EF4-FFF2-40B4-BE49-F238E27FC236}">
                  <a16:creationId xmlns:a16="http://schemas.microsoft.com/office/drawing/2014/main" id="{6CD16190-2810-64B1-962C-F736092D1C29}"/>
                </a:ext>
              </a:extLst>
            </p:cNvPr>
            <p:cNvCxnSpPr>
              <a:cxnSpLocks/>
            </p:cNvCxnSpPr>
            <p:nvPr/>
          </p:nvCxnSpPr>
          <p:spPr>
            <a:xfrm>
              <a:off x="3378708" y="418417"/>
              <a:ext cx="0" cy="6858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A0AE2A1-24F5-7C84-9444-244E14868051}"/>
                </a:ext>
              </a:extLst>
            </p:cNvPr>
            <p:cNvCxnSpPr>
              <a:cxnSpLocks/>
            </p:cNvCxnSpPr>
            <p:nvPr/>
          </p:nvCxnSpPr>
          <p:spPr>
            <a:xfrm>
              <a:off x="1866798" y="1106424"/>
              <a:ext cx="8365338"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5547A26D-562E-6074-9CC0-F71E4ADE2215}"/>
                </a:ext>
              </a:extLst>
            </p:cNvPr>
            <p:cNvCxnSpPr/>
            <p:nvPr/>
          </p:nvCxnSpPr>
          <p:spPr>
            <a:xfrm>
              <a:off x="1866798" y="1097280"/>
              <a:ext cx="0" cy="164592"/>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39" name="Straight Connector 238">
              <a:extLst>
                <a:ext uri="{FF2B5EF4-FFF2-40B4-BE49-F238E27FC236}">
                  <a16:creationId xmlns:a16="http://schemas.microsoft.com/office/drawing/2014/main" id="{BF88834C-4FC4-3F50-8004-C58E940CB086}"/>
                </a:ext>
              </a:extLst>
            </p:cNvPr>
            <p:cNvCxnSpPr/>
            <p:nvPr/>
          </p:nvCxnSpPr>
          <p:spPr>
            <a:xfrm>
              <a:off x="10232136" y="1103200"/>
              <a:ext cx="0" cy="146304"/>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40" name="Straight Connector 239">
              <a:extLst>
                <a:ext uri="{FF2B5EF4-FFF2-40B4-BE49-F238E27FC236}">
                  <a16:creationId xmlns:a16="http://schemas.microsoft.com/office/drawing/2014/main" id="{58F75DE2-89AA-24F5-CC1A-35AF040B4874}"/>
                </a:ext>
              </a:extLst>
            </p:cNvPr>
            <p:cNvCxnSpPr/>
            <p:nvPr/>
          </p:nvCxnSpPr>
          <p:spPr>
            <a:xfrm>
              <a:off x="7561772" y="1109472"/>
              <a:ext cx="0" cy="164592"/>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41" name="Straight Connector 240">
              <a:extLst>
                <a:ext uri="{FF2B5EF4-FFF2-40B4-BE49-F238E27FC236}">
                  <a16:creationId xmlns:a16="http://schemas.microsoft.com/office/drawing/2014/main" id="{CAA3A4B0-D605-312E-15D9-4BD800A1A590}"/>
                </a:ext>
              </a:extLst>
            </p:cNvPr>
            <p:cNvCxnSpPr/>
            <p:nvPr/>
          </p:nvCxnSpPr>
          <p:spPr>
            <a:xfrm>
              <a:off x="6658254" y="1112344"/>
              <a:ext cx="0" cy="146304"/>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42" name="Straight Connector 241">
              <a:extLst>
                <a:ext uri="{FF2B5EF4-FFF2-40B4-BE49-F238E27FC236}">
                  <a16:creationId xmlns:a16="http://schemas.microsoft.com/office/drawing/2014/main" id="{F69F742B-4967-5056-850B-7F4C974E391D}"/>
                </a:ext>
              </a:extLst>
            </p:cNvPr>
            <p:cNvCxnSpPr/>
            <p:nvPr/>
          </p:nvCxnSpPr>
          <p:spPr>
            <a:xfrm>
              <a:off x="5766240" y="1106424"/>
              <a:ext cx="0" cy="146304"/>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43" name="Straight Connector 242">
              <a:extLst>
                <a:ext uri="{FF2B5EF4-FFF2-40B4-BE49-F238E27FC236}">
                  <a16:creationId xmlns:a16="http://schemas.microsoft.com/office/drawing/2014/main" id="{CD187454-E714-A37C-3B30-129A60B5ABCD}"/>
                </a:ext>
              </a:extLst>
            </p:cNvPr>
            <p:cNvCxnSpPr/>
            <p:nvPr/>
          </p:nvCxnSpPr>
          <p:spPr>
            <a:xfrm>
              <a:off x="4354094" y="1097280"/>
              <a:ext cx="0" cy="164592"/>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44" name="Straight Connector 243">
              <a:extLst>
                <a:ext uri="{FF2B5EF4-FFF2-40B4-BE49-F238E27FC236}">
                  <a16:creationId xmlns:a16="http://schemas.microsoft.com/office/drawing/2014/main" id="{A2150130-899A-05B9-1055-0F9D38B60B37}"/>
                </a:ext>
              </a:extLst>
            </p:cNvPr>
            <p:cNvCxnSpPr/>
            <p:nvPr/>
          </p:nvCxnSpPr>
          <p:spPr>
            <a:xfrm>
              <a:off x="9322206" y="1112344"/>
              <a:ext cx="0" cy="146304"/>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45" name="Straight Connector 244">
              <a:extLst>
                <a:ext uri="{FF2B5EF4-FFF2-40B4-BE49-F238E27FC236}">
                  <a16:creationId xmlns:a16="http://schemas.microsoft.com/office/drawing/2014/main" id="{71546A7C-789E-9FD0-6D25-B20BE8D36630}"/>
                </a:ext>
              </a:extLst>
            </p:cNvPr>
            <p:cNvCxnSpPr/>
            <p:nvPr/>
          </p:nvCxnSpPr>
          <p:spPr>
            <a:xfrm>
              <a:off x="8421335" y="1103200"/>
              <a:ext cx="0" cy="146304"/>
            </a:xfrm>
            <a:prstGeom prst="line">
              <a:avLst/>
            </a:prstGeom>
            <a:ln w="3175"/>
          </p:spPr>
          <p:style>
            <a:lnRef idx="2">
              <a:schemeClr val="accent1"/>
            </a:lnRef>
            <a:fillRef idx="0">
              <a:schemeClr val="accent1"/>
            </a:fillRef>
            <a:effectRef idx="1">
              <a:schemeClr val="accent1"/>
            </a:effectRef>
            <a:fontRef idx="minor">
              <a:schemeClr val="tx1"/>
            </a:fontRef>
          </p:style>
        </p:cxnSp>
      </p:grpSp>
      <p:grpSp>
        <p:nvGrpSpPr>
          <p:cNvPr id="250" name="Group 249">
            <a:extLst>
              <a:ext uri="{FF2B5EF4-FFF2-40B4-BE49-F238E27FC236}">
                <a16:creationId xmlns:a16="http://schemas.microsoft.com/office/drawing/2014/main" id="{25FDF345-961C-C1C2-6B1F-ABCBF7BC2740}"/>
              </a:ext>
            </a:extLst>
          </p:cNvPr>
          <p:cNvGrpSpPr/>
          <p:nvPr/>
        </p:nvGrpSpPr>
        <p:grpSpPr>
          <a:xfrm>
            <a:off x="3238026" y="54775"/>
            <a:ext cx="3249667" cy="861657"/>
            <a:chOff x="5326978" y="53524"/>
            <a:chExt cx="3249667" cy="861657"/>
          </a:xfrm>
        </p:grpSpPr>
        <p:grpSp>
          <p:nvGrpSpPr>
            <p:cNvPr id="247" name="Group 246">
              <a:extLst>
                <a:ext uri="{FF2B5EF4-FFF2-40B4-BE49-F238E27FC236}">
                  <a16:creationId xmlns:a16="http://schemas.microsoft.com/office/drawing/2014/main" id="{5FE74D33-6E12-C4D1-CB6A-BB84AB3CC1A1}"/>
                </a:ext>
              </a:extLst>
            </p:cNvPr>
            <p:cNvGrpSpPr/>
            <p:nvPr/>
          </p:nvGrpSpPr>
          <p:grpSpPr>
            <a:xfrm>
              <a:off x="5326978" y="53524"/>
              <a:ext cx="3249667" cy="742004"/>
              <a:chOff x="5326978" y="53524"/>
              <a:chExt cx="3249667" cy="742004"/>
            </a:xfrm>
          </p:grpSpPr>
          <p:sp>
            <p:nvSpPr>
              <p:cNvPr id="3" name="TextBox 2">
                <a:extLst>
                  <a:ext uri="{FF2B5EF4-FFF2-40B4-BE49-F238E27FC236}">
                    <a16:creationId xmlns:a16="http://schemas.microsoft.com/office/drawing/2014/main" id="{3A1C3FBF-3802-51E3-C017-C32B1674B294}"/>
                  </a:ext>
                </a:extLst>
              </p:cNvPr>
              <p:cNvSpPr txBox="1"/>
              <p:nvPr/>
            </p:nvSpPr>
            <p:spPr>
              <a:xfrm>
                <a:off x="5614416" y="166151"/>
                <a:ext cx="720069" cy="307777"/>
              </a:xfrm>
              <a:prstGeom prst="rect">
                <a:avLst/>
              </a:prstGeom>
              <a:noFill/>
              <a:ln>
                <a:noFill/>
              </a:ln>
            </p:spPr>
            <p:txBody>
              <a:bodyPr wrap="none" rtlCol="0">
                <a:spAutoFit/>
              </a:bodyPr>
              <a:lstStyle/>
              <a:p>
                <a:r>
                  <a:rPr lang="en-US" sz="1400" dirty="0">
                    <a:solidFill>
                      <a:srgbClr val="FF0000"/>
                    </a:solidFill>
                    <a:latin typeface="Garamond" panose="02020404030301010803" pitchFamily="18" charset="0"/>
                  </a:rPr>
                  <a:t>180 CV</a:t>
                </a:r>
              </a:p>
            </p:txBody>
          </p:sp>
          <p:cxnSp>
            <p:nvCxnSpPr>
              <p:cNvPr id="5" name="Straight Connector 4">
                <a:extLst>
                  <a:ext uri="{FF2B5EF4-FFF2-40B4-BE49-F238E27FC236}">
                    <a16:creationId xmlns:a16="http://schemas.microsoft.com/office/drawing/2014/main" id="{1623BF34-E051-C356-83D2-C3C528D36305}"/>
                  </a:ext>
                </a:extLst>
              </p:cNvPr>
              <p:cNvCxnSpPr>
                <a:stCxn id="3" idx="3"/>
              </p:cNvCxnSpPr>
              <p:nvPr/>
            </p:nvCxnSpPr>
            <p:spPr>
              <a:xfrm flipV="1">
                <a:off x="6334485" y="219456"/>
                <a:ext cx="176043" cy="10058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3F9E816-6001-4324-DB8F-D5CD4A7F55AF}"/>
                  </a:ext>
                </a:extLst>
              </p:cNvPr>
              <p:cNvCxnSpPr>
                <a:stCxn id="3" idx="3"/>
              </p:cNvCxnSpPr>
              <p:nvPr/>
            </p:nvCxnSpPr>
            <p:spPr>
              <a:xfrm flipV="1">
                <a:off x="6334485" y="320039"/>
                <a:ext cx="185187" cy="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668E62D-ACE0-9014-54A1-3CA8F08A84FD}"/>
                  </a:ext>
                </a:extLst>
              </p:cNvPr>
              <p:cNvCxnSpPr>
                <a:stCxn id="3" idx="3"/>
              </p:cNvCxnSpPr>
              <p:nvPr/>
            </p:nvCxnSpPr>
            <p:spPr>
              <a:xfrm>
                <a:off x="6334485" y="320040"/>
                <a:ext cx="176043" cy="1538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A696332-C9B8-04A6-6288-7DCB6181979C}"/>
                  </a:ext>
                </a:extLst>
              </p:cNvPr>
              <p:cNvCxnSpPr>
                <a:stCxn id="3" idx="3"/>
              </p:cNvCxnSpPr>
              <p:nvPr/>
            </p:nvCxnSpPr>
            <p:spPr>
              <a:xfrm>
                <a:off x="6334485" y="320040"/>
                <a:ext cx="185187" cy="30175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1437158-4E3F-3F5A-A49D-95ED984FF4BA}"/>
                  </a:ext>
                </a:extLst>
              </p:cNvPr>
              <p:cNvCxnSpPr>
                <a:stCxn id="3" idx="3"/>
              </p:cNvCxnSpPr>
              <p:nvPr/>
            </p:nvCxnSpPr>
            <p:spPr>
              <a:xfrm>
                <a:off x="6334485" y="320040"/>
                <a:ext cx="185187" cy="4754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03ADB5CC-18D1-8B3A-BA64-7332AF63B6EA}"/>
                  </a:ext>
                </a:extLst>
              </p:cNvPr>
              <p:cNvSpPr txBox="1"/>
              <p:nvPr/>
            </p:nvSpPr>
            <p:spPr>
              <a:xfrm>
                <a:off x="6519672" y="53524"/>
                <a:ext cx="2056973" cy="246221"/>
              </a:xfrm>
              <a:prstGeom prst="rect">
                <a:avLst/>
              </a:prstGeom>
              <a:noFill/>
            </p:spPr>
            <p:txBody>
              <a:bodyPr wrap="none" rtlCol="0">
                <a:spAutoFit/>
              </a:bodyPr>
              <a:lstStyle/>
              <a:p>
                <a:r>
                  <a:rPr lang="en-US" sz="1000" dirty="0">
                    <a:solidFill>
                      <a:srgbClr val="FF0000"/>
                    </a:solidFill>
                    <a:latin typeface="Garamond" panose="02020404030301010803" pitchFamily="18" charset="0"/>
                    <a:sym typeface="Wingdings" panose="05000000000000000000" pitchFamily="2" charset="2"/>
                  </a:rPr>
                  <a:t>Main Identity Account  V = 80 CV</a:t>
                </a:r>
                <a:endParaRPr lang="en-US" sz="1000" dirty="0">
                  <a:solidFill>
                    <a:srgbClr val="FF0000"/>
                  </a:solidFill>
                  <a:latin typeface="Garamond" panose="02020404030301010803" pitchFamily="18" charset="0"/>
                </a:endParaRPr>
              </a:p>
            </p:txBody>
          </p:sp>
          <p:sp>
            <p:nvSpPr>
              <p:cNvPr id="20" name="TextBox 19">
                <a:extLst>
                  <a:ext uri="{FF2B5EF4-FFF2-40B4-BE49-F238E27FC236}">
                    <a16:creationId xmlns:a16="http://schemas.microsoft.com/office/drawing/2014/main" id="{8B2CB412-6F64-11C7-1A28-778119B1308D}"/>
                  </a:ext>
                </a:extLst>
              </p:cNvPr>
              <p:cNvSpPr txBox="1"/>
              <p:nvPr/>
            </p:nvSpPr>
            <p:spPr>
              <a:xfrm>
                <a:off x="6519671" y="204066"/>
                <a:ext cx="1983235" cy="246221"/>
              </a:xfrm>
              <a:prstGeom prst="rect">
                <a:avLst/>
              </a:prstGeom>
              <a:noFill/>
            </p:spPr>
            <p:txBody>
              <a:bodyPr wrap="none" rtlCol="0">
                <a:spAutoFit/>
              </a:bodyPr>
              <a:lstStyle/>
              <a:p>
                <a:r>
                  <a:rPr lang="en-US" sz="1000" dirty="0">
                    <a:latin typeface="Garamond" panose="02020404030301010803" pitchFamily="18" charset="0"/>
                  </a:rPr>
                  <a:t>L1: Virtual Account </a:t>
                </a:r>
                <a:r>
                  <a:rPr lang="en-US" sz="1000" dirty="0">
                    <a:latin typeface="Garamond" panose="02020404030301010803" pitchFamily="18" charset="0"/>
                    <a:sym typeface="Wingdings" panose="05000000000000000000" pitchFamily="2" charset="2"/>
                  </a:rPr>
                  <a:t> V1 = </a:t>
                </a:r>
                <a:r>
                  <a:rPr lang="en-US" sz="1000" dirty="0">
                    <a:solidFill>
                      <a:srgbClr val="FF0000"/>
                    </a:solidFill>
                    <a:latin typeface="Garamond" panose="02020404030301010803" pitchFamily="18" charset="0"/>
                    <a:sym typeface="Wingdings" panose="05000000000000000000" pitchFamily="2" charset="2"/>
                  </a:rPr>
                  <a:t>40 CV</a:t>
                </a:r>
                <a:endParaRPr lang="en-US" sz="1000" dirty="0">
                  <a:solidFill>
                    <a:srgbClr val="FF0000"/>
                  </a:solidFill>
                  <a:latin typeface="Garamond" panose="02020404030301010803" pitchFamily="18" charset="0"/>
                </a:endParaRPr>
              </a:p>
            </p:txBody>
          </p:sp>
          <p:sp>
            <p:nvSpPr>
              <p:cNvPr id="21" name="TextBox 20">
                <a:extLst>
                  <a:ext uri="{FF2B5EF4-FFF2-40B4-BE49-F238E27FC236}">
                    <a16:creationId xmlns:a16="http://schemas.microsoft.com/office/drawing/2014/main" id="{5FBAA47F-39B5-F3DF-7C90-FB51CCCD36EA}"/>
                  </a:ext>
                </a:extLst>
              </p:cNvPr>
              <p:cNvSpPr txBox="1"/>
              <p:nvPr/>
            </p:nvSpPr>
            <p:spPr>
              <a:xfrm>
                <a:off x="6510528" y="353045"/>
                <a:ext cx="1983235" cy="246221"/>
              </a:xfrm>
              <a:prstGeom prst="rect">
                <a:avLst/>
              </a:prstGeom>
              <a:noFill/>
            </p:spPr>
            <p:txBody>
              <a:bodyPr wrap="none" rtlCol="0">
                <a:spAutoFit/>
              </a:bodyPr>
              <a:lstStyle/>
              <a:p>
                <a:r>
                  <a:rPr lang="en-US" sz="1000" dirty="0">
                    <a:latin typeface="Garamond" panose="02020404030301010803" pitchFamily="18" charset="0"/>
                  </a:rPr>
                  <a:t>L2: Virtual Account </a:t>
                </a:r>
                <a:r>
                  <a:rPr lang="en-US" sz="1000" dirty="0">
                    <a:latin typeface="Garamond" panose="02020404030301010803" pitchFamily="18" charset="0"/>
                    <a:sym typeface="Wingdings" panose="05000000000000000000" pitchFamily="2" charset="2"/>
                  </a:rPr>
                  <a:t> V2 = </a:t>
                </a:r>
                <a:r>
                  <a:rPr lang="en-US" sz="1000" dirty="0">
                    <a:solidFill>
                      <a:srgbClr val="FF0000"/>
                    </a:solidFill>
                    <a:latin typeface="Garamond" panose="02020404030301010803" pitchFamily="18" charset="0"/>
                    <a:sym typeface="Wingdings" panose="05000000000000000000" pitchFamily="2" charset="2"/>
                  </a:rPr>
                  <a:t>40 CV</a:t>
                </a:r>
                <a:endParaRPr lang="en-US" sz="1000" dirty="0">
                  <a:solidFill>
                    <a:srgbClr val="FF0000"/>
                  </a:solidFill>
                  <a:latin typeface="Garamond" panose="02020404030301010803" pitchFamily="18" charset="0"/>
                </a:endParaRPr>
              </a:p>
            </p:txBody>
          </p:sp>
          <p:sp>
            <p:nvSpPr>
              <p:cNvPr id="23" name="TextBox 22">
                <a:extLst>
                  <a:ext uri="{FF2B5EF4-FFF2-40B4-BE49-F238E27FC236}">
                    <a16:creationId xmlns:a16="http://schemas.microsoft.com/office/drawing/2014/main" id="{7A75721B-F40E-77DD-5760-785AD4D743E5}"/>
                  </a:ext>
                </a:extLst>
              </p:cNvPr>
              <p:cNvSpPr txBox="1"/>
              <p:nvPr/>
            </p:nvSpPr>
            <p:spPr>
              <a:xfrm>
                <a:off x="6519671" y="519981"/>
                <a:ext cx="1983235" cy="246221"/>
              </a:xfrm>
              <a:prstGeom prst="rect">
                <a:avLst/>
              </a:prstGeom>
              <a:noFill/>
            </p:spPr>
            <p:txBody>
              <a:bodyPr wrap="none" rtlCol="0">
                <a:spAutoFit/>
              </a:bodyPr>
              <a:lstStyle/>
              <a:p>
                <a:r>
                  <a:rPr lang="en-US" sz="1000" dirty="0">
                    <a:latin typeface="Garamond" panose="02020404030301010803" pitchFamily="18" charset="0"/>
                  </a:rPr>
                  <a:t>L3: Virtual Account </a:t>
                </a:r>
                <a:r>
                  <a:rPr lang="en-US" sz="1000" dirty="0">
                    <a:latin typeface="Garamond" panose="02020404030301010803" pitchFamily="18" charset="0"/>
                    <a:sym typeface="Wingdings" panose="05000000000000000000" pitchFamily="2" charset="2"/>
                  </a:rPr>
                  <a:t> V3 = </a:t>
                </a:r>
                <a:r>
                  <a:rPr lang="en-US" sz="1000" dirty="0">
                    <a:solidFill>
                      <a:srgbClr val="FF0000"/>
                    </a:solidFill>
                    <a:latin typeface="Garamond" panose="02020404030301010803" pitchFamily="18" charset="0"/>
                    <a:sym typeface="Wingdings" panose="05000000000000000000" pitchFamily="2" charset="2"/>
                  </a:rPr>
                  <a:t>20 CV</a:t>
                </a:r>
                <a:endParaRPr lang="en-US" sz="1000" dirty="0">
                  <a:latin typeface="Garamond" panose="02020404030301010803" pitchFamily="18" charset="0"/>
                </a:endParaRPr>
              </a:p>
            </p:txBody>
          </p:sp>
          <p:grpSp>
            <p:nvGrpSpPr>
              <p:cNvPr id="33" name="Group 32">
                <a:extLst>
                  <a:ext uri="{FF2B5EF4-FFF2-40B4-BE49-F238E27FC236}">
                    <a16:creationId xmlns:a16="http://schemas.microsoft.com/office/drawing/2014/main" id="{2F2F5C6B-8A0B-AE84-968E-573B1EA308A4}"/>
                  </a:ext>
                </a:extLst>
              </p:cNvPr>
              <p:cNvGrpSpPr/>
              <p:nvPr/>
            </p:nvGrpSpPr>
            <p:grpSpPr>
              <a:xfrm>
                <a:off x="5326978" y="176634"/>
                <a:ext cx="309700" cy="307777"/>
                <a:chOff x="5326978" y="176634"/>
                <a:chExt cx="309700" cy="307777"/>
              </a:xfrm>
            </p:grpSpPr>
            <p:sp>
              <p:nvSpPr>
                <p:cNvPr id="2" name="Oval 1">
                  <a:extLst>
                    <a:ext uri="{FF2B5EF4-FFF2-40B4-BE49-F238E27FC236}">
                      <a16:creationId xmlns:a16="http://schemas.microsoft.com/office/drawing/2014/main" id="{56CC6E1D-C872-1B37-F2C1-85D46A5A0348}"/>
                    </a:ext>
                  </a:extLst>
                </p:cNvPr>
                <p:cNvSpPr/>
                <p:nvPr/>
              </p:nvSpPr>
              <p:spPr>
                <a:xfrm>
                  <a:off x="5349240" y="219456"/>
                  <a:ext cx="265176" cy="20116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FAD18EE-DD38-FA62-C5DD-5B2C6E7E646D}"/>
                    </a:ext>
                  </a:extLst>
                </p:cNvPr>
                <p:cNvSpPr txBox="1"/>
                <p:nvPr/>
              </p:nvSpPr>
              <p:spPr>
                <a:xfrm>
                  <a:off x="5326978" y="176634"/>
                  <a:ext cx="309700" cy="307777"/>
                </a:xfrm>
                <a:prstGeom prst="rect">
                  <a:avLst/>
                </a:prstGeom>
                <a:noFill/>
              </p:spPr>
              <p:txBody>
                <a:bodyPr wrap="none" rtlCol="0">
                  <a:spAutoFit/>
                </a:bodyPr>
                <a:lstStyle/>
                <a:p>
                  <a:r>
                    <a:rPr lang="en-US" sz="1400" dirty="0">
                      <a:latin typeface="Garamond" panose="02020404030301010803" pitchFamily="18" charset="0"/>
                    </a:rPr>
                    <a:t>X</a:t>
                  </a:r>
                </a:p>
              </p:txBody>
            </p:sp>
          </p:grpSp>
        </p:grpSp>
        <p:sp>
          <p:nvSpPr>
            <p:cNvPr id="249" name="TextBox 248">
              <a:extLst>
                <a:ext uri="{FF2B5EF4-FFF2-40B4-BE49-F238E27FC236}">
                  <a16:creationId xmlns:a16="http://schemas.microsoft.com/office/drawing/2014/main" id="{1E57A313-FA88-8FEC-3350-0426CB16A55B}"/>
                </a:ext>
              </a:extLst>
            </p:cNvPr>
            <p:cNvSpPr txBox="1"/>
            <p:nvPr/>
          </p:nvSpPr>
          <p:spPr>
            <a:xfrm>
              <a:off x="6510528" y="668960"/>
              <a:ext cx="1845377" cy="246221"/>
            </a:xfrm>
            <a:prstGeom prst="rect">
              <a:avLst/>
            </a:prstGeom>
            <a:noFill/>
          </p:spPr>
          <p:txBody>
            <a:bodyPr wrap="none" rtlCol="0">
              <a:spAutoFit/>
            </a:bodyPr>
            <a:lstStyle/>
            <a:p>
              <a:r>
                <a:rPr lang="en-US" sz="1000" dirty="0">
                  <a:latin typeface="Garamond" panose="02020404030301010803" pitchFamily="18" charset="0"/>
                </a:rPr>
                <a:t>L4: Virtual Account </a:t>
              </a:r>
              <a:r>
                <a:rPr lang="en-US" sz="1000" dirty="0">
                  <a:latin typeface="Garamond" panose="02020404030301010803" pitchFamily="18" charset="0"/>
                  <a:sym typeface="Wingdings" panose="05000000000000000000" pitchFamily="2" charset="2"/>
                </a:rPr>
                <a:t> V4 = nil</a:t>
              </a:r>
              <a:endParaRPr lang="en-US" sz="1000" dirty="0">
                <a:latin typeface="Garamond" panose="02020404030301010803" pitchFamily="18" charset="0"/>
              </a:endParaRPr>
            </a:p>
          </p:txBody>
        </p:sp>
      </p:grpSp>
      <p:grpSp>
        <p:nvGrpSpPr>
          <p:cNvPr id="253" name="Group 252">
            <a:extLst>
              <a:ext uri="{FF2B5EF4-FFF2-40B4-BE49-F238E27FC236}">
                <a16:creationId xmlns:a16="http://schemas.microsoft.com/office/drawing/2014/main" id="{FF2B07B8-3CA8-2E4A-E0A2-6E43482389E9}"/>
              </a:ext>
            </a:extLst>
          </p:cNvPr>
          <p:cNvGrpSpPr/>
          <p:nvPr/>
        </p:nvGrpSpPr>
        <p:grpSpPr>
          <a:xfrm>
            <a:off x="6345936" y="311848"/>
            <a:ext cx="1060703" cy="554627"/>
            <a:chOff x="8449056" y="320041"/>
            <a:chExt cx="1060703" cy="554627"/>
          </a:xfrm>
        </p:grpSpPr>
        <p:sp>
          <p:nvSpPr>
            <p:cNvPr id="251" name="Right Brace 250">
              <a:extLst>
                <a:ext uri="{FF2B5EF4-FFF2-40B4-BE49-F238E27FC236}">
                  <a16:creationId xmlns:a16="http://schemas.microsoft.com/office/drawing/2014/main" id="{17D9A4AD-90C5-E541-89EC-DECA2D75AC02}"/>
                </a:ext>
              </a:extLst>
            </p:cNvPr>
            <p:cNvSpPr/>
            <p:nvPr/>
          </p:nvSpPr>
          <p:spPr>
            <a:xfrm>
              <a:off x="8449056" y="320041"/>
              <a:ext cx="109728" cy="502920"/>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ln>
                  <a:solidFill>
                    <a:srgbClr val="00B050"/>
                  </a:solidFill>
                </a:ln>
              </a:endParaRPr>
            </a:p>
          </p:txBody>
        </p:sp>
        <p:sp>
          <p:nvSpPr>
            <p:cNvPr id="252" name="TextBox 251">
              <a:extLst>
                <a:ext uri="{FF2B5EF4-FFF2-40B4-BE49-F238E27FC236}">
                  <a16:creationId xmlns:a16="http://schemas.microsoft.com/office/drawing/2014/main" id="{8B43DF3F-3BD1-8E3D-58F7-57F834351D0E}"/>
                </a:ext>
              </a:extLst>
            </p:cNvPr>
            <p:cNvSpPr txBox="1"/>
            <p:nvPr/>
          </p:nvSpPr>
          <p:spPr>
            <a:xfrm>
              <a:off x="8503920" y="320670"/>
              <a:ext cx="1005839" cy="553998"/>
            </a:xfrm>
            <a:prstGeom prst="rect">
              <a:avLst/>
            </a:prstGeom>
            <a:noFill/>
          </p:spPr>
          <p:txBody>
            <a:bodyPr wrap="square" rtlCol="0">
              <a:spAutoFit/>
            </a:bodyPr>
            <a:lstStyle/>
            <a:p>
              <a:r>
                <a:rPr lang="en-US" sz="1000" dirty="0">
                  <a:latin typeface="Garamond" panose="02020404030301010803" pitchFamily="18" charset="0"/>
                </a:rPr>
                <a:t>For Personal LB, BB &amp; PGSV</a:t>
              </a:r>
            </a:p>
          </p:txBody>
        </p:sp>
      </p:grpSp>
      <p:sp>
        <p:nvSpPr>
          <p:cNvPr id="254" name="Right Brace 253">
            <a:extLst>
              <a:ext uri="{FF2B5EF4-FFF2-40B4-BE49-F238E27FC236}">
                <a16:creationId xmlns:a16="http://schemas.microsoft.com/office/drawing/2014/main" id="{FAF42230-A667-59C5-7D47-A420BA4CB5DE}"/>
              </a:ext>
            </a:extLst>
          </p:cNvPr>
          <p:cNvSpPr/>
          <p:nvPr/>
        </p:nvSpPr>
        <p:spPr>
          <a:xfrm>
            <a:off x="7159752" y="182880"/>
            <a:ext cx="192024" cy="63093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nvGrpSpPr>
          <p:cNvPr id="257" name="Group 256">
            <a:extLst>
              <a:ext uri="{FF2B5EF4-FFF2-40B4-BE49-F238E27FC236}">
                <a16:creationId xmlns:a16="http://schemas.microsoft.com/office/drawing/2014/main" id="{C511A208-2B0B-A146-DF16-42D3AE4C32FB}"/>
              </a:ext>
            </a:extLst>
          </p:cNvPr>
          <p:cNvGrpSpPr/>
          <p:nvPr/>
        </p:nvGrpSpPr>
        <p:grpSpPr>
          <a:xfrm>
            <a:off x="7324344" y="184114"/>
            <a:ext cx="1416222" cy="499893"/>
            <a:chOff x="7333488" y="290072"/>
            <a:chExt cx="1416222" cy="499893"/>
          </a:xfrm>
        </p:grpSpPr>
        <p:sp>
          <p:nvSpPr>
            <p:cNvPr id="255" name="TextBox 254">
              <a:extLst>
                <a:ext uri="{FF2B5EF4-FFF2-40B4-BE49-F238E27FC236}">
                  <a16:creationId xmlns:a16="http://schemas.microsoft.com/office/drawing/2014/main" id="{736410DA-FF5D-DD05-902A-70E7CC53464D}"/>
                </a:ext>
              </a:extLst>
            </p:cNvPr>
            <p:cNvSpPr txBox="1"/>
            <p:nvPr/>
          </p:nvSpPr>
          <p:spPr>
            <a:xfrm>
              <a:off x="7333488" y="290072"/>
              <a:ext cx="1416222" cy="369332"/>
            </a:xfrm>
            <a:prstGeom prst="rect">
              <a:avLst/>
            </a:prstGeom>
            <a:noFill/>
          </p:spPr>
          <p:txBody>
            <a:bodyPr wrap="none" rtlCol="0">
              <a:spAutoFit/>
            </a:bodyPr>
            <a:lstStyle/>
            <a:p>
              <a:r>
                <a:rPr lang="en-US" dirty="0"/>
                <a:t>FOR UPLINE</a:t>
              </a:r>
            </a:p>
          </p:txBody>
        </p:sp>
        <p:sp>
          <p:nvSpPr>
            <p:cNvPr id="256" name="TextBox 255">
              <a:extLst>
                <a:ext uri="{FF2B5EF4-FFF2-40B4-BE49-F238E27FC236}">
                  <a16:creationId xmlns:a16="http://schemas.microsoft.com/office/drawing/2014/main" id="{E76DE16B-D558-A295-DBC1-3FF777223F95}"/>
                </a:ext>
              </a:extLst>
            </p:cNvPr>
            <p:cNvSpPr txBox="1"/>
            <p:nvPr/>
          </p:nvSpPr>
          <p:spPr>
            <a:xfrm>
              <a:off x="7441114" y="543744"/>
              <a:ext cx="1200970" cy="246221"/>
            </a:xfrm>
            <a:prstGeom prst="rect">
              <a:avLst/>
            </a:prstGeom>
            <a:noFill/>
          </p:spPr>
          <p:txBody>
            <a:bodyPr wrap="none" rtlCol="0">
              <a:spAutoFit/>
            </a:bodyPr>
            <a:lstStyle/>
            <a:p>
              <a:r>
                <a:rPr lang="en-US" sz="1000" dirty="0">
                  <a:latin typeface="Garamond" panose="02020404030301010803" pitchFamily="18" charset="0"/>
                </a:rPr>
                <a:t>LB, BB/GB &amp; GSV</a:t>
              </a:r>
            </a:p>
          </p:txBody>
        </p:sp>
      </p:grpSp>
      <p:sp>
        <p:nvSpPr>
          <p:cNvPr id="263" name="TextBox 262">
            <a:extLst>
              <a:ext uri="{FF2B5EF4-FFF2-40B4-BE49-F238E27FC236}">
                <a16:creationId xmlns:a16="http://schemas.microsoft.com/office/drawing/2014/main" id="{78E1009C-56D4-4ACD-24A5-BD2C821AC80B}"/>
              </a:ext>
            </a:extLst>
          </p:cNvPr>
          <p:cNvSpPr txBox="1"/>
          <p:nvPr/>
        </p:nvSpPr>
        <p:spPr>
          <a:xfrm>
            <a:off x="5092948" y="2393519"/>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40 CV</a:t>
            </a:r>
          </a:p>
        </p:txBody>
      </p:sp>
      <p:grpSp>
        <p:nvGrpSpPr>
          <p:cNvPr id="275" name="Group 274">
            <a:extLst>
              <a:ext uri="{FF2B5EF4-FFF2-40B4-BE49-F238E27FC236}">
                <a16:creationId xmlns:a16="http://schemas.microsoft.com/office/drawing/2014/main" id="{151E44F6-1602-9706-6A77-F64E5B356CAC}"/>
              </a:ext>
            </a:extLst>
          </p:cNvPr>
          <p:cNvGrpSpPr/>
          <p:nvPr/>
        </p:nvGrpSpPr>
        <p:grpSpPr>
          <a:xfrm>
            <a:off x="5031744" y="1256292"/>
            <a:ext cx="577478" cy="246221"/>
            <a:chOff x="5031744" y="1256292"/>
            <a:chExt cx="577478" cy="246221"/>
          </a:xfrm>
        </p:grpSpPr>
        <p:cxnSp>
          <p:nvCxnSpPr>
            <p:cNvPr id="261" name="Straight Arrow Connector 260">
              <a:extLst>
                <a:ext uri="{FF2B5EF4-FFF2-40B4-BE49-F238E27FC236}">
                  <a16:creationId xmlns:a16="http://schemas.microsoft.com/office/drawing/2014/main" id="{590E28EE-A1FD-525B-FE30-2AF4CA53FEDA}"/>
                </a:ext>
              </a:extLst>
            </p:cNvPr>
            <p:cNvCxnSpPr>
              <a:cxnSpLocks/>
            </p:cNvCxnSpPr>
            <p:nvPr/>
          </p:nvCxnSpPr>
          <p:spPr>
            <a:xfrm>
              <a:off x="5031744" y="1369318"/>
              <a:ext cx="116328" cy="0"/>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265" name="TextBox 264">
              <a:extLst>
                <a:ext uri="{FF2B5EF4-FFF2-40B4-BE49-F238E27FC236}">
                  <a16:creationId xmlns:a16="http://schemas.microsoft.com/office/drawing/2014/main" id="{4FBAF311-5AAD-C9CA-24EC-85FA539859CF}"/>
                </a:ext>
              </a:extLst>
            </p:cNvPr>
            <p:cNvSpPr txBox="1"/>
            <p:nvPr/>
          </p:nvSpPr>
          <p:spPr>
            <a:xfrm>
              <a:off x="5102352" y="1256292"/>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80 CV</a:t>
              </a:r>
            </a:p>
          </p:txBody>
        </p:sp>
      </p:grpSp>
      <p:sp>
        <p:nvSpPr>
          <p:cNvPr id="267" name="TextBox 266">
            <a:extLst>
              <a:ext uri="{FF2B5EF4-FFF2-40B4-BE49-F238E27FC236}">
                <a16:creationId xmlns:a16="http://schemas.microsoft.com/office/drawing/2014/main" id="{9CAF0054-7124-C498-07CF-F335A6C501BC}"/>
              </a:ext>
            </a:extLst>
          </p:cNvPr>
          <p:cNvSpPr txBox="1"/>
          <p:nvPr/>
        </p:nvSpPr>
        <p:spPr>
          <a:xfrm>
            <a:off x="5092948" y="1778721"/>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40 CV</a:t>
            </a:r>
          </a:p>
        </p:txBody>
      </p:sp>
      <p:sp>
        <p:nvSpPr>
          <p:cNvPr id="269" name="TextBox 268">
            <a:extLst>
              <a:ext uri="{FF2B5EF4-FFF2-40B4-BE49-F238E27FC236}">
                <a16:creationId xmlns:a16="http://schemas.microsoft.com/office/drawing/2014/main" id="{5563C4D0-D889-0EA2-7A63-B1D02E35B90F}"/>
              </a:ext>
            </a:extLst>
          </p:cNvPr>
          <p:cNvSpPr txBox="1"/>
          <p:nvPr/>
        </p:nvSpPr>
        <p:spPr>
          <a:xfrm>
            <a:off x="5053482" y="2867294"/>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40 CV</a:t>
            </a:r>
          </a:p>
        </p:txBody>
      </p:sp>
      <p:cxnSp>
        <p:nvCxnSpPr>
          <p:cNvPr id="271" name="Straight Arrow Connector 270">
            <a:extLst>
              <a:ext uri="{FF2B5EF4-FFF2-40B4-BE49-F238E27FC236}">
                <a16:creationId xmlns:a16="http://schemas.microsoft.com/office/drawing/2014/main" id="{8298303A-C3E4-7D8C-1C16-9CD3E7CB03DD}"/>
              </a:ext>
            </a:extLst>
          </p:cNvPr>
          <p:cNvCxnSpPr>
            <a:cxnSpLocks/>
          </p:cNvCxnSpPr>
          <p:nvPr/>
        </p:nvCxnSpPr>
        <p:spPr>
          <a:xfrm>
            <a:off x="5355787" y="1465936"/>
            <a:ext cx="0" cy="3474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2" name="Straight Arrow Connector 271">
            <a:extLst>
              <a:ext uri="{FF2B5EF4-FFF2-40B4-BE49-F238E27FC236}">
                <a16:creationId xmlns:a16="http://schemas.microsoft.com/office/drawing/2014/main" id="{6F1082A6-BCA9-68B4-7783-7955639699E9}"/>
              </a:ext>
            </a:extLst>
          </p:cNvPr>
          <p:cNvCxnSpPr>
            <a:cxnSpLocks/>
          </p:cNvCxnSpPr>
          <p:nvPr/>
        </p:nvCxnSpPr>
        <p:spPr>
          <a:xfrm flipH="1">
            <a:off x="5336796" y="2098094"/>
            <a:ext cx="9587" cy="33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4" name="Straight Arrow Connector 273">
            <a:extLst>
              <a:ext uri="{FF2B5EF4-FFF2-40B4-BE49-F238E27FC236}">
                <a16:creationId xmlns:a16="http://schemas.microsoft.com/office/drawing/2014/main" id="{83605869-4D17-71CD-C320-FA0535648390}"/>
              </a:ext>
            </a:extLst>
          </p:cNvPr>
          <p:cNvCxnSpPr>
            <a:cxnSpLocks/>
          </p:cNvCxnSpPr>
          <p:nvPr/>
        </p:nvCxnSpPr>
        <p:spPr>
          <a:xfrm flipH="1">
            <a:off x="5315076" y="2579501"/>
            <a:ext cx="9587" cy="33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276" name="Group 275">
            <a:extLst>
              <a:ext uri="{FF2B5EF4-FFF2-40B4-BE49-F238E27FC236}">
                <a16:creationId xmlns:a16="http://schemas.microsoft.com/office/drawing/2014/main" id="{CEEA9828-FEDD-7D8A-6E94-7C25C81546C6}"/>
              </a:ext>
            </a:extLst>
          </p:cNvPr>
          <p:cNvGrpSpPr/>
          <p:nvPr/>
        </p:nvGrpSpPr>
        <p:grpSpPr>
          <a:xfrm>
            <a:off x="4560139" y="1782970"/>
            <a:ext cx="577478" cy="246221"/>
            <a:chOff x="5031744" y="1256292"/>
            <a:chExt cx="577478" cy="246221"/>
          </a:xfrm>
        </p:grpSpPr>
        <p:cxnSp>
          <p:nvCxnSpPr>
            <p:cNvPr id="277" name="Straight Arrow Connector 276">
              <a:extLst>
                <a:ext uri="{FF2B5EF4-FFF2-40B4-BE49-F238E27FC236}">
                  <a16:creationId xmlns:a16="http://schemas.microsoft.com/office/drawing/2014/main" id="{1C8CE7E1-1C62-8078-7D31-5271F567F8A0}"/>
                </a:ext>
              </a:extLst>
            </p:cNvPr>
            <p:cNvCxnSpPr>
              <a:cxnSpLocks/>
            </p:cNvCxnSpPr>
            <p:nvPr/>
          </p:nvCxnSpPr>
          <p:spPr>
            <a:xfrm>
              <a:off x="5031744" y="1369318"/>
              <a:ext cx="116328" cy="0"/>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278" name="TextBox 277">
              <a:extLst>
                <a:ext uri="{FF2B5EF4-FFF2-40B4-BE49-F238E27FC236}">
                  <a16:creationId xmlns:a16="http://schemas.microsoft.com/office/drawing/2014/main" id="{F6AD3EB6-B2CC-7E4F-44D7-354DEBB8E48D}"/>
                </a:ext>
              </a:extLst>
            </p:cNvPr>
            <p:cNvSpPr txBox="1"/>
            <p:nvPr/>
          </p:nvSpPr>
          <p:spPr>
            <a:xfrm>
              <a:off x="5102352" y="1256292"/>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80 CV</a:t>
              </a:r>
            </a:p>
          </p:txBody>
        </p:sp>
      </p:grpSp>
      <p:sp>
        <p:nvSpPr>
          <p:cNvPr id="279" name="TextBox 278">
            <a:extLst>
              <a:ext uri="{FF2B5EF4-FFF2-40B4-BE49-F238E27FC236}">
                <a16:creationId xmlns:a16="http://schemas.microsoft.com/office/drawing/2014/main" id="{13330750-4162-BCBE-E18A-37A7083308BC}"/>
              </a:ext>
            </a:extLst>
          </p:cNvPr>
          <p:cNvSpPr txBox="1"/>
          <p:nvPr/>
        </p:nvSpPr>
        <p:spPr>
          <a:xfrm>
            <a:off x="4651369" y="2396823"/>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40 CV</a:t>
            </a:r>
          </a:p>
        </p:txBody>
      </p:sp>
      <p:cxnSp>
        <p:nvCxnSpPr>
          <p:cNvPr id="280" name="Straight Arrow Connector 279">
            <a:extLst>
              <a:ext uri="{FF2B5EF4-FFF2-40B4-BE49-F238E27FC236}">
                <a16:creationId xmlns:a16="http://schemas.microsoft.com/office/drawing/2014/main" id="{3EB3194C-9E2A-7085-798B-E8A5C0C6598E}"/>
              </a:ext>
            </a:extLst>
          </p:cNvPr>
          <p:cNvCxnSpPr>
            <a:cxnSpLocks/>
          </p:cNvCxnSpPr>
          <p:nvPr/>
        </p:nvCxnSpPr>
        <p:spPr>
          <a:xfrm>
            <a:off x="4884182" y="2065766"/>
            <a:ext cx="0" cy="3474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2" name="TextBox 281">
            <a:extLst>
              <a:ext uri="{FF2B5EF4-FFF2-40B4-BE49-F238E27FC236}">
                <a16:creationId xmlns:a16="http://schemas.microsoft.com/office/drawing/2014/main" id="{39F43383-1327-28AE-951B-DDA34DA21F46}"/>
              </a:ext>
            </a:extLst>
          </p:cNvPr>
          <p:cNvSpPr txBox="1"/>
          <p:nvPr/>
        </p:nvSpPr>
        <p:spPr>
          <a:xfrm>
            <a:off x="4064529" y="1777401"/>
            <a:ext cx="56778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120</a:t>
            </a:r>
            <a:r>
              <a:rPr lang="en-US" sz="1000" dirty="0">
                <a:latin typeface="Garamond" panose="02020404030301010803" pitchFamily="18" charset="0"/>
              </a:rPr>
              <a:t> </a:t>
            </a:r>
            <a:r>
              <a:rPr lang="en-US" sz="1000" dirty="0">
                <a:solidFill>
                  <a:srgbClr val="FF0000"/>
                </a:solidFill>
                <a:latin typeface="Garamond" panose="02020404030301010803" pitchFamily="18" charset="0"/>
              </a:rPr>
              <a:t>CV</a:t>
            </a:r>
          </a:p>
        </p:txBody>
      </p:sp>
      <p:cxnSp>
        <p:nvCxnSpPr>
          <p:cNvPr id="286" name="Straight Connector 285">
            <a:extLst>
              <a:ext uri="{FF2B5EF4-FFF2-40B4-BE49-F238E27FC236}">
                <a16:creationId xmlns:a16="http://schemas.microsoft.com/office/drawing/2014/main" id="{657559A5-8C42-2427-783F-8703BA870441}"/>
              </a:ext>
            </a:extLst>
          </p:cNvPr>
          <p:cNvCxnSpPr>
            <a:cxnSpLocks/>
          </p:cNvCxnSpPr>
          <p:nvPr/>
        </p:nvCxnSpPr>
        <p:spPr>
          <a:xfrm>
            <a:off x="3006428" y="1960082"/>
            <a:ext cx="0" cy="30084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8" name="Straight Connector 287">
            <a:extLst>
              <a:ext uri="{FF2B5EF4-FFF2-40B4-BE49-F238E27FC236}">
                <a16:creationId xmlns:a16="http://schemas.microsoft.com/office/drawing/2014/main" id="{A7ED900E-0841-E6A3-9C82-785ED6BC5B3F}"/>
              </a:ext>
            </a:extLst>
          </p:cNvPr>
          <p:cNvCxnSpPr>
            <a:cxnSpLocks/>
            <a:stCxn id="50" idx="2"/>
          </p:cNvCxnSpPr>
          <p:nvPr/>
        </p:nvCxnSpPr>
        <p:spPr>
          <a:xfrm>
            <a:off x="3006428" y="1978370"/>
            <a:ext cx="386967" cy="28865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292" name="TextBox 291">
            <a:extLst>
              <a:ext uri="{FF2B5EF4-FFF2-40B4-BE49-F238E27FC236}">
                <a16:creationId xmlns:a16="http://schemas.microsoft.com/office/drawing/2014/main" id="{6BE61B0A-8739-CD38-7F00-41CC9C316AF4}"/>
              </a:ext>
            </a:extLst>
          </p:cNvPr>
          <p:cNvSpPr txBox="1"/>
          <p:nvPr/>
        </p:nvSpPr>
        <p:spPr>
          <a:xfrm>
            <a:off x="4630447" y="4163707"/>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40 CV</a:t>
            </a:r>
          </a:p>
        </p:txBody>
      </p:sp>
      <p:grpSp>
        <p:nvGrpSpPr>
          <p:cNvPr id="293" name="Group 292">
            <a:extLst>
              <a:ext uri="{FF2B5EF4-FFF2-40B4-BE49-F238E27FC236}">
                <a16:creationId xmlns:a16="http://schemas.microsoft.com/office/drawing/2014/main" id="{32BBD233-FD47-FCF0-D6E8-AF4FD8F5A257}"/>
              </a:ext>
            </a:extLst>
          </p:cNvPr>
          <p:cNvGrpSpPr/>
          <p:nvPr/>
        </p:nvGrpSpPr>
        <p:grpSpPr>
          <a:xfrm>
            <a:off x="4569243" y="3163640"/>
            <a:ext cx="577478" cy="246221"/>
            <a:chOff x="5031744" y="1256292"/>
            <a:chExt cx="577478" cy="246221"/>
          </a:xfrm>
        </p:grpSpPr>
        <p:cxnSp>
          <p:nvCxnSpPr>
            <p:cNvPr id="294" name="Straight Arrow Connector 293">
              <a:extLst>
                <a:ext uri="{FF2B5EF4-FFF2-40B4-BE49-F238E27FC236}">
                  <a16:creationId xmlns:a16="http://schemas.microsoft.com/office/drawing/2014/main" id="{E84EDB0F-7C41-BB44-ECDE-2516C4F0271A}"/>
                </a:ext>
              </a:extLst>
            </p:cNvPr>
            <p:cNvCxnSpPr>
              <a:cxnSpLocks/>
            </p:cNvCxnSpPr>
            <p:nvPr/>
          </p:nvCxnSpPr>
          <p:spPr>
            <a:xfrm>
              <a:off x="5031744" y="1369318"/>
              <a:ext cx="116328" cy="0"/>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295" name="TextBox 294">
              <a:extLst>
                <a:ext uri="{FF2B5EF4-FFF2-40B4-BE49-F238E27FC236}">
                  <a16:creationId xmlns:a16="http://schemas.microsoft.com/office/drawing/2014/main" id="{8C5E1D91-4143-7D42-386B-2A22AE63BAF6}"/>
                </a:ext>
              </a:extLst>
            </p:cNvPr>
            <p:cNvSpPr txBox="1"/>
            <p:nvPr/>
          </p:nvSpPr>
          <p:spPr>
            <a:xfrm>
              <a:off x="5102352" y="1256292"/>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80 CV</a:t>
              </a:r>
            </a:p>
          </p:txBody>
        </p:sp>
      </p:grpSp>
      <p:sp>
        <p:nvSpPr>
          <p:cNvPr id="296" name="TextBox 295">
            <a:extLst>
              <a:ext uri="{FF2B5EF4-FFF2-40B4-BE49-F238E27FC236}">
                <a16:creationId xmlns:a16="http://schemas.microsoft.com/office/drawing/2014/main" id="{8EE1F9A0-DACA-3C77-D915-152C33C32C5A}"/>
              </a:ext>
            </a:extLst>
          </p:cNvPr>
          <p:cNvSpPr txBox="1"/>
          <p:nvPr/>
        </p:nvSpPr>
        <p:spPr>
          <a:xfrm>
            <a:off x="4630447" y="3649493"/>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40 CV</a:t>
            </a:r>
          </a:p>
        </p:txBody>
      </p:sp>
      <p:sp>
        <p:nvSpPr>
          <p:cNvPr id="297" name="TextBox 296">
            <a:extLst>
              <a:ext uri="{FF2B5EF4-FFF2-40B4-BE49-F238E27FC236}">
                <a16:creationId xmlns:a16="http://schemas.microsoft.com/office/drawing/2014/main" id="{EA42DB15-4BCE-1D27-4F45-732A5341E236}"/>
              </a:ext>
            </a:extLst>
          </p:cNvPr>
          <p:cNvSpPr txBox="1"/>
          <p:nvPr/>
        </p:nvSpPr>
        <p:spPr>
          <a:xfrm>
            <a:off x="4620860" y="4610748"/>
            <a:ext cx="506870"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40 CV</a:t>
            </a:r>
          </a:p>
        </p:txBody>
      </p:sp>
      <p:cxnSp>
        <p:nvCxnSpPr>
          <p:cNvPr id="298" name="Straight Arrow Connector 297">
            <a:extLst>
              <a:ext uri="{FF2B5EF4-FFF2-40B4-BE49-F238E27FC236}">
                <a16:creationId xmlns:a16="http://schemas.microsoft.com/office/drawing/2014/main" id="{5DC609C3-F355-6579-4D52-3298F0A85C6B}"/>
              </a:ext>
            </a:extLst>
          </p:cNvPr>
          <p:cNvCxnSpPr>
            <a:cxnSpLocks/>
          </p:cNvCxnSpPr>
          <p:nvPr/>
        </p:nvCxnSpPr>
        <p:spPr>
          <a:xfrm>
            <a:off x="4893286" y="3373284"/>
            <a:ext cx="0" cy="3474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9" name="Straight Arrow Connector 298">
            <a:extLst>
              <a:ext uri="{FF2B5EF4-FFF2-40B4-BE49-F238E27FC236}">
                <a16:creationId xmlns:a16="http://schemas.microsoft.com/office/drawing/2014/main" id="{80C3249A-1992-546C-BC38-FBFABD1B31F7}"/>
              </a:ext>
            </a:extLst>
          </p:cNvPr>
          <p:cNvCxnSpPr>
            <a:cxnSpLocks/>
          </p:cNvCxnSpPr>
          <p:nvPr/>
        </p:nvCxnSpPr>
        <p:spPr>
          <a:xfrm flipH="1">
            <a:off x="4874295" y="3868282"/>
            <a:ext cx="9587" cy="33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0" name="Straight Arrow Connector 299">
            <a:extLst>
              <a:ext uri="{FF2B5EF4-FFF2-40B4-BE49-F238E27FC236}">
                <a16:creationId xmlns:a16="http://schemas.microsoft.com/office/drawing/2014/main" id="{A8B11615-169E-32D6-313B-ACB1B6F47EE5}"/>
              </a:ext>
            </a:extLst>
          </p:cNvPr>
          <p:cNvCxnSpPr>
            <a:cxnSpLocks/>
          </p:cNvCxnSpPr>
          <p:nvPr/>
        </p:nvCxnSpPr>
        <p:spPr>
          <a:xfrm flipH="1">
            <a:off x="4852575" y="4349689"/>
            <a:ext cx="9587" cy="33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1" name="TextBox 300">
            <a:extLst>
              <a:ext uri="{FF2B5EF4-FFF2-40B4-BE49-F238E27FC236}">
                <a16:creationId xmlns:a16="http://schemas.microsoft.com/office/drawing/2014/main" id="{B15E2D02-6728-9813-95F2-B4CAF46B81E8}"/>
              </a:ext>
            </a:extLst>
          </p:cNvPr>
          <p:cNvSpPr txBox="1"/>
          <p:nvPr/>
        </p:nvSpPr>
        <p:spPr>
          <a:xfrm>
            <a:off x="4535784" y="5079572"/>
            <a:ext cx="567784"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120 CV</a:t>
            </a:r>
          </a:p>
        </p:txBody>
      </p:sp>
      <p:cxnSp>
        <p:nvCxnSpPr>
          <p:cNvPr id="302" name="Straight Arrow Connector 301">
            <a:extLst>
              <a:ext uri="{FF2B5EF4-FFF2-40B4-BE49-F238E27FC236}">
                <a16:creationId xmlns:a16="http://schemas.microsoft.com/office/drawing/2014/main" id="{DAD3A1AA-11AB-87CB-9D53-82C9634A642B}"/>
              </a:ext>
            </a:extLst>
          </p:cNvPr>
          <p:cNvCxnSpPr>
            <a:cxnSpLocks/>
          </p:cNvCxnSpPr>
          <p:nvPr/>
        </p:nvCxnSpPr>
        <p:spPr>
          <a:xfrm flipH="1">
            <a:off x="4828143" y="4805444"/>
            <a:ext cx="9587" cy="33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4" name="TextBox 303">
            <a:extLst>
              <a:ext uri="{FF2B5EF4-FFF2-40B4-BE49-F238E27FC236}">
                <a16:creationId xmlns:a16="http://schemas.microsoft.com/office/drawing/2014/main" id="{7DA0DA92-D034-FE92-E11F-5E6CADDB1047}"/>
              </a:ext>
            </a:extLst>
          </p:cNvPr>
          <p:cNvSpPr txBox="1"/>
          <p:nvPr/>
        </p:nvSpPr>
        <p:spPr>
          <a:xfrm>
            <a:off x="3564040" y="3313942"/>
            <a:ext cx="1157689" cy="246221"/>
          </a:xfrm>
          <a:prstGeom prst="rect">
            <a:avLst/>
          </a:prstGeom>
          <a:noFill/>
        </p:spPr>
        <p:txBody>
          <a:bodyPr wrap="none" rtlCol="0">
            <a:spAutoFit/>
          </a:bodyPr>
          <a:lstStyle/>
          <a:p>
            <a:r>
              <a:rPr lang="en-US" sz="1000" dirty="0">
                <a:solidFill>
                  <a:srgbClr val="FF0000"/>
                </a:solidFill>
                <a:latin typeface="Garamond" panose="02020404030301010803" pitchFamily="18" charset="0"/>
              </a:rPr>
              <a:t>Appointed Frontier</a:t>
            </a:r>
          </a:p>
        </p:txBody>
      </p:sp>
      <p:sp>
        <p:nvSpPr>
          <p:cNvPr id="306" name="TextBox 305">
            <a:extLst>
              <a:ext uri="{FF2B5EF4-FFF2-40B4-BE49-F238E27FC236}">
                <a16:creationId xmlns:a16="http://schemas.microsoft.com/office/drawing/2014/main" id="{793F8AFF-D142-6B5F-5629-A4903A90B8A1}"/>
              </a:ext>
            </a:extLst>
          </p:cNvPr>
          <p:cNvSpPr txBox="1"/>
          <p:nvPr/>
        </p:nvSpPr>
        <p:spPr>
          <a:xfrm>
            <a:off x="3786999" y="3576014"/>
            <a:ext cx="308098" cy="369332"/>
          </a:xfrm>
          <a:prstGeom prst="rect">
            <a:avLst/>
          </a:prstGeom>
          <a:noFill/>
        </p:spPr>
        <p:txBody>
          <a:bodyPr wrap="none" rtlCol="0">
            <a:spAutoFit/>
          </a:bodyPr>
          <a:lstStyle/>
          <a:p>
            <a:r>
              <a:rPr lang="en-US" dirty="0"/>
              <a:t>2</a:t>
            </a:r>
          </a:p>
        </p:txBody>
      </p:sp>
      <p:sp>
        <p:nvSpPr>
          <p:cNvPr id="308" name="TextBox 307">
            <a:extLst>
              <a:ext uri="{FF2B5EF4-FFF2-40B4-BE49-F238E27FC236}">
                <a16:creationId xmlns:a16="http://schemas.microsoft.com/office/drawing/2014/main" id="{DB6F6D70-1883-8EEC-0D19-0221C82AB206}"/>
              </a:ext>
            </a:extLst>
          </p:cNvPr>
          <p:cNvSpPr txBox="1"/>
          <p:nvPr/>
        </p:nvSpPr>
        <p:spPr>
          <a:xfrm>
            <a:off x="3792250" y="4001125"/>
            <a:ext cx="308098" cy="369332"/>
          </a:xfrm>
          <a:prstGeom prst="rect">
            <a:avLst/>
          </a:prstGeom>
          <a:noFill/>
        </p:spPr>
        <p:txBody>
          <a:bodyPr wrap="none" rtlCol="0">
            <a:spAutoFit/>
          </a:bodyPr>
          <a:lstStyle/>
          <a:p>
            <a:r>
              <a:rPr lang="en-US" dirty="0"/>
              <a:t>4</a:t>
            </a:r>
          </a:p>
        </p:txBody>
      </p:sp>
      <p:sp>
        <p:nvSpPr>
          <p:cNvPr id="310" name="TextBox 309">
            <a:extLst>
              <a:ext uri="{FF2B5EF4-FFF2-40B4-BE49-F238E27FC236}">
                <a16:creationId xmlns:a16="http://schemas.microsoft.com/office/drawing/2014/main" id="{B9313865-A355-CE3A-8677-9F0A0F70F8BC}"/>
              </a:ext>
            </a:extLst>
          </p:cNvPr>
          <p:cNvSpPr txBox="1"/>
          <p:nvPr/>
        </p:nvSpPr>
        <p:spPr>
          <a:xfrm>
            <a:off x="3787464" y="4470918"/>
            <a:ext cx="308098" cy="369332"/>
          </a:xfrm>
          <a:prstGeom prst="rect">
            <a:avLst/>
          </a:prstGeom>
          <a:noFill/>
        </p:spPr>
        <p:txBody>
          <a:bodyPr wrap="none" rtlCol="0">
            <a:spAutoFit/>
          </a:bodyPr>
          <a:lstStyle/>
          <a:p>
            <a:r>
              <a:rPr lang="en-US" dirty="0"/>
              <a:t>8</a:t>
            </a:r>
          </a:p>
        </p:txBody>
      </p:sp>
      <p:sp>
        <p:nvSpPr>
          <p:cNvPr id="312" name="TextBox 311">
            <a:extLst>
              <a:ext uri="{FF2B5EF4-FFF2-40B4-BE49-F238E27FC236}">
                <a16:creationId xmlns:a16="http://schemas.microsoft.com/office/drawing/2014/main" id="{6A778038-ED1B-7980-597F-63E9B1F6620A}"/>
              </a:ext>
            </a:extLst>
          </p:cNvPr>
          <p:cNvSpPr txBox="1"/>
          <p:nvPr/>
        </p:nvSpPr>
        <p:spPr>
          <a:xfrm>
            <a:off x="3723272" y="4876947"/>
            <a:ext cx="431528" cy="369332"/>
          </a:xfrm>
          <a:prstGeom prst="rect">
            <a:avLst/>
          </a:prstGeom>
          <a:noFill/>
        </p:spPr>
        <p:txBody>
          <a:bodyPr wrap="none" rtlCol="0">
            <a:spAutoFit/>
          </a:bodyPr>
          <a:lstStyle/>
          <a:p>
            <a:r>
              <a:rPr lang="en-US" dirty="0"/>
              <a:t>16</a:t>
            </a:r>
          </a:p>
        </p:txBody>
      </p:sp>
      <p:sp>
        <p:nvSpPr>
          <p:cNvPr id="314" name="TextBox 313">
            <a:extLst>
              <a:ext uri="{FF2B5EF4-FFF2-40B4-BE49-F238E27FC236}">
                <a16:creationId xmlns:a16="http://schemas.microsoft.com/office/drawing/2014/main" id="{68AA6E65-9D72-BAD7-6EFE-F6B021EB8370}"/>
              </a:ext>
            </a:extLst>
          </p:cNvPr>
          <p:cNvSpPr txBox="1"/>
          <p:nvPr/>
        </p:nvSpPr>
        <p:spPr>
          <a:xfrm>
            <a:off x="3721931" y="5307239"/>
            <a:ext cx="431528" cy="369332"/>
          </a:xfrm>
          <a:prstGeom prst="rect">
            <a:avLst/>
          </a:prstGeom>
          <a:noFill/>
        </p:spPr>
        <p:txBody>
          <a:bodyPr wrap="none" rtlCol="0">
            <a:spAutoFit/>
          </a:bodyPr>
          <a:lstStyle/>
          <a:p>
            <a:r>
              <a:rPr lang="en-US" dirty="0"/>
              <a:t>32</a:t>
            </a:r>
          </a:p>
        </p:txBody>
      </p:sp>
      <p:sp>
        <p:nvSpPr>
          <p:cNvPr id="316" name="TextBox 315">
            <a:extLst>
              <a:ext uri="{FF2B5EF4-FFF2-40B4-BE49-F238E27FC236}">
                <a16:creationId xmlns:a16="http://schemas.microsoft.com/office/drawing/2014/main" id="{D36349C0-1D42-3FD3-115C-E8414809EF3C}"/>
              </a:ext>
            </a:extLst>
          </p:cNvPr>
          <p:cNvSpPr txBox="1"/>
          <p:nvPr/>
        </p:nvSpPr>
        <p:spPr>
          <a:xfrm>
            <a:off x="3708475" y="5658403"/>
            <a:ext cx="431528" cy="369332"/>
          </a:xfrm>
          <a:prstGeom prst="rect">
            <a:avLst/>
          </a:prstGeom>
          <a:noFill/>
        </p:spPr>
        <p:txBody>
          <a:bodyPr wrap="none" rtlCol="0">
            <a:spAutoFit/>
          </a:bodyPr>
          <a:lstStyle/>
          <a:p>
            <a:r>
              <a:rPr lang="en-US" dirty="0"/>
              <a:t>64</a:t>
            </a:r>
          </a:p>
        </p:txBody>
      </p:sp>
      <p:sp>
        <p:nvSpPr>
          <p:cNvPr id="318" name="TextBox 317">
            <a:extLst>
              <a:ext uri="{FF2B5EF4-FFF2-40B4-BE49-F238E27FC236}">
                <a16:creationId xmlns:a16="http://schemas.microsoft.com/office/drawing/2014/main" id="{17DCC182-19CE-C62D-E60B-6E1509C4F615}"/>
              </a:ext>
            </a:extLst>
          </p:cNvPr>
          <p:cNvSpPr txBox="1"/>
          <p:nvPr/>
        </p:nvSpPr>
        <p:spPr>
          <a:xfrm>
            <a:off x="3619232" y="6065268"/>
            <a:ext cx="554960" cy="369332"/>
          </a:xfrm>
          <a:prstGeom prst="rect">
            <a:avLst/>
          </a:prstGeom>
          <a:noFill/>
        </p:spPr>
        <p:txBody>
          <a:bodyPr wrap="none" rtlCol="0">
            <a:spAutoFit/>
          </a:bodyPr>
          <a:lstStyle/>
          <a:p>
            <a:r>
              <a:rPr lang="en-US" dirty="0"/>
              <a:t>128</a:t>
            </a:r>
          </a:p>
        </p:txBody>
      </p:sp>
      <p:sp>
        <p:nvSpPr>
          <p:cNvPr id="320" name="TextBox 319">
            <a:extLst>
              <a:ext uri="{FF2B5EF4-FFF2-40B4-BE49-F238E27FC236}">
                <a16:creationId xmlns:a16="http://schemas.microsoft.com/office/drawing/2014/main" id="{3963FBE4-27D3-DF49-4264-47F1F3878A8D}"/>
              </a:ext>
            </a:extLst>
          </p:cNvPr>
          <p:cNvSpPr txBox="1"/>
          <p:nvPr/>
        </p:nvSpPr>
        <p:spPr>
          <a:xfrm>
            <a:off x="3628088" y="6445180"/>
            <a:ext cx="554960" cy="369332"/>
          </a:xfrm>
          <a:prstGeom prst="rect">
            <a:avLst/>
          </a:prstGeom>
          <a:noFill/>
        </p:spPr>
        <p:txBody>
          <a:bodyPr wrap="none" rtlCol="0">
            <a:spAutoFit/>
          </a:bodyPr>
          <a:lstStyle/>
          <a:p>
            <a:r>
              <a:rPr lang="en-US" dirty="0"/>
              <a:t>256</a:t>
            </a:r>
          </a:p>
        </p:txBody>
      </p:sp>
      <p:sp>
        <p:nvSpPr>
          <p:cNvPr id="321" name="TextBox 320">
            <a:extLst>
              <a:ext uri="{FF2B5EF4-FFF2-40B4-BE49-F238E27FC236}">
                <a16:creationId xmlns:a16="http://schemas.microsoft.com/office/drawing/2014/main" id="{529AB372-B13D-6A7D-41AF-4DFEFBA5D643}"/>
              </a:ext>
            </a:extLst>
          </p:cNvPr>
          <p:cNvSpPr txBox="1"/>
          <p:nvPr/>
        </p:nvSpPr>
        <p:spPr>
          <a:xfrm>
            <a:off x="4904805" y="6071469"/>
            <a:ext cx="6168580" cy="553998"/>
          </a:xfrm>
          <a:prstGeom prst="rect">
            <a:avLst/>
          </a:prstGeom>
          <a:noFill/>
        </p:spPr>
        <p:txBody>
          <a:bodyPr wrap="square" rtlCol="0">
            <a:spAutoFit/>
          </a:bodyPr>
          <a:lstStyle/>
          <a:p>
            <a:r>
              <a:rPr lang="en-US" dirty="0" err="1">
                <a:latin typeface="Garamond" panose="02020404030301010803" pitchFamily="18" charset="0"/>
              </a:rPr>
              <a:t>PGSV</a:t>
            </a:r>
            <a:r>
              <a:rPr lang="en-US" i="1" baseline="-25000" dirty="0" err="1">
                <a:latin typeface="Garamond" panose="02020404030301010803" pitchFamily="18" charset="0"/>
              </a:rPr>
              <a:t>i</a:t>
            </a:r>
            <a:r>
              <a:rPr lang="en-US" i="1" dirty="0">
                <a:latin typeface="Garamond" panose="02020404030301010803" pitchFamily="18" charset="0"/>
              </a:rPr>
              <a:t> = </a:t>
            </a:r>
            <a:r>
              <a:rPr lang="en-US" dirty="0">
                <a:latin typeface="Garamond" panose="02020404030301010803" pitchFamily="18" charset="0"/>
              </a:rPr>
              <a:t>RGSV + 250 MH </a:t>
            </a:r>
            <a:r>
              <a:rPr lang="en-US" sz="1200" dirty="0">
                <a:latin typeface="Garamond" panose="02020404030301010803" pitchFamily="18" charset="0"/>
              </a:rPr>
              <a:t>where the 250 MH is the maximum added adjustment when the GSV of an upline is breakoff by a qualified Frontier under him.</a:t>
            </a:r>
            <a:endParaRPr lang="en-US" i="1" dirty="0">
              <a:latin typeface="Garamond" panose="02020404030301010803" pitchFamily="18" charset="0"/>
            </a:endParaRPr>
          </a:p>
        </p:txBody>
      </p:sp>
      <p:cxnSp>
        <p:nvCxnSpPr>
          <p:cNvPr id="8" name="Straight Connector 7">
            <a:extLst>
              <a:ext uri="{FF2B5EF4-FFF2-40B4-BE49-F238E27FC236}">
                <a16:creationId xmlns:a16="http://schemas.microsoft.com/office/drawing/2014/main" id="{670777AA-CA0A-98C6-8661-6EC41EF19995}"/>
              </a:ext>
            </a:extLst>
          </p:cNvPr>
          <p:cNvCxnSpPr>
            <a:cxnSpLocks/>
            <a:stCxn id="146" idx="2"/>
            <a:endCxn id="150" idx="0"/>
          </p:cNvCxnSpPr>
          <p:nvPr/>
        </p:nvCxnSpPr>
        <p:spPr>
          <a:xfrm flipH="1">
            <a:off x="4005181" y="1520340"/>
            <a:ext cx="349469" cy="23209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296BA43-2E1C-49FC-0A86-47F220238895}"/>
              </a:ext>
            </a:extLst>
          </p:cNvPr>
          <p:cNvCxnSpPr>
            <a:cxnSpLocks/>
            <a:stCxn id="195" idx="2"/>
            <a:endCxn id="199" idx="0"/>
          </p:cNvCxnSpPr>
          <p:nvPr/>
        </p:nvCxnSpPr>
        <p:spPr>
          <a:xfrm flipH="1">
            <a:off x="5769317" y="1504697"/>
            <a:ext cx="3483" cy="22810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9A460EF-6D67-401F-AFFB-A5582B9CE7AA}"/>
              </a:ext>
            </a:extLst>
          </p:cNvPr>
          <p:cNvSpPr txBox="1"/>
          <p:nvPr/>
        </p:nvSpPr>
        <p:spPr>
          <a:xfrm>
            <a:off x="6382450" y="3154501"/>
            <a:ext cx="4488023" cy="369332"/>
          </a:xfrm>
          <a:prstGeom prst="rect">
            <a:avLst/>
          </a:prstGeom>
          <a:noFill/>
        </p:spPr>
        <p:txBody>
          <a:bodyPr wrap="none" rtlCol="0">
            <a:spAutoFit/>
          </a:bodyPr>
          <a:lstStyle/>
          <a:p>
            <a:r>
              <a:rPr lang="en-US" dirty="0"/>
              <a:t>V</a:t>
            </a:r>
            <a:r>
              <a:rPr lang="en-US" baseline="-25000" dirty="0"/>
              <a:t>3</a:t>
            </a:r>
            <a:r>
              <a:rPr lang="en-US" baseline="-25000" dirty="0">
                <a:sym typeface="Wingdings" panose="05000000000000000000" pitchFamily="2" charset="2"/>
              </a:rPr>
              <a:t></a:t>
            </a:r>
            <a:r>
              <a:rPr lang="en-US" dirty="0"/>
              <a:t> Level</a:t>
            </a:r>
            <a:r>
              <a:rPr lang="en-US" baseline="-25000" dirty="0"/>
              <a:t>v3</a:t>
            </a:r>
            <a:r>
              <a:rPr lang="en-US" dirty="0"/>
              <a:t> = L5</a:t>
            </a:r>
            <a:r>
              <a:rPr lang="en-US" baseline="-25000" dirty="0"/>
              <a:t>distance at 5 </a:t>
            </a:r>
            <a:r>
              <a:rPr lang="en-US" dirty="0"/>
              <a:t>+ L3</a:t>
            </a:r>
            <a:r>
              <a:rPr lang="en-US" baseline="-25000" dirty="0">
                <a:sym typeface="Wingdings" panose="05000000000000000000" pitchFamily="2" charset="2"/>
              </a:rPr>
              <a:t>internal V3</a:t>
            </a:r>
            <a:r>
              <a:rPr lang="en-US" dirty="0"/>
              <a:t> = L8</a:t>
            </a:r>
            <a:r>
              <a:rPr lang="en-US" baseline="-25000" dirty="0"/>
              <a:t>V3</a:t>
            </a:r>
            <a:endParaRPr lang="en-US" dirty="0"/>
          </a:p>
        </p:txBody>
      </p:sp>
      <p:sp>
        <p:nvSpPr>
          <p:cNvPr id="19" name="TextBox 18">
            <a:extLst>
              <a:ext uri="{FF2B5EF4-FFF2-40B4-BE49-F238E27FC236}">
                <a16:creationId xmlns:a16="http://schemas.microsoft.com/office/drawing/2014/main" id="{379F2911-794D-D8FA-EBEC-9A3FBAED695F}"/>
              </a:ext>
            </a:extLst>
          </p:cNvPr>
          <p:cNvSpPr txBox="1"/>
          <p:nvPr/>
        </p:nvSpPr>
        <p:spPr>
          <a:xfrm>
            <a:off x="6348572" y="2755162"/>
            <a:ext cx="1306383" cy="369332"/>
          </a:xfrm>
          <a:prstGeom prst="rect">
            <a:avLst/>
          </a:prstGeom>
          <a:noFill/>
        </p:spPr>
        <p:txBody>
          <a:bodyPr wrap="none" rtlCol="0">
            <a:spAutoFit/>
          </a:bodyPr>
          <a:lstStyle/>
          <a:p>
            <a:r>
              <a:rPr lang="en-US" b="1" dirty="0">
                <a:solidFill>
                  <a:srgbClr val="0070C0"/>
                </a:solidFill>
              </a:rPr>
              <a:t>FORMULA:</a:t>
            </a:r>
          </a:p>
        </p:txBody>
      </p:sp>
      <p:sp>
        <p:nvSpPr>
          <p:cNvPr id="24" name="TextBox 23">
            <a:extLst>
              <a:ext uri="{FF2B5EF4-FFF2-40B4-BE49-F238E27FC236}">
                <a16:creationId xmlns:a16="http://schemas.microsoft.com/office/drawing/2014/main" id="{F5FA2AA3-6065-6281-47CE-3330D7D84F26}"/>
              </a:ext>
            </a:extLst>
          </p:cNvPr>
          <p:cNvSpPr txBox="1"/>
          <p:nvPr/>
        </p:nvSpPr>
        <p:spPr>
          <a:xfrm>
            <a:off x="6382450" y="3579785"/>
            <a:ext cx="4653133" cy="369332"/>
          </a:xfrm>
          <a:prstGeom prst="rect">
            <a:avLst/>
          </a:prstGeom>
          <a:noFill/>
        </p:spPr>
        <p:txBody>
          <a:bodyPr wrap="none" rtlCol="0">
            <a:spAutoFit/>
          </a:bodyPr>
          <a:lstStyle/>
          <a:p>
            <a:r>
              <a:rPr lang="en-US" dirty="0"/>
              <a:t>V</a:t>
            </a:r>
            <a:r>
              <a:rPr lang="en-US" baseline="-25000" dirty="0"/>
              <a:t>4</a:t>
            </a:r>
            <a:r>
              <a:rPr lang="en-US" baseline="-25000" dirty="0">
                <a:sym typeface="Wingdings" panose="05000000000000000000" pitchFamily="2" charset="2"/>
              </a:rPr>
              <a:t></a:t>
            </a:r>
            <a:r>
              <a:rPr lang="en-US" dirty="0"/>
              <a:t> Level</a:t>
            </a:r>
            <a:r>
              <a:rPr lang="en-US" baseline="-25000" dirty="0"/>
              <a:t>V4</a:t>
            </a:r>
            <a:r>
              <a:rPr lang="en-US" dirty="0"/>
              <a:t> = L5</a:t>
            </a:r>
            <a:r>
              <a:rPr lang="en-US" baseline="-25000" dirty="0"/>
              <a:t>distance at 5 </a:t>
            </a:r>
            <a:r>
              <a:rPr lang="en-US" dirty="0"/>
              <a:t>+ L4</a:t>
            </a:r>
            <a:r>
              <a:rPr lang="en-US" baseline="-25000" dirty="0">
                <a:sym typeface="Wingdings" panose="05000000000000000000" pitchFamily="2" charset="2"/>
              </a:rPr>
              <a:t>internal V4</a:t>
            </a:r>
            <a:r>
              <a:rPr lang="en-US" dirty="0"/>
              <a:t> = L9</a:t>
            </a:r>
            <a:r>
              <a:rPr lang="en-US" baseline="-25000" dirty="0"/>
              <a:t>V3</a:t>
            </a:r>
            <a:endParaRPr lang="en-US" dirty="0"/>
          </a:p>
        </p:txBody>
      </p:sp>
    </p:spTree>
    <p:extLst>
      <p:ext uri="{BB962C8B-B14F-4D97-AF65-F5344CB8AC3E}">
        <p14:creationId xmlns:p14="http://schemas.microsoft.com/office/powerpoint/2010/main" val="359743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65F46A-AED9-E625-7B62-4AB7AA996837}"/>
              </a:ext>
            </a:extLst>
          </p:cNvPr>
          <p:cNvSpPr txBox="1"/>
          <p:nvPr/>
        </p:nvSpPr>
        <p:spPr>
          <a:xfrm>
            <a:off x="3177108" y="3835451"/>
            <a:ext cx="5142755" cy="307777"/>
          </a:xfrm>
          <a:prstGeom prst="rect">
            <a:avLst/>
          </a:prstGeom>
          <a:noFill/>
        </p:spPr>
        <p:txBody>
          <a:bodyPr wrap="none" rtlCol="0">
            <a:spAutoFit/>
          </a:bodyPr>
          <a:lstStyle/>
          <a:p>
            <a:r>
              <a:rPr lang="en-US" sz="1400" dirty="0">
                <a:latin typeface="Garamond" panose="02020404030301010803" pitchFamily="18" charset="0"/>
              </a:rPr>
              <a:t>V   = </a:t>
            </a:r>
            <a:r>
              <a:rPr lang="en-US" sz="1400" dirty="0">
                <a:solidFill>
                  <a:schemeClr val="accent2">
                    <a:lumMod val="75000"/>
                  </a:schemeClr>
                </a:solidFill>
                <a:latin typeface="Garamond" panose="02020404030301010803" pitchFamily="18" charset="0"/>
              </a:rPr>
              <a:t>80 CV </a:t>
            </a:r>
            <a:r>
              <a:rPr lang="en-US" sz="1400" dirty="0">
                <a:latin typeface="Garamond" panose="02020404030301010803" pitchFamily="18" charset="0"/>
                <a:sym typeface="Wingdings" panose="05000000000000000000" pitchFamily="2" charset="2"/>
              </a:rPr>
              <a:t> L1 = </a:t>
            </a:r>
            <a:r>
              <a:rPr lang="en-US" sz="1400" b="1" dirty="0">
                <a:solidFill>
                  <a:srgbClr val="00B050"/>
                </a:solidFill>
              </a:rPr>
              <a:t>180</a:t>
            </a:r>
            <a:r>
              <a:rPr lang="en-US" sz="1400" dirty="0">
                <a:latin typeface="Garamond" panose="02020404030301010803" pitchFamily="18" charset="0"/>
              </a:rPr>
              <a:t> – </a:t>
            </a:r>
            <a:r>
              <a:rPr lang="en-US" sz="1400" dirty="0">
                <a:solidFill>
                  <a:schemeClr val="accent5">
                    <a:lumMod val="60000"/>
                    <a:lumOff val="40000"/>
                  </a:schemeClr>
                </a:solidFill>
                <a:latin typeface="Garamond" panose="02020404030301010803" pitchFamily="18" charset="0"/>
              </a:rPr>
              <a:t>4</a:t>
            </a:r>
            <a:r>
              <a:rPr lang="en-US" sz="1400" baseline="-25000" dirty="0">
                <a:solidFill>
                  <a:schemeClr val="accent5">
                    <a:lumMod val="60000"/>
                    <a:lumOff val="40000"/>
                  </a:schemeClr>
                </a:solidFill>
                <a:latin typeface="Garamond" panose="02020404030301010803" pitchFamily="18" charset="0"/>
              </a:rPr>
              <a:t>V1</a:t>
            </a:r>
            <a:r>
              <a:rPr lang="en-US" sz="1400" baseline="-25000" dirty="0">
                <a:solidFill>
                  <a:schemeClr val="accent5">
                    <a:lumMod val="60000"/>
                    <a:lumOff val="40000"/>
                  </a:schemeClr>
                </a:solidFill>
                <a:latin typeface="Garamond" panose="02020404030301010803" pitchFamily="18" charset="0"/>
                <a:sym typeface="Wingdings" panose="05000000000000000000" pitchFamily="2" charset="2"/>
              </a:rPr>
              <a:t></a:t>
            </a:r>
            <a:r>
              <a:rPr lang="en-US" sz="1400" baseline="-25000" dirty="0">
                <a:solidFill>
                  <a:schemeClr val="accent5">
                    <a:lumMod val="60000"/>
                    <a:lumOff val="40000"/>
                  </a:schemeClr>
                </a:solidFill>
                <a:latin typeface="Garamond" panose="02020404030301010803" pitchFamily="18" charset="0"/>
              </a:rPr>
              <a:t>MRF</a:t>
            </a:r>
            <a:r>
              <a:rPr lang="en-US" sz="1400" dirty="0">
                <a:solidFill>
                  <a:schemeClr val="accent5">
                    <a:lumMod val="60000"/>
                    <a:lumOff val="40000"/>
                  </a:schemeClr>
                </a:solidFill>
                <a:latin typeface="Garamond" panose="02020404030301010803" pitchFamily="18" charset="0"/>
              </a:rPr>
              <a:t> </a:t>
            </a:r>
            <a:r>
              <a:rPr lang="en-US" sz="1400" dirty="0">
                <a:latin typeface="Garamond" panose="02020404030301010803" pitchFamily="18" charset="0"/>
              </a:rPr>
              <a:t>– 2.4</a:t>
            </a:r>
            <a:r>
              <a:rPr lang="en-US" sz="1400" baseline="-25000" dirty="0">
                <a:latin typeface="Garamond" panose="02020404030301010803" pitchFamily="18" charset="0"/>
              </a:rPr>
              <a:t>V1</a:t>
            </a:r>
            <a:r>
              <a:rPr lang="en-US" sz="1400" baseline="-25000" dirty="0">
                <a:latin typeface="Garamond" panose="02020404030301010803" pitchFamily="18" charset="0"/>
                <a:sym typeface="Wingdings" panose="05000000000000000000" pitchFamily="2" charset="2"/>
              </a:rPr>
              <a:t></a:t>
            </a:r>
            <a:r>
              <a:rPr lang="en-US" sz="1400" baseline="-25000" dirty="0">
                <a:latin typeface="Garamond" panose="02020404030301010803" pitchFamily="18" charset="0"/>
              </a:rPr>
              <a:t>LB</a:t>
            </a:r>
            <a:r>
              <a:rPr lang="en-US" sz="1400" dirty="0">
                <a:latin typeface="Garamond" panose="02020404030301010803" pitchFamily="18" charset="0"/>
              </a:rPr>
              <a:t> – 2.4</a:t>
            </a:r>
            <a:r>
              <a:rPr lang="en-US" sz="1400" baseline="-25000" dirty="0">
                <a:latin typeface="Garamond" panose="02020404030301010803" pitchFamily="18" charset="0"/>
              </a:rPr>
              <a:t>V2</a:t>
            </a:r>
            <a:r>
              <a:rPr lang="en-US" sz="1400" baseline="-25000" dirty="0">
                <a:latin typeface="Garamond" panose="02020404030301010803" pitchFamily="18" charset="0"/>
                <a:sym typeface="Wingdings" panose="05000000000000000000" pitchFamily="2" charset="2"/>
              </a:rPr>
              <a:t>LB</a:t>
            </a:r>
            <a:r>
              <a:rPr lang="en-US" sz="1400" dirty="0">
                <a:latin typeface="Garamond" panose="02020404030301010803" pitchFamily="18" charset="0"/>
              </a:rPr>
              <a:t> – 1.2</a:t>
            </a:r>
            <a:r>
              <a:rPr lang="en-US" sz="1400" baseline="-25000" dirty="0">
                <a:latin typeface="Garamond" panose="02020404030301010803" pitchFamily="18" charset="0"/>
              </a:rPr>
              <a:t>V3</a:t>
            </a:r>
            <a:r>
              <a:rPr lang="en-US" sz="1400" baseline="-25000" dirty="0">
                <a:latin typeface="Garamond" panose="02020404030301010803" pitchFamily="18" charset="0"/>
                <a:sym typeface="Wingdings" panose="05000000000000000000" pitchFamily="2" charset="2"/>
              </a:rPr>
              <a:t>LB</a:t>
            </a:r>
            <a:r>
              <a:rPr lang="en-US" sz="1400" dirty="0">
                <a:latin typeface="Garamond" panose="02020404030301010803" pitchFamily="18" charset="0"/>
              </a:rPr>
              <a:t> </a:t>
            </a:r>
          </a:p>
        </p:txBody>
      </p:sp>
      <p:sp>
        <p:nvSpPr>
          <p:cNvPr id="4" name="TextBox 3">
            <a:extLst>
              <a:ext uri="{FF2B5EF4-FFF2-40B4-BE49-F238E27FC236}">
                <a16:creationId xmlns:a16="http://schemas.microsoft.com/office/drawing/2014/main" id="{6A1FDA95-78C7-0941-FBEF-C38B97C1A26E}"/>
              </a:ext>
            </a:extLst>
          </p:cNvPr>
          <p:cNvSpPr txBox="1"/>
          <p:nvPr/>
        </p:nvSpPr>
        <p:spPr>
          <a:xfrm>
            <a:off x="3155363" y="2160891"/>
            <a:ext cx="6149440" cy="400110"/>
          </a:xfrm>
          <a:prstGeom prst="rect">
            <a:avLst/>
          </a:prstGeom>
          <a:noFill/>
        </p:spPr>
        <p:txBody>
          <a:bodyPr wrap="none" rtlCol="0">
            <a:spAutoFit/>
          </a:bodyPr>
          <a:lstStyle/>
          <a:p>
            <a:r>
              <a:rPr lang="en-US" sz="2000" dirty="0">
                <a:latin typeface="Garamond" panose="02020404030301010803" pitchFamily="18" charset="0"/>
              </a:rPr>
              <a:t>BPV</a:t>
            </a:r>
            <a:r>
              <a:rPr lang="en-US" sz="2000" dirty="0">
                <a:latin typeface="Garamond" panose="02020404030301010803" pitchFamily="18" charset="0"/>
                <a:sym typeface="Wingdings" panose="05000000000000000000" pitchFamily="2" charset="2"/>
              </a:rPr>
              <a:t> </a:t>
            </a:r>
            <a:r>
              <a:rPr lang="en-US" sz="2000" dirty="0">
                <a:latin typeface="Garamond" panose="02020404030301010803" pitchFamily="18" charset="0"/>
              </a:rPr>
              <a:t>4MH x RM180 = RM720 </a:t>
            </a:r>
            <a:r>
              <a:rPr lang="en-US" sz="2000" dirty="0">
                <a:latin typeface="Garamond" panose="02020404030301010803" pitchFamily="18" charset="0"/>
                <a:sym typeface="Wingdings" panose="05000000000000000000" pitchFamily="2" charset="2"/>
              </a:rPr>
              <a:t> PPV= 180 CV</a:t>
            </a:r>
            <a:r>
              <a:rPr lang="en-US" sz="2000" baseline="-25000" dirty="0">
                <a:latin typeface="Garamond" panose="02020404030301010803" pitchFamily="18" charset="0"/>
                <a:sym typeface="Wingdings" panose="05000000000000000000" pitchFamily="2" charset="2"/>
              </a:rPr>
              <a:t>(45CV x 4)</a:t>
            </a:r>
            <a:r>
              <a:rPr lang="en-US" sz="2000" dirty="0">
                <a:latin typeface="Garamond" panose="02020404030301010803" pitchFamily="18" charset="0"/>
                <a:sym typeface="Wingdings" panose="05000000000000000000" pitchFamily="2" charset="2"/>
              </a:rPr>
              <a:t> </a:t>
            </a:r>
            <a:endParaRPr lang="en-US" sz="2000" dirty="0">
              <a:latin typeface="Garamond" panose="02020404030301010803" pitchFamily="18" charset="0"/>
            </a:endParaRPr>
          </a:p>
        </p:txBody>
      </p:sp>
      <p:sp>
        <p:nvSpPr>
          <p:cNvPr id="6" name="TextBox 5">
            <a:extLst>
              <a:ext uri="{FF2B5EF4-FFF2-40B4-BE49-F238E27FC236}">
                <a16:creationId xmlns:a16="http://schemas.microsoft.com/office/drawing/2014/main" id="{4464AF90-D985-2E19-6300-E8E5FE9AA529}"/>
              </a:ext>
            </a:extLst>
          </p:cNvPr>
          <p:cNvSpPr txBox="1"/>
          <p:nvPr/>
        </p:nvSpPr>
        <p:spPr>
          <a:xfrm>
            <a:off x="3155363" y="364850"/>
            <a:ext cx="5770875" cy="1600438"/>
          </a:xfrm>
          <a:prstGeom prst="rect">
            <a:avLst/>
          </a:prstGeom>
          <a:noFill/>
        </p:spPr>
        <p:txBody>
          <a:bodyPr wrap="none" rtlCol="0">
            <a:spAutoFit/>
          </a:bodyPr>
          <a:lstStyle/>
          <a:p>
            <a:r>
              <a:rPr lang="en-US" sz="2800" b="1" dirty="0">
                <a:latin typeface="Garamond" panose="02020404030301010803" pitchFamily="18" charset="0"/>
                <a:sym typeface="Wingdings" panose="05000000000000000000" pitchFamily="2" charset="2"/>
              </a:rPr>
              <a:t>PPV</a:t>
            </a:r>
            <a:r>
              <a:rPr lang="en-US" sz="2000" dirty="0">
                <a:latin typeface="Garamond" panose="02020404030301010803" pitchFamily="18" charset="0"/>
                <a:sym typeface="Wingdings" panose="05000000000000000000" pitchFamily="2" charset="2"/>
              </a:rPr>
              <a:t> = Total CV is auto distributed by system default </a:t>
            </a:r>
          </a:p>
          <a:p>
            <a:pPr marL="742950" lvl="1" indent="-285750">
              <a:buFont typeface="Wingdings" panose="05000000000000000000" pitchFamily="2" charset="2"/>
              <a:buChar char="Ø"/>
            </a:pPr>
            <a:r>
              <a:rPr lang="en-US" sz="1400" dirty="0">
                <a:latin typeface="Garamond" panose="02020404030301010803" pitchFamily="18" charset="0"/>
                <a:sym typeface="Wingdings" panose="05000000000000000000" pitchFamily="2" charset="2"/>
              </a:rPr>
              <a:t>V   = 80 CV</a:t>
            </a:r>
          </a:p>
          <a:p>
            <a:pPr marL="742950" lvl="1" indent="-285750">
              <a:buFont typeface="Wingdings" panose="05000000000000000000" pitchFamily="2" charset="2"/>
              <a:buChar char="Ø"/>
            </a:pPr>
            <a:r>
              <a:rPr lang="en-US" sz="1400" dirty="0">
                <a:latin typeface="Garamond" panose="02020404030301010803" pitchFamily="18" charset="0"/>
                <a:sym typeface="Wingdings" panose="05000000000000000000" pitchFamily="2" charset="2"/>
              </a:rPr>
              <a:t>V1 = 40 CV </a:t>
            </a:r>
          </a:p>
          <a:p>
            <a:pPr marL="742950" lvl="1" indent="-285750">
              <a:buFont typeface="Wingdings" panose="05000000000000000000" pitchFamily="2" charset="2"/>
              <a:buChar char="Ø"/>
            </a:pPr>
            <a:r>
              <a:rPr lang="en-US" sz="1400" dirty="0">
                <a:latin typeface="Garamond" panose="02020404030301010803" pitchFamily="18" charset="0"/>
                <a:sym typeface="Wingdings" panose="05000000000000000000" pitchFamily="2" charset="2"/>
              </a:rPr>
              <a:t>V2 = 40 CV </a:t>
            </a:r>
          </a:p>
          <a:p>
            <a:pPr marL="742950" lvl="1" indent="-285750">
              <a:buFont typeface="Wingdings" panose="05000000000000000000" pitchFamily="2" charset="2"/>
              <a:buChar char="Ø"/>
            </a:pPr>
            <a:r>
              <a:rPr lang="en-US" sz="1400" dirty="0">
                <a:latin typeface="Garamond" panose="02020404030301010803" pitchFamily="18" charset="0"/>
                <a:sym typeface="Wingdings" panose="05000000000000000000" pitchFamily="2" charset="2"/>
              </a:rPr>
              <a:t>V3 = 40 CV </a:t>
            </a:r>
          </a:p>
          <a:p>
            <a:pPr marL="742950" lvl="1" indent="-285750">
              <a:buFont typeface="Wingdings" panose="05000000000000000000" pitchFamily="2" charset="2"/>
              <a:buChar char="Ø"/>
            </a:pPr>
            <a:r>
              <a:rPr lang="en-US" sz="1400" dirty="0">
                <a:latin typeface="Garamond" panose="02020404030301010803" pitchFamily="18" charset="0"/>
                <a:sym typeface="Wingdings" panose="05000000000000000000" pitchFamily="2" charset="2"/>
              </a:rPr>
              <a:t>V4 = Remaining CV</a:t>
            </a:r>
            <a:endParaRPr lang="en-US" sz="1400" dirty="0">
              <a:latin typeface="Garamond" panose="02020404030301010803" pitchFamily="18" charset="0"/>
            </a:endParaRPr>
          </a:p>
        </p:txBody>
      </p:sp>
      <p:sp>
        <p:nvSpPr>
          <p:cNvPr id="8" name="TextBox 7">
            <a:extLst>
              <a:ext uri="{FF2B5EF4-FFF2-40B4-BE49-F238E27FC236}">
                <a16:creationId xmlns:a16="http://schemas.microsoft.com/office/drawing/2014/main" id="{45F7CAE2-5D48-348A-229F-9CCB7C1F313F}"/>
              </a:ext>
            </a:extLst>
          </p:cNvPr>
          <p:cNvSpPr txBox="1"/>
          <p:nvPr/>
        </p:nvSpPr>
        <p:spPr>
          <a:xfrm>
            <a:off x="3179064" y="4143230"/>
            <a:ext cx="4350871" cy="307777"/>
          </a:xfrm>
          <a:prstGeom prst="rect">
            <a:avLst/>
          </a:prstGeom>
          <a:noFill/>
        </p:spPr>
        <p:txBody>
          <a:bodyPr wrap="none" rtlCol="0">
            <a:spAutoFit/>
          </a:bodyPr>
          <a:lstStyle/>
          <a:p>
            <a:r>
              <a:rPr lang="en-US" sz="1400" dirty="0">
                <a:latin typeface="Garamond" panose="02020404030301010803" pitchFamily="18" charset="0"/>
              </a:rPr>
              <a:t>V1 = </a:t>
            </a:r>
            <a:r>
              <a:rPr lang="en-US" sz="1400" dirty="0">
                <a:solidFill>
                  <a:schemeClr val="accent2">
                    <a:lumMod val="75000"/>
                  </a:schemeClr>
                </a:solidFill>
                <a:latin typeface="Garamond" panose="02020404030301010803" pitchFamily="18" charset="0"/>
              </a:rPr>
              <a:t>40 CV </a:t>
            </a:r>
            <a:r>
              <a:rPr lang="en-US" sz="1400" dirty="0">
                <a:latin typeface="Garamond" panose="02020404030301010803" pitchFamily="18" charset="0"/>
                <a:sym typeface="Wingdings" panose="05000000000000000000" pitchFamily="2" charset="2"/>
              </a:rPr>
              <a:t> L2 = </a:t>
            </a:r>
            <a:r>
              <a:rPr lang="en-US" sz="1400" b="1" dirty="0">
                <a:solidFill>
                  <a:srgbClr val="00B050"/>
                </a:solidFill>
              </a:rPr>
              <a:t>180</a:t>
            </a:r>
            <a:r>
              <a:rPr lang="en-US" sz="1400" dirty="0">
                <a:latin typeface="Garamond" panose="02020404030301010803" pitchFamily="18" charset="0"/>
              </a:rPr>
              <a:t> – </a:t>
            </a:r>
            <a:r>
              <a:rPr lang="en-US" sz="1400" dirty="0">
                <a:solidFill>
                  <a:schemeClr val="accent5">
                    <a:lumMod val="60000"/>
                    <a:lumOff val="40000"/>
                  </a:schemeClr>
                </a:solidFill>
                <a:latin typeface="Garamond" panose="02020404030301010803" pitchFamily="18" charset="0"/>
              </a:rPr>
              <a:t>4</a:t>
            </a:r>
            <a:r>
              <a:rPr lang="en-US" sz="1400" baseline="-25000" dirty="0">
                <a:solidFill>
                  <a:schemeClr val="accent5">
                    <a:lumMod val="60000"/>
                    <a:lumOff val="40000"/>
                  </a:schemeClr>
                </a:solidFill>
                <a:latin typeface="Garamond" panose="02020404030301010803" pitchFamily="18" charset="0"/>
              </a:rPr>
              <a:t>V2</a:t>
            </a:r>
            <a:r>
              <a:rPr lang="en-US" sz="1400" baseline="-25000" dirty="0">
                <a:solidFill>
                  <a:schemeClr val="accent5">
                    <a:lumMod val="60000"/>
                    <a:lumOff val="40000"/>
                  </a:schemeClr>
                </a:solidFill>
                <a:latin typeface="Garamond" panose="02020404030301010803" pitchFamily="18" charset="0"/>
                <a:sym typeface="Wingdings" panose="05000000000000000000" pitchFamily="2" charset="2"/>
              </a:rPr>
              <a:t></a:t>
            </a:r>
            <a:r>
              <a:rPr lang="en-US" sz="1400" baseline="-25000" dirty="0">
                <a:solidFill>
                  <a:schemeClr val="accent5">
                    <a:lumMod val="60000"/>
                    <a:lumOff val="40000"/>
                  </a:schemeClr>
                </a:solidFill>
                <a:latin typeface="Garamond" panose="02020404030301010803" pitchFamily="18" charset="0"/>
              </a:rPr>
              <a:t>MRF</a:t>
            </a:r>
            <a:r>
              <a:rPr lang="en-US" sz="1400" dirty="0">
                <a:solidFill>
                  <a:schemeClr val="accent5">
                    <a:lumMod val="60000"/>
                    <a:lumOff val="40000"/>
                  </a:schemeClr>
                </a:solidFill>
                <a:latin typeface="Garamond" panose="02020404030301010803" pitchFamily="18" charset="0"/>
              </a:rPr>
              <a:t> </a:t>
            </a:r>
            <a:r>
              <a:rPr lang="en-US" sz="1400" dirty="0">
                <a:latin typeface="Garamond" panose="02020404030301010803" pitchFamily="18" charset="0"/>
              </a:rPr>
              <a:t>– 2.4</a:t>
            </a:r>
            <a:r>
              <a:rPr lang="en-US" sz="1400" baseline="-25000" dirty="0">
                <a:latin typeface="Garamond" panose="02020404030301010803" pitchFamily="18" charset="0"/>
              </a:rPr>
              <a:t>V2</a:t>
            </a:r>
            <a:r>
              <a:rPr lang="en-US" sz="1400" baseline="-25000" dirty="0">
                <a:latin typeface="Garamond" panose="02020404030301010803" pitchFamily="18" charset="0"/>
                <a:sym typeface="Wingdings" panose="05000000000000000000" pitchFamily="2" charset="2"/>
              </a:rPr>
              <a:t></a:t>
            </a:r>
            <a:r>
              <a:rPr lang="en-US" sz="1400" baseline="-25000" dirty="0">
                <a:latin typeface="Garamond" panose="02020404030301010803" pitchFamily="18" charset="0"/>
              </a:rPr>
              <a:t>LB</a:t>
            </a:r>
            <a:r>
              <a:rPr lang="en-US" sz="1400" dirty="0">
                <a:latin typeface="Garamond" panose="02020404030301010803" pitchFamily="18" charset="0"/>
              </a:rPr>
              <a:t> – 1.2</a:t>
            </a:r>
            <a:r>
              <a:rPr lang="en-US" sz="1400" baseline="-25000" dirty="0">
                <a:latin typeface="Garamond" panose="02020404030301010803" pitchFamily="18" charset="0"/>
              </a:rPr>
              <a:t>V3</a:t>
            </a:r>
            <a:r>
              <a:rPr lang="en-US" sz="1400" baseline="-25000" dirty="0">
                <a:latin typeface="Garamond" panose="02020404030301010803" pitchFamily="18" charset="0"/>
                <a:sym typeface="Wingdings" panose="05000000000000000000" pitchFamily="2" charset="2"/>
              </a:rPr>
              <a:t>LB</a:t>
            </a:r>
            <a:r>
              <a:rPr lang="en-US" sz="1400" dirty="0">
                <a:latin typeface="Garamond" panose="02020404030301010803" pitchFamily="18" charset="0"/>
              </a:rPr>
              <a:t> </a:t>
            </a:r>
          </a:p>
        </p:txBody>
      </p:sp>
      <p:sp>
        <p:nvSpPr>
          <p:cNvPr id="10" name="TextBox 9">
            <a:extLst>
              <a:ext uri="{FF2B5EF4-FFF2-40B4-BE49-F238E27FC236}">
                <a16:creationId xmlns:a16="http://schemas.microsoft.com/office/drawing/2014/main" id="{6E1B0379-BDE8-8DD9-E9B1-A695A4E92D09}"/>
              </a:ext>
            </a:extLst>
          </p:cNvPr>
          <p:cNvSpPr txBox="1"/>
          <p:nvPr/>
        </p:nvSpPr>
        <p:spPr>
          <a:xfrm>
            <a:off x="3179063" y="4451006"/>
            <a:ext cx="3563796" cy="307777"/>
          </a:xfrm>
          <a:prstGeom prst="rect">
            <a:avLst/>
          </a:prstGeom>
          <a:noFill/>
        </p:spPr>
        <p:txBody>
          <a:bodyPr wrap="none" rtlCol="0">
            <a:spAutoFit/>
          </a:bodyPr>
          <a:lstStyle/>
          <a:p>
            <a:r>
              <a:rPr lang="en-US" sz="1400" dirty="0">
                <a:latin typeface="Garamond" panose="02020404030301010803" pitchFamily="18" charset="0"/>
              </a:rPr>
              <a:t>V2 = </a:t>
            </a:r>
            <a:r>
              <a:rPr lang="en-US" sz="1400" dirty="0">
                <a:solidFill>
                  <a:schemeClr val="accent2">
                    <a:lumMod val="75000"/>
                  </a:schemeClr>
                </a:solidFill>
                <a:latin typeface="Garamond" panose="02020404030301010803" pitchFamily="18" charset="0"/>
              </a:rPr>
              <a:t>40 CV </a:t>
            </a:r>
            <a:r>
              <a:rPr lang="en-US" sz="1400" dirty="0">
                <a:latin typeface="Garamond" panose="02020404030301010803" pitchFamily="18" charset="0"/>
                <a:sym typeface="Wingdings" panose="05000000000000000000" pitchFamily="2" charset="2"/>
              </a:rPr>
              <a:t> L3 = </a:t>
            </a:r>
            <a:r>
              <a:rPr lang="en-US" sz="1400" b="1" dirty="0">
                <a:solidFill>
                  <a:srgbClr val="00B050"/>
                </a:solidFill>
              </a:rPr>
              <a:t>180</a:t>
            </a:r>
            <a:r>
              <a:rPr lang="en-US" sz="1400" dirty="0">
                <a:latin typeface="Garamond" panose="02020404030301010803" pitchFamily="18" charset="0"/>
              </a:rPr>
              <a:t> – </a:t>
            </a:r>
            <a:r>
              <a:rPr lang="en-US" sz="1400" dirty="0">
                <a:solidFill>
                  <a:schemeClr val="accent5">
                    <a:lumMod val="60000"/>
                    <a:lumOff val="40000"/>
                  </a:schemeClr>
                </a:solidFill>
                <a:latin typeface="Garamond" panose="02020404030301010803" pitchFamily="18" charset="0"/>
              </a:rPr>
              <a:t>2</a:t>
            </a:r>
            <a:r>
              <a:rPr lang="en-US" sz="1400" baseline="-25000" dirty="0">
                <a:solidFill>
                  <a:schemeClr val="accent5">
                    <a:lumMod val="60000"/>
                    <a:lumOff val="40000"/>
                  </a:schemeClr>
                </a:solidFill>
                <a:latin typeface="Garamond" panose="02020404030301010803" pitchFamily="18" charset="0"/>
              </a:rPr>
              <a:t>V3</a:t>
            </a:r>
            <a:r>
              <a:rPr lang="en-US" sz="1400" baseline="-25000" dirty="0">
                <a:solidFill>
                  <a:schemeClr val="accent5">
                    <a:lumMod val="60000"/>
                    <a:lumOff val="40000"/>
                  </a:schemeClr>
                </a:solidFill>
                <a:latin typeface="Garamond" panose="02020404030301010803" pitchFamily="18" charset="0"/>
                <a:sym typeface="Wingdings" panose="05000000000000000000" pitchFamily="2" charset="2"/>
              </a:rPr>
              <a:t></a:t>
            </a:r>
            <a:r>
              <a:rPr lang="en-US" sz="1400" baseline="-25000" dirty="0">
                <a:solidFill>
                  <a:schemeClr val="accent5">
                    <a:lumMod val="60000"/>
                    <a:lumOff val="40000"/>
                  </a:schemeClr>
                </a:solidFill>
                <a:latin typeface="Garamond" panose="02020404030301010803" pitchFamily="18" charset="0"/>
              </a:rPr>
              <a:t>MRF</a:t>
            </a:r>
            <a:r>
              <a:rPr lang="en-US" sz="1400" dirty="0">
                <a:solidFill>
                  <a:schemeClr val="accent5">
                    <a:lumMod val="60000"/>
                    <a:lumOff val="40000"/>
                  </a:schemeClr>
                </a:solidFill>
                <a:latin typeface="Garamond" panose="02020404030301010803" pitchFamily="18" charset="0"/>
              </a:rPr>
              <a:t> </a:t>
            </a:r>
            <a:r>
              <a:rPr lang="en-US" sz="1400" dirty="0">
                <a:latin typeface="Garamond" panose="02020404030301010803" pitchFamily="18" charset="0"/>
              </a:rPr>
              <a:t>– 1.2</a:t>
            </a:r>
            <a:r>
              <a:rPr lang="en-US" sz="1400" baseline="-25000" dirty="0">
                <a:latin typeface="Garamond" panose="02020404030301010803" pitchFamily="18" charset="0"/>
              </a:rPr>
              <a:t>V3</a:t>
            </a:r>
            <a:r>
              <a:rPr lang="en-US" sz="1400" baseline="-25000" dirty="0">
                <a:latin typeface="Garamond" panose="02020404030301010803" pitchFamily="18" charset="0"/>
                <a:sym typeface="Wingdings" panose="05000000000000000000" pitchFamily="2" charset="2"/>
              </a:rPr>
              <a:t>LB</a:t>
            </a:r>
            <a:r>
              <a:rPr lang="en-US" sz="1400" dirty="0">
                <a:latin typeface="Garamond" panose="02020404030301010803" pitchFamily="18" charset="0"/>
              </a:rPr>
              <a:t> </a:t>
            </a:r>
          </a:p>
        </p:txBody>
      </p:sp>
      <p:sp>
        <p:nvSpPr>
          <p:cNvPr id="12" name="TextBox 11">
            <a:extLst>
              <a:ext uri="{FF2B5EF4-FFF2-40B4-BE49-F238E27FC236}">
                <a16:creationId xmlns:a16="http://schemas.microsoft.com/office/drawing/2014/main" id="{0D1761B2-BB72-77E3-FFC7-E0143D502A2B}"/>
              </a:ext>
            </a:extLst>
          </p:cNvPr>
          <p:cNvSpPr txBox="1"/>
          <p:nvPr/>
        </p:nvSpPr>
        <p:spPr>
          <a:xfrm>
            <a:off x="3179063" y="4758781"/>
            <a:ext cx="2048959" cy="307777"/>
          </a:xfrm>
          <a:prstGeom prst="rect">
            <a:avLst/>
          </a:prstGeom>
          <a:noFill/>
        </p:spPr>
        <p:txBody>
          <a:bodyPr wrap="none" rtlCol="0">
            <a:spAutoFit/>
          </a:bodyPr>
          <a:lstStyle/>
          <a:p>
            <a:r>
              <a:rPr lang="en-US" sz="1400" dirty="0">
                <a:latin typeface="Garamond" panose="02020404030301010803" pitchFamily="18" charset="0"/>
              </a:rPr>
              <a:t>V3 = </a:t>
            </a:r>
            <a:r>
              <a:rPr lang="en-US" sz="1400" dirty="0">
                <a:solidFill>
                  <a:schemeClr val="accent2">
                    <a:lumMod val="75000"/>
                  </a:schemeClr>
                </a:solidFill>
                <a:latin typeface="Garamond" panose="02020404030301010803" pitchFamily="18" charset="0"/>
              </a:rPr>
              <a:t>20 CV </a:t>
            </a:r>
            <a:r>
              <a:rPr lang="en-US" sz="1400" dirty="0">
                <a:latin typeface="Garamond" panose="02020404030301010803" pitchFamily="18" charset="0"/>
                <a:sym typeface="Wingdings" panose="05000000000000000000" pitchFamily="2" charset="2"/>
              </a:rPr>
              <a:t> L3 = </a:t>
            </a:r>
            <a:r>
              <a:rPr lang="en-US" sz="1400" b="1" dirty="0">
                <a:solidFill>
                  <a:srgbClr val="00B050"/>
                </a:solidFill>
              </a:rPr>
              <a:t>180</a:t>
            </a:r>
            <a:r>
              <a:rPr lang="en-US" sz="1400" dirty="0">
                <a:latin typeface="Garamond" panose="02020404030301010803" pitchFamily="18" charset="0"/>
              </a:rPr>
              <a:t> </a:t>
            </a:r>
          </a:p>
        </p:txBody>
      </p:sp>
      <p:sp>
        <p:nvSpPr>
          <p:cNvPr id="14" name="TextBox 13">
            <a:extLst>
              <a:ext uri="{FF2B5EF4-FFF2-40B4-BE49-F238E27FC236}">
                <a16:creationId xmlns:a16="http://schemas.microsoft.com/office/drawing/2014/main" id="{78EB452C-92ED-77B8-0309-33BF90AE85C2}"/>
              </a:ext>
            </a:extLst>
          </p:cNvPr>
          <p:cNvSpPr txBox="1"/>
          <p:nvPr/>
        </p:nvSpPr>
        <p:spPr>
          <a:xfrm>
            <a:off x="3179063" y="5066558"/>
            <a:ext cx="657552" cy="307777"/>
          </a:xfrm>
          <a:prstGeom prst="rect">
            <a:avLst/>
          </a:prstGeom>
          <a:noFill/>
        </p:spPr>
        <p:txBody>
          <a:bodyPr wrap="none" rtlCol="0">
            <a:spAutoFit/>
          </a:bodyPr>
          <a:lstStyle/>
          <a:p>
            <a:r>
              <a:rPr lang="en-US" sz="1400" dirty="0">
                <a:latin typeface="Garamond" panose="02020404030301010803" pitchFamily="18" charset="0"/>
              </a:rPr>
              <a:t>V4 = -</a:t>
            </a:r>
          </a:p>
        </p:txBody>
      </p:sp>
      <p:cxnSp>
        <p:nvCxnSpPr>
          <p:cNvPr id="16" name="Straight Connector 15">
            <a:extLst>
              <a:ext uri="{FF2B5EF4-FFF2-40B4-BE49-F238E27FC236}">
                <a16:creationId xmlns:a16="http://schemas.microsoft.com/office/drawing/2014/main" id="{E67DAB88-A9E5-1A09-D257-A7D2E36BCB72}"/>
              </a:ext>
            </a:extLst>
          </p:cNvPr>
          <p:cNvCxnSpPr/>
          <p:nvPr/>
        </p:nvCxnSpPr>
        <p:spPr>
          <a:xfrm flipV="1">
            <a:off x="2634300" y="5374335"/>
            <a:ext cx="4472615"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23C0228-E614-67E9-494B-B0A19C1D6B2F}"/>
              </a:ext>
            </a:extLst>
          </p:cNvPr>
          <p:cNvSpPr txBox="1"/>
          <p:nvPr/>
        </p:nvSpPr>
        <p:spPr>
          <a:xfrm>
            <a:off x="5629479" y="5410645"/>
            <a:ext cx="3987245" cy="307777"/>
          </a:xfrm>
          <a:prstGeom prst="rect">
            <a:avLst/>
          </a:prstGeom>
          <a:noFill/>
        </p:spPr>
        <p:txBody>
          <a:bodyPr wrap="none" rtlCol="0">
            <a:spAutoFit/>
          </a:bodyPr>
          <a:lstStyle/>
          <a:p>
            <a:r>
              <a:rPr lang="en-US" sz="1400" dirty="0"/>
              <a:t>699.2 </a:t>
            </a:r>
            <a:r>
              <a:rPr lang="en-US" sz="1400" dirty="0">
                <a:sym typeface="Wingdings" panose="05000000000000000000" pitchFamily="2" charset="2"/>
              </a:rPr>
              <a:t> ÷ 4 = </a:t>
            </a:r>
            <a:r>
              <a:rPr lang="en-US" sz="1400" b="1" dirty="0">
                <a:sym typeface="Wingdings" panose="05000000000000000000" pitchFamily="2" charset="2"/>
              </a:rPr>
              <a:t>RM174.80</a:t>
            </a:r>
            <a:r>
              <a:rPr lang="en-US" sz="1400" dirty="0">
                <a:sym typeface="Wingdings" panose="05000000000000000000" pitchFamily="2" charset="2"/>
              </a:rPr>
              <a:t> </a:t>
            </a:r>
            <a:r>
              <a:rPr lang="en-US" sz="1400" dirty="0">
                <a:latin typeface="Garamond" panose="02020404030301010803" pitchFamily="18" charset="0"/>
                <a:sym typeface="Wingdings" panose="05000000000000000000" pitchFamily="2" charset="2"/>
              </a:rPr>
              <a:t>per Mega H</a:t>
            </a:r>
            <a:r>
              <a:rPr lang="en-US" sz="1400" baseline="30000" dirty="0">
                <a:latin typeface="Garamond" panose="02020404030301010803" pitchFamily="18" charset="0"/>
                <a:sym typeface="Wingdings" panose="05000000000000000000" pitchFamily="2" charset="2"/>
              </a:rPr>
              <a:t>®</a:t>
            </a:r>
            <a:r>
              <a:rPr lang="en-US" sz="1400" dirty="0">
                <a:latin typeface="Garamond" panose="02020404030301010803" pitchFamily="18" charset="0"/>
                <a:sym typeface="Wingdings" panose="05000000000000000000" pitchFamily="2" charset="2"/>
              </a:rPr>
              <a:t> selling price</a:t>
            </a:r>
            <a:endParaRPr lang="en-US" sz="1400" dirty="0">
              <a:latin typeface="Garamond" panose="02020404030301010803" pitchFamily="18" charset="0"/>
            </a:endParaRPr>
          </a:p>
        </p:txBody>
      </p:sp>
      <p:sp>
        <p:nvSpPr>
          <p:cNvPr id="18" name="TextBox 17">
            <a:extLst>
              <a:ext uri="{FF2B5EF4-FFF2-40B4-BE49-F238E27FC236}">
                <a16:creationId xmlns:a16="http://schemas.microsoft.com/office/drawing/2014/main" id="{9005E851-8C75-2B4E-288B-C1110983D8A9}"/>
              </a:ext>
            </a:extLst>
          </p:cNvPr>
          <p:cNvSpPr txBox="1"/>
          <p:nvPr/>
        </p:nvSpPr>
        <p:spPr>
          <a:xfrm>
            <a:off x="4676428" y="5410645"/>
            <a:ext cx="1103187" cy="307777"/>
          </a:xfrm>
          <a:prstGeom prst="rect">
            <a:avLst/>
          </a:prstGeom>
          <a:noFill/>
        </p:spPr>
        <p:txBody>
          <a:bodyPr wrap="none" rtlCol="0">
            <a:spAutoFit/>
          </a:bodyPr>
          <a:lstStyle/>
          <a:p>
            <a:r>
              <a:rPr lang="en-US" sz="1400" b="1" dirty="0">
                <a:solidFill>
                  <a:srgbClr val="00B050"/>
                </a:solidFill>
              </a:rPr>
              <a:t>720</a:t>
            </a:r>
            <a:r>
              <a:rPr lang="en-US" sz="1400" dirty="0"/>
              <a:t> – 20.8 =</a:t>
            </a:r>
          </a:p>
        </p:txBody>
      </p:sp>
      <p:graphicFrame>
        <p:nvGraphicFramePr>
          <p:cNvPr id="19" name="Table 18">
            <a:extLst>
              <a:ext uri="{FF2B5EF4-FFF2-40B4-BE49-F238E27FC236}">
                <a16:creationId xmlns:a16="http://schemas.microsoft.com/office/drawing/2014/main" id="{2835A61B-32AC-2E26-8237-2BBA0EB1B8C0}"/>
              </a:ext>
            </a:extLst>
          </p:cNvPr>
          <p:cNvGraphicFramePr>
            <a:graphicFrameLocks noGrp="1"/>
          </p:cNvGraphicFramePr>
          <p:nvPr>
            <p:extLst>
              <p:ext uri="{D42A27DB-BD31-4B8C-83A1-F6EECF244321}">
                <p14:modId xmlns:p14="http://schemas.microsoft.com/office/powerpoint/2010/main" val="149103553"/>
              </p:ext>
            </p:extLst>
          </p:nvPr>
        </p:nvGraphicFramePr>
        <p:xfrm>
          <a:off x="3177108" y="2630539"/>
          <a:ext cx="6245352" cy="741680"/>
        </p:xfrm>
        <a:graphic>
          <a:graphicData uri="http://schemas.openxmlformats.org/drawingml/2006/table">
            <a:tbl>
              <a:tblPr firstRow="1" bandRow="1">
                <a:tableStyleId>{5C22544A-7EE6-4342-B048-85BDC9FD1C3A}</a:tableStyleId>
              </a:tblPr>
              <a:tblGrid>
                <a:gridCol w="969264">
                  <a:extLst>
                    <a:ext uri="{9D8B030D-6E8A-4147-A177-3AD203B41FA5}">
                      <a16:colId xmlns:a16="http://schemas.microsoft.com/office/drawing/2014/main" val="521617686"/>
                    </a:ext>
                  </a:extLst>
                </a:gridCol>
                <a:gridCol w="768096">
                  <a:extLst>
                    <a:ext uri="{9D8B030D-6E8A-4147-A177-3AD203B41FA5}">
                      <a16:colId xmlns:a16="http://schemas.microsoft.com/office/drawing/2014/main" val="2684224720"/>
                    </a:ext>
                  </a:extLst>
                </a:gridCol>
                <a:gridCol w="807348">
                  <a:extLst>
                    <a:ext uri="{9D8B030D-6E8A-4147-A177-3AD203B41FA5}">
                      <a16:colId xmlns:a16="http://schemas.microsoft.com/office/drawing/2014/main" val="450827588"/>
                    </a:ext>
                  </a:extLst>
                </a:gridCol>
                <a:gridCol w="1041571">
                  <a:extLst>
                    <a:ext uri="{9D8B030D-6E8A-4147-A177-3AD203B41FA5}">
                      <a16:colId xmlns:a16="http://schemas.microsoft.com/office/drawing/2014/main" val="4147038093"/>
                    </a:ext>
                  </a:extLst>
                </a:gridCol>
                <a:gridCol w="1041571">
                  <a:extLst>
                    <a:ext uri="{9D8B030D-6E8A-4147-A177-3AD203B41FA5}">
                      <a16:colId xmlns:a16="http://schemas.microsoft.com/office/drawing/2014/main" val="2343958703"/>
                    </a:ext>
                  </a:extLst>
                </a:gridCol>
                <a:gridCol w="1617502">
                  <a:extLst>
                    <a:ext uri="{9D8B030D-6E8A-4147-A177-3AD203B41FA5}">
                      <a16:colId xmlns:a16="http://schemas.microsoft.com/office/drawing/2014/main" val="4024960745"/>
                    </a:ext>
                  </a:extLst>
                </a:gridCol>
              </a:tblGrid>
              <a:tr h="370840">
                <a:tc>
                  <a:txBody>
                    <a:bodyPr/>
                    <a:lstStyle/>
                    <a:p>
                      <a:pPr algn="ctr"/>
                      <a:r>
                        <a:rPr lang="en-US" dirty="0"/>
                        <a:t>PPV</a:t>
                      </a:r>
                    </a:p>
                  </a:txBody>
                  <a:tcPr/>
                </a:tc>
                <a:tc>
                  <a:txBody>
                    <a:bodyPr/>
                    <a:lstStyle/>
                    <a:p>
                      <a:pPr algn="ctr"/>
                      <a:r>
                        <a:rPr lang="en-US" dirty="0"/>
                        <a:t>V</a:t>
                      </a:r>
                    </a:p>
                  </a:txBody>
                  <a:tcPr/>
                </a:tc>
                <a:tc>
                  <a:txBody>
                    <a:bodyPr/>
                    <a:lstStyle/>
                    <a:p>
                      <a:pPr algn="ctr"/>
                      <a:r>
                        <a:rPr lang="en-US" dirty="0"/>
                        <a:t>V1</a:t>
                      </a:r>
                    </a:p>
                  </a:txBody>
                  <a:tcPr/>
                </a:tc>
                <a:tc>
                  <a:txBody>
                    <a:bodyPr/>
                    <a:lstStyle/>
                    <a:p>
                      <a:pPr algn="ctr"/>
                      <a:r>
                        <a:rPr lang="en-US" dirty="0"/>
                        <a:t>V2</a:t>
                      </a:r>
                    </a:p>
                  </a:txBody>
                  <a:tcPr/>
                </a:tc>
                <a:tc>
                  <a:txBody>
                    <a:bodyPr/>
                    <a:lstStyle/>
                    <a:p>
                      <a:pPr algn="ctr"/>
                      <a:r>
                        <a:rPr lang="en-US" dirty="0"/>
                        <a:t>V 3</a:t>
                      </a:r>
                    </a:p>
                  </a:txBody>
                  <a:tcPr/>
                </a:tc>
                <a:tc>
                  <a:txBody>
                    <a:bodyPr/>
                    <a:lstStyle/>
                    <a:p>
                      <a:pPr algn="ctr"/>
                      <a:r>
                        <a:rPr lang="en-US" dirty="0"/>
                        <a:t>V4</a:t>
                      </a:r>
                    </a:p>
                  </a:txBody>
                  <a:tcPr/>
                </a:tc>
                <a:extLst>
                  <a:ext uri="{0D108BD9-81ED-4DB2-BD59-A6C34878D82A}">
                    <a16:rowId xmlns:a16="http://schemas.microsoft.com/office/drawing/2014/main" val="2535900175"/>
                  </a:ext>
                </a:extLst>
              </a:tr>
              <a:tr h="370840">
                <a:tc>
                  <a:txBody>
                    <a:bodyPr/>
                    <a:lstStyle/>
                    <a:p>
                      <a:pPr algn="ctr"/>
                      <a:r>
                        <a:rPr lang="en-US" dirty="0"/>
                        <a:t>180 CV</a:t>
                      </a:r>
                    </a:p>
                  </a:txBody>
                  <a:tcPr/>
                </a:tc>
                <a:tc>
                  <a:txBody>
                    <a:bodyPr/>
                    <a:lstStyle/>
                    <a:p>
                      <a:pPr algn="ctr"/>
                      <a:r>
                        <a:rPr lang="en-US" dirty="0"/>
                        <a:t>80 CV</a:t>
                      </a:r>
                    </a:p>
                  </a:txBody>
                  <a:tcPr/>
                </a:tc>
                <a:tc>
                  <a:txBody>
                    <a:bodyPr/>
                    <a:lstStyle/>
                    <a:p>
                      <a:pPr algn="ctr"/>
                      <a:r>
                        <a:rPr lang="en-US" dirty="0"/>
                        <a:t>40 CV</a:t>
                      </a:r>
                    </a:p>
                  </a:txBody>
                  <a:tcPr/>
                </a:tc>
                <a:tc>
                  <a:txBody>
                    <a:bodyPr/>
                    <a:lstStyle/>
                    <a:p>
                      <a:pPr algn="ctr"/>
                      <a:r>
                        <a:rPr lang="en-US" dirty="0"/>
                        <a:t>40 CV</a:t>
                      </a:r>
                    </a:p>
                  </a:txBody>
                  <a:tcPr/>
                </a:tc>
                <a:tc>
                  <a:txBody>
                    <a:bodyPr/>
                    <a:lstStyle/>
                    <a:p>
                      <a:pPr algn="ctr"/>
                      <a:r>
                        <a:rPr lang="en-US" dirty="0"/>
                        <a:t>20 CV</a:t>
                      </a:r>
                    </a:p>
                  </a:txBody>
                  <a:tcPr/>
                </a:tc>
                <a:tc>
                  <a:txBody>
                    <a:bodyPr/>
                    <a:lstStyle/>
                    <a:p>
                      <a:pPr algn="ctr">
                        <a:lnSpc>
                          <a:spcPct val="150000"/>
                        </a:lnSpc>
                        <a:spcBef>
                          <a:spcPts val="0"/>
                        </a:spcBef>
                      </a:pPr>
                      <a:r>
                        <a:rPr lang="en-US" sz="1100" dirty="0">
                          <a:latin typeface="Garamond" panose="02020404030301010803" pitchFamily="18" charset="0"/>
                        </a:rPr>
                        <a:t>Remaining  CV</a:t>
                      </a:r>
                    </a:p>
                  </a:txBody>
                  <a:tcPr/>
                </a:tc>
                <a:extLst>
                  <a:ext uri="{0D108BD9-81ED-4DB2-BD59-A6C34878D82A}">
                    <a16:rowId xmlns:a16="http://schemas.microsoft.com/office/drawing/2014/main" val="1725857909"/>
                  </a:ext>
                </a:extLst>
              </a:tr>
            </a:tbl>
          </a:graphicData>
        </a:graphic>
      </p:graphicFrame>
      <p:sp>
        <p:nvSpPr>
          <p:cNvPr id="20" name="TextBox 19">
            <a:extLst>
              <a:ext uri="{FF2B5EF4-FFF2-40B4-BE49-F238E27FC236}">
                <a16:creationId xmlns:a16="http://schemas.microsoft.com/office/drawing/2014/main" id="{5E0298BE-382A-36EF-983C-5299C5E3EA1D}"/>
              </a:ext>
            </a:extLst>
          </p:cNvPr>
          <p:cNvSpPr txBox="1"/>
          <p:nvPr/>
        </p:nvSpPr>
        <p:spPr>
          <a:xfrm>
            <a:off x="3179063" y="3511296"/>
            <a:ext cx="4629344" cy="369332"/>
          </a:xfrm>
          <a:prstGeom prst="rect">
            <a:avLst/>
          </a:prstGeom>
          <a:noFill/>
        </p:spPr>
        <p:txBody>
          <a:bodyPr wrap="none" rtlCol="0">
            <a:spAutoFit/>
          </a:bodyPr>
          <a:lstStyle/>
          <a:p>
            <a:r>
              <a:rPr lang="en-US" b="1" dirty="0"/>
              <a:t>Bulk Purchase Volume (BPV): </a:t>
            </a:r>
            <a:r>
              <a:rPr lang="en-US" sz="1400" dirty="0">
                <a:latin typeface="Garamond" panose="02020404030301010803" pitchFamily="18" charset="0"/>
              </a:rPr>
              <a:t>Buy More, Pay Less</a:t>
            </a:r>
          </a:p>
        </p:txBody>
      </p:sp>
      <p:sp>
        <p:nvSpPr>
          <p:cNvPr id="22" name="TextBox 21">
            <a:extLst>
              <a:ext uri="{FF2B5EF4-FFF2-40B4-BE49-F238E27FC236}">
                <a16:creationId xmlns:a16="http://schemas.microsoft.com/office/drawing/2014/main" id="{AD445137-B46E-7CBA-E643-A3AFF3C85040}"/>
              </a:ext>
            </a:extLst>
          </p:cNvPr>
          <p:cNvSpPr txBox="1"/>
          <p:nvPr/>
        </p:nvSpPr>
        <p:spPr>
          <a:xfrm>
            <a:off x="3547087" y="5410645"/>
            <a:ext cx="739177" cy="307777"/>
          </a:xfrm>
          <a:prstGeom prst="rect">
            <a:avLst/>
          </a:prstGeom>
          <a:noFill/>
        </p:spPr>
        <p:txBody>
          <a:bodyPr wrap="none" rtlCol="0">
            <a:spAutoFit/>
          </a:bodyPr>
          <a:lstStyle/>
          <a:p>
            <a:r>
              <a:rPr lang="en-US" sz="1400" b="1" dirty="0">
                <a:solidFill>
                  <a:schemeClr val="accent2">
                    <a:lumMod val="75000"/>
                  </a:schemeClr>
                </a:solidFill>
              </a:rPr>
              <a:t>180 CV</a:t>
            </a:r>
          </a:p>
        </p:txBody>
      </p:sp>
    </p:spTree>
    <p:extLst>
      <p:ext uri="{BB962C8B-B14F-4D97-AF65-F5344CB8AC3E}">
        <p14:creationId xmlns:p14="http://schemas.microsoft.com/office/powerpoint/2010/main" val="534583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3AFE86-3F88-2F13-F340-61AFE7592C3B}"/>
              </a:ext>
            </a:extLst>
          </p:cNvPr>
          <p:cNvSpPr txBox="1"/>
          <p:nvPr/>
        </p:nvSpPr>
        <p:spPr>
          <a:xfrm>
            <a:off x="3047238" y="1028343"/>
            <a:ext cx="6094476" cy="4801314"/>
          </a:xfrm>
          <a:prstGeom prst="rect">
            <a:avLst/>
          </a:prstGeom>
          <a:noFill/>
        </p:spPr>
        <p:txBody>
          <a:bodyPr wrap="square">
            <a:spAutoFit/>
          </a:bodyPr>
          <a:lstStyle/>
          <a:p>
            <a:pPr>
              <a:buNone/>
            </a:pPr>
            <a:r>
              <a:rPr lang="en-US" b="1" dirty="0"/>
              <a:t>A's External LB</a:t>
            </a:r>
          </a:p>
          <a:p>
            <a:pPr>
              <a:buNone/>
            </a:pPr>
            <a:r>
              <a:rPr lang="en-US" dirty="0"/>
              <a:t>For each member at an external distance of </a:t>
            </a:r>
            <a:r>
              <a:rPr lang="en-US" dirty="0">
                <a:latin typeface="Courier New" panose="02070309020205020404" pitchFamily="49" charset="0"/>
              </a:rPr>
              <a:t>d</a:t>
            </a:r>
            <a:r>
              <a:rPr lang="en-US" dirty="0"/>
              <a:t> levels from A:</a:t>
            </a:r>
          </a:p>
          <a:p>
            <a:pPr marL="342900" lvl="0" indent="-342900">
              <a:buFont typeface="Arial" panose="020B0604020202020204" pitchFamily="34" charset="0"/>
              <a:buChar char="•"/>
            </a:pPr>
            <a:r>
              <a:rPr lang="en-US" dirty="0"/>
              <a:t>V is at level d </a:t>
            </a:r>
          </a:p>
          <a:p>
            <a:pPr marL="342900" lvl="0" indent="-342900">
              <a:buFont typeface="Arial" panose="020B0604020202020204" pitchFamily="34" charset="0"/>
              <a:buChar char="•"/>
            </a:pPr>
            <a:r>
              <a:rPr lang="en-US" dirty="0"/>
              <a:t>V1 at d+1 </a:t>
            </a:r>
          </a:p>
          <a:p>
            <a:pPr marL="342900" lvl="0" indent="-342900">
              <a:buFont typeface="Arial" panose="020B0604020202020204" pitchFamily="34" charset="0"/>
              <a:buChar char="•"/>
            </a:pPr>
            <a:r>
              <a:rPr lang="en-US" dirty="0"/>
              <a:t>V2 at d+2 </a:t>
            </a:r>
          </a:p>
          <a:p>
            <a:pPr marL="342900" lvl="0" indent="-342900">
              <a:buFont typeface="Arial" panose="020B0604020202020204" pitchFamily="34" charset="0"/>
              <a:buChar char="•"/>
            </a:pPr>
            <a:r>
              <a:rPr lang="en-US" dirty="0"/>
              <a:t>V3 at d+3 </a:t>
            </a:r>
          </a:p>
          <a:p>
            <a:pPr marL="342900" lvl="0" indent="-342900">
              <a:buFont typeface="Arial" panose="020B0604020202020204" pitchFamily="34" charset="0"/>
              <a:buChar char="•"/>
            </a:pPr>
            <a:r>
              <a:rPr lang="en-US" dirty="0"/>
              <a:t>V4 at d+4 </a:t>
            </a:r>
          </a:p>
          <a:p>
            <a:pPr>
              <a:buNone/>
            </a:pPr>
            <a:r>
              <a:rPr lang="en-US" dirty="0"/>
              <a:t>Only accounts through L8 produce LB.</a:t>
            </a:r>
          </a:p>
          <a:p>
            <a:pPr>
              <a:buNone/>
            </a:pPr>
            <a:r>
              <a:rPr lang="en-US" dirty="0"/>
              <a:t>Therefore:</a:t>
            </a:r>
          </a:p>
          <a:p>
            <a:pPr marL="342900" lvl="0" indent="-342900">
              <a:buFont typeface="Arial" panose="020B0604020202020204" pitchFamily="34" charset="0"/>
              <a:buChar char="•"/>
            </a:pPr>
            <a:r>
              <a:rPr lang="en-US" dirty="0"/>
              <a:t>L1 member contributes 5 LB accounts </a:t>
            </a:r>
          </a:p>
          <a:p>
            <a:pPr marL="342900" lvl="0" indent="-342900">
              <a:buFont typeface="Arial" panose="020B0604020202020204" pitchFamily="34" charset="0"/>
              <a:buChar char="•"/>
            </a:pPr>
            <a:r>
              <a:rPr lang="en-US" dirty="0"/>
              <a:t>L2 member contributes 5 </a:t>
            </a:r>
          </a:p>
          <a:p>
            <a:pPr marL="342900" lvl="0" indent="-342900">
              <a:buFont typeface="Arial" panose="020B0604020202020204" pitchFamily="34" charset="0"/>
              <a:buChar char="•"/>
            </a:pPr>
            <a:r>
              <a:rPr lang="en-US" dirty="0"/>
              <a:t>L3 member contributes 5 </a:t>
            </a:r>
          </a:p>
          <a:p>
            <a:pPr marL="342900" lvl="0" indent="-342900">
              <a:buFont typeface="Arial" panose="020B0604020202020204" pitchFamily="34" charset="0"/>
              <a:buChar char="•"/>
            </a:pPr>
            <a:r>
              <a:rPr lang="en-US" dirty="0"/>
              <a:t>L4 member contributes 5 </a:t>
            </a:r>
          </a:p>
          <a:p>
            <a:pPr marL="342900" lvl="0" indent="-342900">
              <a:buFont typeface="Arial" panose="020B0604020202020204" pitchFamily="34" charset="0"/>
              <a:buChar char="•"/>
            </a:pPr>
            <a:r>
              <a:rPr lang="en-US" dirty="0"/>
              <a:t>L5 member contributes 4 </a:t>
            </a:r>
          </a:p>
          <a:p>
            <a:pPr marL="342900" lvl="0" indent="-342900">
              <a:buFont typeface="Arial" panose="020B0604020202020204" pitchFamily="34" charset="0"/>
              <a:buChar char="•"/>
            </a:pPr>
            <a:r>
              <a:rPr lang="en-US" dirty="0"/>
              <a:t>L6 member contributes 3 </a:t>
            </a:r>
          </a:p>
          <a:p>
            <a:pPr marL="342900" lvl="0" indent="-342900">
              <a:buFont typeface="Arial" panose="020B0604020202020204" pitchFamily="34" charset="0"/>
              <a:buChar char="•"/>
            </a:pPr>
            <a:r>
              <a:rPr lang="en-US" dirty="0"/>
              <a:t>L7 member contributes 2 </a:t>
            </a:r>
          </a:p>
          <a:p>
            <a:pPr marL="342900" lvl="0" indent="-342900">
              <a:buFont typeface="Arial" panose="020B0604020202020204" pitchFamily="34" charset="0"/>
              <a:buChar char="•"/>
            </a:pPr>
            <a:r>
              <a:rPr lang="en-US" dirty="0"/>
              <a:t>L8 member contributes 1</a:t>
            </a:r>
          </a:p>
        </p:txBody>
      </p:sp>
    </p:spTree>
    <p:extLst>
      <p:ext uri="{BB962C8B-B14F-4D97-AF65-F5344CB8AC3E}">
        <p14:creationId xmlns:p14="http://schemas.microsoft.com/office/powerpoint/2010/main" val="1751388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72855A7B-AADE-E2FD-E08F-9C09B97C834D}"/>
              </a:ext>
            </a:extLst>
          </p:cNvPr>
          <p:cNvSpPr/>
          <p:nvPr/>
        </p:nvSpPr>
        <p:spPr>
          <a:xfrm>
            <a:off x="5995987" y="2524125"/>
            <a:ext cx="228600" cy="247650"/>
          </a:xfrm>
          <a:prstGeom prst="ellipse">
            <a:avLst/>
          </a:prstGeom>
          <a:solidFill>
            <a:srgbClr val="C00000"/>
          </a:solidFill>
          <a:ln w="31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 name="Oval 3">
            <a:extLst>
              <a:ext uri="{FF2B5EF4-FFF2-40B4-BE49-F238E27FC236}">
                <a16:creationId xmlns:a16="http://schemas.microsoft.com/office/drawing/2014/main" id="{4B6A7754-4B08-FFDC-69E0-074B13CBBE09}"/>
              </a:ext>
            </a:extLst>
          </p:cNvPr>
          <p:cNvSpPr/>
          <p:nvPr/>
        </p:nvSpPr>
        <p:spPr>
          <a:xfrm>
            <a:off x="4405312" y="2943225"/>
            <a:ext cx="228600" cy="247650"/>
          </a:xfrm>
          <a:prstGeom prst="ellipse">
            <a:avLst/>
          </a:prstGeom>
          <a:solidFill>
            <a:srgbClr val="C00000"/>
          </a:solidFill>
          <a:ln w="31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cxnSp>
        <p:nvCxnSpPr>
          <p:cNvPr id="5" name="Straight Connector 4">
            <a:extLst>
              <a:ext uri="{FF2B5EF4-FFF2-40B4-BE49-F238E27FC236}">
                <a16:creationId xmlns:a16="http://schemas.microsoft.com/office/drawing/2014/main" id="{974C14B5-176E-A844-4B1A-CC1813087D16}"/>
              </a:ext>
            </a:extLst>
          </p:cNvPr>
          <p:cNvCxnSpPr/>
          <p:nvPr/>
        </p:nvCxnSpPr>
        <p:spPr>
          <a:xfrm flipH="1">
            <a:off x="4519612" y="2771775"/>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80B7433E-ACD4-95B0-B6CD-123F95495348}"/>
              </a:ext>
            </a:extLst>
          </p:cNvPr>
          <p:cNvSpPr/>
          <p:nvPr/>
        </p:nvSpPr>
        <p:spPr>
          <a:xfrm>
            <a:off x="7586662" y="29432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Oval 6">
            <a:extLst>
              <a:ext uri="{FF2B5EF4-FFF2-40B4-BE49-F238E27FC236}">
                <a16:creationId xmlns:a16="http://schemas.microsoft.com/office/drawing/2014/main" id="{631E2066-B9AA-1F10-475C-C0BFC0819AB5}"/>
              </a:ext>
            </a:extLst>
          </p:cNvPr>
          <p:cNvSpPr/>
          <p:nvPr/>
        </p:nvSpPr>
        <p:spPr>
          <a:xfrm>
            <a:off x="5995987" y="29051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Connector 10">
            <a:extLst>
              <a:ext uri="{FF2B5EF4-FFF2-40B4-BE49-F238E27FC236}">
                <a16:creationId xmlns:a16="http://schemas.microsoft.com/office/drawing/2014/main" id="{3856095A-CD48-6612-245A-80B193827A99}"/>
              </a:ext>
            </a:extLst>
          </p:cNvPr>
          <p:cNvCxnSpPr/>
          <p:nvPr/>
        </p:nvCxnSpPr>
        <p:spPr>
          <a:xfrm flipH="1">
            <a:off x="3976687" y="3209925"/>
            <a:ext cx="542925" cy="857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F9AB594-C47D-49AF-5224-34E13F5DE11D}"/>
              </a:ext>
            </a:extLst>
          </p:cNvPr>
          <p:cNvCxnSpPr/>
          <p:nvPr/>
        </p:nvCxnSpPr>
        <p:spPr>
          <a:xfrm>
            <a:off x="4519612" y="3219450"/>
            <a:ext cx="523875" cy="762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94481ED-9A13-7125-50D6-5EDEAF03B328}"/>
              </a:ext>
            </a:extLst>
          </p:cNvPr>
          <p:cNvCxnSpPr/>
          <p:nvPr/>
        </p:nvCxnSpPr>
        <p:spPr>
          <a:xfrm flipH="1">
            <a:off x="5567362" y="3162300"/>
            <a:ext cx="552450" cy="1238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A9CC117-C448-AF74-B852-54CADA787C4D}"/>
              </a:ext>
            </a:extLst>
          </p:cNvPr>
          <p:cNvCxnSpPr/>
          <p:nvPr/>
        </p:nvCxnSpPr>
        <p:spPr>
          <a:xfrm>
            <a:off x="6119812" y="3162300"/>
            <a:ext cx="514350" cy="12001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F255B1B9-DD12-B655-8219-147E4A032214}"/>
              </a:ext>
            </a:extLst>
          </p:cNvPr>
          <p:cNvCxnSpPr/>
          <p:nvPr/>
        </p:nvCxnSpPr>
        <p:spPr>
          <a:xfrm>
            <a:off x="6110287" y="2771775"/>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FDBE9BCE-8D6C-EED5-A0C7-9683DEEF9692}"/>
              </a:ext>
            </a:extLst>
          </p:cNvPr>
          <p:cNvCxnSpPr/>
          <p:nvPr/>
        </p:nvCxnSpPr>
        <p:spPr>
          <a:xfrm>
            <a:off x="6110287" y="2771775"/>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FAB8F9AB-FBA5-9F03-10F5-940C356434B7}"/>
              </a:ext>
            </a:extLst>
          </p:cNvPr>
          <p:cNvCxnSpPr/>
          <p:nvPr/>
        </p:nvCxnSpPr>
        <p:spPr>
          <a:xfrm>
            <a:off x="7700962" y="3190875"/>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6328C884-12EA-080C-DDF5-710C6B5AA80E}"/>
              </a:ext>
            </a:extLst>
          </p:cNvPr>
          <p:cNvCxnSpPr/>
          <p:nvPr/>
        </p:nvCxnSpPr>
        <p:spPr>
          <a:xfrm flipH="1">
            <a:off x="7158037" y="3190875"/>
            <a:ext cx="542925" cy="10477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DB4285DB-53D6-A933-5012-9D55CD70D303}"/>
              </a:ext>
            </a:extLst>
          </p:cNvPr>
          <p:cNvCxnSpPr/>
          <p:nvPr/>
        </p:nvCxnSpPr>
        <p:spPr>
          <a:xfrm>
            <a:off x="7700962" y="3190875"/>
            <a:ext cx="51435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2041489A-0ADE-FF3B-C830-F5319F2F2D61}"/>
              </a:ext>
            </a:extLst>
          </p:cNvPr>
          <p:cNvCxnSpPr/>
          <p:nvPr/>
        </p:nvCxnSpPr>
        <p:spPr>
          <a:xfrm>
            <a:off x="6110287" y="3152775"/>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36D9EF22-AF17-D5D3-9462-D63B310C5073}"/>
              </a:ext>
            </a:extLst>
          </p:cNvPr>
          <p:cNvCxnSpPr/>
          <p:nvPr/>
        </p:nvCxnSpPr>
        <p:spPr>
          <a:xfrm>
            <a:off x="4519612" y="3190875"/>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66" name="Group 165">
            <a:extLst>
              <a:ext uri="{FF2B5EF4-FFF2-40B4-BE49-F238E27FC236}">
                <a16:creationId xmlns:a16="http://schemas.microsoft.com/office/drawing/2014/main" id="{017A0C64-B455-8231-2553-A67C3DD7BE14}"/>
              </a:ext>
            </a:extLst>
          </p:cNvPr>
          <p:cNvGrpSpPr/>
          <p:nvPr/>
        </p:nvGrpSpPr>
        <p:grpSpPr>
          <a:xfrm>
            <a:off x="4145253" y="3313712"/>
            <a:ext cx="710618" cy="1056665"/>
            <a:chOff x="9929336" y="1539526"/>
            <a:chExt cx="710618" cy="1056665"/>
          </a:xfrm>
        </p:grpSpPr>
        <p:grpSp>
          <p:nvGrpSpPr>
            <p:cNvPr id="167" name="Group 166">
              <a:extLst>
                <a:ext uri="{FF2B5EF4-FFF2-40B4-BE49-F238E27FC236}">
                  <a16:creationId xmlns:a16="http://schemas.microsoft.com/office/drawing/2014/main" id="{77C5CDCD-05F3-8EE4-839A-9EBD780CDCB0}"/>
                </a:ext>
              </a:extLst>
            </p:cNvPr>
            <p:cNvGrpSpPr/>
            <p:nvPr/>
          </p:nvGrpSpPr>
          <p:grpSpPr>
            <a:xfrm>
              <a:off x="9929336" y="1539526"/>
              <a:ext cx="710618" cy="684612"/>
              <a:chOff x="3130785" y="1072302"/>
              <a:chExt cx="710618" cy="684612"/>
            </a:xfrm>
          </p:grpSpPr>
          <p:grpSp>
            <p:nvGrpSpPr>
              <p:cNvPr id="196" name="Group 195">
                <a:extLst>
                  <a:ext uri="{FF2B5EF4-FFF2-40B4-BE49-F238E27FC236}">
                    <a16:creationId xmlns:a16="http://schemas.microsoft.com/office/drawing/2014/main" id="{F6F843D2-A102-749E-C352-034A61393D6C}"/>
                  </a:ext>
                </a:extLst>
              </p:cNvPr>
              <p:cNvGrpSpPr/>
              <p:nvPr/>
            </p:nvGrpSpPr>
            <p:grpSpPr>
              <a:xfrm>
                <a:off x="3130785" y="1279757"/>
                <a:ext cx="710618" cy="477157"/>
                <a:chOff x="3131127" y="1240808"/>
                <a:chExt cx="959860" cy="491303"/>
              </a:xfrm>
            </p:grpSpPr>
            <p:sp>
              <p:nvSpPr>
                <p:cNvPr id="198" name="Right Triangle 197">
                  <a:extLst>
                    <a:ext uri="{FF2B5EF4-FFF2-40B4-BE49-F238E27FC236}">
                      <a16:creationId xmlns:a16="http://schemas.microsoft.com/office/drawing/2014/main" id="{6F899A1F-D5F1-A995-B950-9FE7EED1321C}"/>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ight Triangle 198">
                  <a:extLst>
                    <a:ext uri="{FF2B5EF4-FFF2-40B4-BE49-F238E27FC236}">
                      <a16:creationId xmlns:a16="http://schemas.microsoft.com/office/drawing/2014/main" id="{8CAD7197-2665-6864-9034-382B61B0D775}"/>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0" name="Straight Connector 199">
                  <a:extLst>
                    <a:ext uri="{FF2B5EF4-FFF2-40B4-BE49-F238E27FC236}">
                      <a16:creationId xmlns:a16="http://schemas.microsoft.com/office/drawing/2014/main" id="{8180AA05-3639-E590-D0E3-D4E0D2EF99B1}"/>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201" name="Isosceles Triangle 200">
                  <a:extLst>
                    <a:ext uri="{FF2B5EF4-FFF2-40B4-BE49-F238E27FC236}">
                      <a16:creationId xmlns:a16="http://schemas.microsoft.com/office/drawing/2014/main" id="{06639119-C049-A9D9-6E2A-483F86A4A3AC}"/>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201">
                  <a:extLst>
                    <a:ext uri="{FF2B5EF4-FFF2-40B4-BE49-F238E27FC236}">
                      <a16:creationId xmlns:a16="http://schemas.microsoft.com/office/drawing/2014/main" id="{CBC31DF9-EA48-2A47-75D9-D7723319F24C}"/>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7" name="Arrow: Down 196">
                <a:extLst>
                  <a:ext uri="{FF2B5EF4-FFF2-40B4-BE49-F238E27FC236}">
                    <a16:creationId xmlns:a16="http://schemas.microsoft.com/office/drawing/2014/main" id="{4D165C9F-B48C-5EC9-C70E-081DB8DE44A4}"/>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oup 167">
              <a:extLst>
                <a:ext uri="{FF2B5EF4-FFF2-40B4-BE49-F238E27FC236}">
                  <a16:creationId xmlns:a16="http://schemas.microsoft.com/office/drawing/2014/main" id="{D895291B-D24B-6FB1-291F-B479419A0001}"/>
                </a:ext>
              </a:extLst>
            </p:cNvPr>
            <p:cNvGrpSpPr/>
            <p:nvPr/>
          </p:nvGrpSpPr>
          <p:grpSpPr>
            <a:xfrm>
              <a:off x="10020930" y="2019957"/>
              <a:ext cx="533111" cy="576234"/>
              <a:chOff x="10066861" y="3229288"/>
              <a:chExt cx="533111" cy="576234"/>
            </a:xfrm>
          </p:grpSpPr>
          <p:grpSp>
            <p:nvGrpSpPr>
              <p:cNvPr id="181" name="Group 180">
                <a:extLst>
                  <a:ext uri="{FF2B5EF4-FFF2-40B4-BE49-F238E27FC236}">
                    <a16:creationId xmlns:a16="http://schemas.microsoft.com/office/drawing/2014/main" id="{376C6591-A1ED-0A31-831B-C564DFC117A4}"/>
                  </a:ext>
                </a:extLst>
              </p:cNvPr>
              <p:cNvGrpSpPr/>
              <p:nvPr/>
            </p:nvGrpSpPr>
            <p:grpSpPr>
              <a:xfrm>
                <a:off x="10066861" y="3238108"/>
                <a:ext cx="292643" cy="567414"/>
                <a:chOff x="10093446" y="1512430"/>
                <a:chExt cx="352833" cy="595788"/>
              </a:xfrm>
            </p:grpSpPr>
            <p:sp>
              <p:nvSpPr>
                <p:cNvPr id="192" name="Right Triangle 191">
                  <a:extLst>
                    <a:ext uri="{FF2B5EF4-FFF2-40B4-BE49-F238E27FC236}">
                      <a16:creationId xmlns:a16="http://schemas.microsoft.com/office/drawing/2014/main" id="{3619F51D-E288-3FFA-1130-5110B50A4476}"/>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3" name="Isosceles Triangle 192">
                  <a:extLst>
                    <a:ext uri="{FF2B5EF4-FFF2-40B4-BE49-F238E27FC236}">
                      <a16:creationId xmlns:a16="http://schemas.microsoft.com/office/drawing/2014/main" id="{CC8C707A-5CB5-D8B4-988D-48B331F4BCFE}"/>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Right Triangle 193">
                  <a:extLst>
                    <a:ext uri="{FF2B5EF4-FFF2-40B4-BE49-F238E27FC236}">
                      <a16:creationId xmlns:a16="http://schemas.microsoft.com/office/drawing/2014/main" id="{86A6BFCF-C9E2-EC9A-BB22-510CE618F3BA}"/>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5" name="Rectangle 194">
                  <a:extLst>
                    <a:ext uri="{FF2B5EF4-FFF2-40B4-BE49-F238E27FC236}">
                      <a16:creationId xmlns:a16="http://schemas.microsoft.com/office/drawing/2014/main" id="{75D248FD-FF1E-6853-ECB8-ACE2458BD649}"/>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oup 181">
                <a:extLst>
                  <a:ext uri="{FF2B5EF4-FFF2-40B4-BE49-F238E27FC236}">
                    <a16:creationId xmlns:a16="http://schemas.microsoft.com/office/drawing/2014/main" id="{53D9181A-B969-C971-21B4-42413D67BB68}"/>
                  </a:ext>
                </a:extLst>
              </p:cNvPr>
              <p:cNvGrpSpPr/>
              <p:nvPr/>
            </p:nvGrpSpPr>
            <p:grpSpPr>
              <a:xfrm>
                <a:off x="10192089" y="3231971"/>
                <a:ext cx="292643" cy="567414"/>
                <a:chOff x="10104582" y="1512430"/>
                <a:chExt cx="352833" cy="595788"/>
              </a:xfrm>
            </p:grpSpPr>
            <p:sp>
              <p:nvSpPr>
                <p:cNvPr id="188" name="Right Triangle 187">
                  <a:extLst>
                    <a:ext uri="{FF2B5EF4-FFF2-40B4-BE49-F238E27FC236}">
                      <a16:creationId xmlns:a16="http://schemas.microsoft.com/office/drawing/2014/main" id="{F946EBD3-0241-E328-0582-EFF373915897}"/>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9" name="Isosceles Triangle 188">
                  <a:extLst>
                    <a:ext uri="{FF2B5EF4-FFF2-40B4-BE49-F238E27FC236}">
                      <a16:creationId xmlns:a16="http://schemas.microsoft.com/office/drawing/2014/main" id="{F34613F6-6D56-C7E2-5648-14AE49256CA5}"/>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Right Triangle 189">
                  <a:extLst>
                    <a:ext uri="{FF2B5EF4-FFF2-40B4-BE49-F238E27FC236}">
                      <a16:creationId xmlns:a16="http://schemas.microsoft.com/office/drawing/2014/main" id="{BB74B4EE-393E-54A2-F5BE-ADA1D4A53DDA}"/>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Rectangle 190">
                  <a:extLst>
                    <a:ext uri="{FF2B5EF4-FFF2-40B4-BE49-F238E27FC236}">
                      <a16:creationId xmlns:a16="http://schemas.microsoft.com/office/drawing/2014/main" id="{379B97B7-66CF-6281-A95B-E7E29F72A5C1}"/>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3" name="Group 182">
                <a:extLst>
                  <a:ext uri="{FF2B5EF4-FFF2-40B4-BE49-F238E27FC236}">
                    <a16:creationId xmlns:a16="http://schemas.microsoft.com/office/drawing/2014/main" id="{B87C162B-2560-E79C-FADA-6A066A12EC9C}"/>
                  </a:ext>
                </a:extLst>
              </p:cNvPr>
              <p:cNvGrpSpPr/>
              <p:nvPr/>
            </p:nvGrpSpPr>
            <p:grpSpPr>
              <a:xfrm>
                <a:off x="10307329" y="3229288"/>
                <a:ext cx="292643" cy="567414"/>
                <a:chOff x="10104582" y="1512430"/>
                <a:chExt cx="352833" cy="595788"/>
              </a:xfrm>
            </p:grpSpPr>
            <p:sp>
              <p:nvSpPr>
                <p:cNvPr id="184" name="Right Triangle 183">
                  <a:extLst>
                    <a:ext uri="{FF2B5EF4-FFF2-40B4-BE49-F238E27FC236}">
                      <a16:creationId xmlns:a16="http://schemas.microsoft.com/office/drawing/2014/main" id="{EF3D0DC2-D63A-B59C-D1E8-BEA68DB7A8D5}"/>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Isosceles Triangle 184">
                  <a:extLst>
                    <a:ext uri="{FF2B5EF4-FFF2-40B4-BE49-F238E27FC236}">
                      <a16:creationId xmlns:a16="http://schemas.microsoft.com/office/drawing/2014/main" id="{D928FDA9-E203-0A62-36B5-36C7FBD9246D}"/>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Right Triangle 185">
                  <a:extLst>
                    <a:ext uri="{FF2B5EF4-FFF2-40B4-BE49-F238E27FC236}">
                      <a16:creationId xmlns:a16="http://schemas.microsoft.com/office/drawing/2014/main" id="{ADCEE1FA-D0D4-9977-0812-EBB3ACE1506E}"/>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Rectangle 186">
                  <a:extLst>
                    <a:ext uri="{FF2B5EF4-FFF2-40B4-BE49-F238E27FC236}">
                      <a16:creationId xmlns:a16="http://schemas.microsoft.com/office/drawing/2014/main" id="{DAD7630E-A3C8-C5CE-6FEE-188EA3D6FBAB}"/>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69" name="Group 168">
              <a:extLst>
                <a:ext uri="{FF2B5EF4-FFF2-40B4-BE49-F238E27FC236}">
                  <a16:creationId xmlns:a16="http://schemas.microsoft.com/office/drawing/2014/main" id="{E8CC088E-8AC3-E2CA-1B7B-7DC2A5460187}"/>
                </a:ext>
              </a:extLst>
            </p:cNvPr>
            <p:cNvGrpSpPr/>
            <p:nvPr/>
          </p:nvGrpSpPr>
          <p:grpSpPr>
            <a:xfrm>
              <a:off x="10082760" y="2267738"/>
              <a:ext cx="151154" cy="251584"/>
              <a:chOff x="10535918" y="4108696"/>
              <a:chExt cx="151154" cy="251584"/>
            </a:xfrm>
          </p:grpSpPr>
          <p:sp>
            <p:nvSpPr>
              <p:cNvPr id="178" name="Isosceles Triangle 177">
                <a:extLst>
                  <a:ext uri="{FF2B5EF4-FFF2-40B4-BE49-F238E27FC236}">
                    <a16:creationId xmlns:a16="http://schemas.microsoft.com/office/drawing/2014/main" id="{CB8A7E4B-26C1-4BE9-2E24-45802EB3D295}"/>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9" name="Isosceles Triangle 178">
                <a:extLst>
                  <a:ext uri="{FF2B5EF4-FFF2-40B4-BE49-F238E27FC236}">
                    <a16:creationId xmlns:a16="http://schemas.microsoft.com/office/drawing/2014/main" id="{00F6DD76-1607-BF04-3488-B091D89C6CA1}"/>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80" name="Isosceles Triangle 179">
                <a:extLst>
                  <a:ext uri="{FF2B5EF4-FFF2-40B4-BE49-F238E27FC236}">
                    <a16:creationId xmlns:a16="http://schemas.microsoft.com/office/drawing/2014/main" id="{FDA5E804-9F7A-CA7F-EAAA-CE4D39A0DF40}"/>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0" name="Group 169">
              <a:extLst>
                <a:ext uri="{FF2B5EF4-FFF2-40B4-BE49-F238E27FC236}">
                  <a16:creationId xmlns:a16="http://schemas.microsoft.com/office/drawing/2014/main" id="{8AC2975A-295C-137C-B3C3-7C2F3D495E33}"/>
                </a:ext>
              </a:extLst>
            </p:cNvPr>
            <p:cNvGrpSpPr/>
            <p:nvPr/>
          </p:nvGrpSpPr>
          <p:grpSpPr>
            <a:xfrm>
              <a:off x="10217224" y="2273885"/>
              <a:ext cx="151154" cy="251584"/>
              <a:chOff x="10535918" y="4108696"/>
              <a:chExt cx="151154" cy="251584"/>
            </a:xfrm>
          </p:grpSpPr>
          <p:sp>
            <p:nvSpPr>
              <p:cNvPr id="175" name="Isosceles Triangle 174">
                <a:extLst>
                  <a:ext uri="{FF2B5EF4-FFF2-40B4-BE49-F238E27FC236}">
                    <a16:creationId xmlns:a16="http://schemas.microsoft.com/office/drawing/2014/main" id="{A0F9F6AB-817D-BA32-AE68-A2D443B50EDC}"/>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6" name="Isosceles Triangle 175">
                <a:extLst>
                  <a:ext uri="{FF2B5EF4-FFF2-40B4-BE49-F238E27FC236}">
                    <a16:creationId xmlns:a16="http://schemas.microsoft.com/office/drawing/2014/main" id="{4B898181-88F6-DE80-272D-A272C5971586}"/>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77" name="Isosceles Triangle 176">
                <a:extLst>
                  <a:ext uri="{FF2B5EF4-FFF2-40B4-BE49-F238E27FC236}">
                    <a16:creationId xmlns:a16="http://schemas.microsoft.com/office/drawing/2014/main" id="{4935F73F-3608-A484-2491-2434F755DA2B}"/>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1" name="Group 170">
              <a:extLst>
                <a:ext uri="{FF2B5EF4-FFF2-40B4-BE49-F238E27FC236}">
                  <a16:creationId xmlns:a16="http://schemas.microsoft.com/office/drawing/2014/main" id="{0BD43037-48C2-B341-5D83-08747E4CBB33}"/>
                </a:ext>
              </a:extLst>
            </p:cNvPr>
            <p:cNvGrpSpPr/>
            <p:nvPr/>
          </p:nvGrpSpPr>
          <p:grpSpPr>
            <a:xfrm>
              <a:off x="10361342" y="2267738"/>
              <a:ext cx="132682" cy="251584"/>
              <a:chOff x="10526682" y="4108696"/>
              <a:chExt cx="132682" cy="251584"/>
            </a:xfrm>
          </p:grpSpPr>
          <p:sp>
            <p:nvSpPr>
              <p:cNvPr id="172" name="Isosceles Triangle 171">
                <a:extLst>
                  <a:ext uri="{FF2B5EF4-FFF2-40B4-BE49-F238E27FC236}">
                    <a16:creationId xmlns:a16="http://schemas.microsoft.com/office/drawing/2014/main" id="{89CD2907-2071-2755-1722-A3CDB4E3C538}"/>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3" name="Isosceles Triangle 172">
                <a:extLst>
                  <a:ext uri="{FF2B5EF4-FFF2-40B4-BE49-F238E27FC236}">
                    <a16:creationId xmlns:a16="http://schemas.microsoft.com/office/drawing/2014/main" id="{7291B565-B86A-5C17-181C-B9FEAB1C2F68}"/>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74" name="Isosceles Triangle 173">
                <a:extLst>
                  <a:ext uri="{FF2B5EF4-FFF2-40B4-BE49-F238E27FC236}">
                    <a16:creationId xmlns:a16="http://schemas.microsoft.com/office/drawing/2014/main" id="{95F4BCA5-0E8E-10A4-3FCD-54E9A20070BA}"/>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203" name="Group 202">
            <a:extLst>
              <a:ext uri="{FF2B5EF4-FFF2-40B4-BE49-F238E27FC236}">
                <a16:creationId xmlns:a16="http://schemas.microsoft.com/office/drawing/2014/main" id="{6F17FDEA-684B-A784-E5E1-BFB9FAD72732}"/>
              </a:ext>
            </a:extLst>
          </p:cNvPr>
          <p:cNvGrpSpPr/>
          <p:nvPr/>
        </p:nvGrpSpPr>
        <p:grpSpPr>
          <a:xfrm>
            <a:off x="3604345" y="3314700"/>
            <a:ext cx="710618" cy="1056665"/>
            <a:chOff x="9929336" y="1539526"/>
            <a:chExt cx="710618" cy="1056665"/>
          </a:xfrm>
        </p:grpSpPr>
        <p:grpSp>
          <p:nvGrpSpPr>
            <p:cNvPr id="204" name="Group 203">
              <a:extLst>
                <a:ext uri="{FF2B5EF4-FFF2-40B4-BE49-F238E27FC236}">
                  <a16:creationId xmlns:a16="http://schemas.microsoft.com/office/drawing/2014/main" id="{93447E97-8CAF-48CE-3CAE-F1F08CB2A400}"/>
                </a:ext>
              </a:extLst>
            </p:cNvPr>
            <p:cNvGrpSpPr/>
            <p:nvPr/>
          </p:nvGrpSpPr>
          <p:grpSpPr>
            <a:xfrm>
              <a:off x="9929336" y="1539526"/>
              <a:ext cx="710618" cy="684612"/>
              <a:chOff x="3130785" y="1072302"/>
              <a:chExt cx="710618" cy="684612"/>
            </a:xfrm>
          </p:grpSpPr>
          <p:grpSp>
            <p:nvGrpSpPr>
              <p:cNvPr id="233" name="Group 232">
                <a:extLst>
                  <a:ext uri="{FF2B5EF4-FFF2-40B4-BE49-F238E27FC236}">
                    <a16:creationId xmlns:a16="http://schemas.microsoft.com/office/drawing/2014/main" id="{844432E7-55BC-E552-A006-C140199A66A0}"/>
                  </a:ext>
                </a:extLst>
              </p:cNvPr>
              <p:cNvGrpSpPr/>
              <p:nvPr/>
            </p:nvGrpSpPr>
            <p:grpSpPr>
              <a:xfrm>
                <a:off x="3130785" y="1279757"/>
                <a:ext cx="710618" cy="477157"/>
                <a:chOff x="3131127" y="1240808"/>
                <a:chExt cx="959860" cy="491303"/>
              </a:xfrm>
            </p:grpSpPr>
            <p:sp>
              <p:nvSpPr>
                <p:cNvPr id="235" name="Right Triangle 234">
                  <a:extLst>
                    <a:ext uri="{FF2B5EF4-FFF2-40B4-BE49-F238E27FC236}">
                      <a16:creationId xmlns:a16="http://schemas.microsoft.com/office/drawing/2014/main" id="{FA568B93-B8F0-9929-E062-50F4F324540F}"/>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ight Triangle 235">
                  <a:extLst>
                    <a:ext uri="{FF2B5EF4-FFF2-40B4-BE49-F238E27FC236}">
                      <a16:creationId xmlns:a16="http://schemas.microsoft.com/office/drawing/2014/main" id="{AC6F518C-2795-6B9A-E051-2EDC29C8634F}"/>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7" name="Straight Connector 236">
                  <a:extLst>
                    <a:ext uri="{FF2B5EF4-FFF2-40B4-BE49-F238E27FC236}">
                      <a16:creationId xmlns:a16="http://schemas.microsoft.com/office/drawing/2014/main" id="{7F0AD3AF-20EB-7651-3C32-7778E8EDD7B6}"/>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238" name="Isosceles Triangle 237">
                  <a:extLst>
                    <a:ext uri="{FF2B5EF4-FFF2-40B4-BE49-F238E27FC236}">
                      <a16:creationId xmlns:a16="http://schemas.microsoft.com/office/drawing/2014/main" id="{71D3C24B-42C8-0DE4-24F5-CA033CAE04CE}"/>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9" name="Rectangle 238">
                  <a:extLst>
                    <a:ext uri="{FF2B5EF4-FFF2-40B4-BE49-F238E27FC236}">
                      <a16:creationId xmlns:a16="http://schemas.microsoft.com/office/drawing/2014/main" id="{203412B3-3A0C-73DA-5565-D78E213A8885}"/>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4" name="Arrow: Down 233">
                <a:extLst>
                  <a:ext uri="{FF2B5EF4-FFF2-40B4-BE49-F238E27FC236}">
                    <a16:creationId xmlns:a16="http://schemas.microsoft.com/office/drawing/2014/main" id="{94530B5F-B0A6-E236-EFB9-62AC08912441}"/>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5" name="Group 204">
              <a:extLst>
                <a:ext uri="{FF2B5EF4-FFF2-40B4-BE49-F238E27FC236}">
                  <a16:creationId xmlns:a16="http://schemas.microsoft.com/office/drawing/2014/main" id="{226C26D5-6A78-7AD3-1F64-7DD57C6F3BE5}"/>
                </a:ext>
              </a:extLst>
            </p:cNvPr>
            <p:cNvGrpSpPr/>
            <p:nvPr/>
          </p:nvGrpSpPr>
          <p:grpSpPr>
            <a:xfrm>
              <a:off x="10020930" y="2019957"/>
              <a:ext cx="533111" cy="576234"/>
              <a:chOff x="10066861" y="3229288"/>
              <a:chExt cx="533111" cy="576234"/>
            </a:xfrm>
          </p:grpSpPr>
          <p:grpSp>
            <p:nvGrpSpPr>
              <p:cNvPr id="218" name="Group 217">
                <a:extLst>
                  <a:ext uri="{FF2B5EF4-FFF2-40B4-BE49-F238E27FC236}">
                    <a16:creationId xmlns:a16="http://schemas.microsoft.com/office/drawing/2014/main" id="{95EFE9F4-4DDD-2ACB-256D-D3CE6DA21C3C}"/>
                  </a:ext>
                </a:extLst>
              </p:cNvPr>
              <p:cNvGrpSpPr/>
              <p:nvPr/>
            </p:nvGrpSpPr>
            <p:grpSpPr>
              <a:xfrm>
                <a:off x="10066861" y="3238108"/>
                <a:ext cx="292643" cy="567414"/>
                <a:chOff x="10093446" y="1512430"/>
                <a:chExt cx="352833" cy="595788"/>
              </a:xfrm>
            </p:grpSpPr>
            <p:sp>
              <p:nvSpPr>
                <p:cNvPr id="229" name="Right Triangle 228">
                  <a:extLst>
                    <a:ext uri="{FF2B5EF4-FFF2-40B4-BE49-F238E27FC236}">
                      <a16:creationId xmlns:a16="http://schemas.microsoft.com/office/drawing/2014/main" id="{4AB2A4F7-1479-737B-3256-D7D4219AE30C}"/>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Isosceles Triangle 229">
                  <a:extLst>
                    <a:ext uri="{FF2B5EF4-FFF2-40B4-BE49-F238E27FC236}">
                      <a16:creationId xmlns:a16="http://schemas.microsoft.com/office/drawing/2014/main" id="{EF9B6773-0E9F-4E07-0714-2B83A5758FC7}"/>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Right Triangle 230">
                  <a:extLst>
                    <a:ext uri="{FF2B5EF4-FFF2-40B4-BE49-F238E27FC236}">
                      <a16:creationId xmlns:a16="http://schemas.microsoft.com/office/drawing/2014/main" id="{E8F30669-DE8A-C9A3-9061-EF0A74864B60}"/>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Rectangle 231">
                  <a:extLst>
                    <a:ext uri="{FF2B5EF4-FFF2-40B4-BE49-F238E27FC236}">
                      <a16:creationId xmlns:a16="http://schemas.microsoft.com/office/drawing/2014/main" id="{4CAF6676-23BE-248C-C35E-ADE1CCD580C4}"/>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9" name="Group 218">
                <a:extLst>
                  <a:ext uri="{FF2B5EF4-FFF2-40B4-BE49-F238E27FC236}">
                    <a16:creationId xmlns:a16="http://schemas.microsoft.com/office/drawing/2014/main" id="{E8D444DD-29FC-0E8F-8C50-3A15D787EE5C}"/>
                  </a:ext>
                </a:extLst>
              </p:cNvPr>
              <p:cNvGrpSpPr/>
              <p:nvPr/>
            </p:nvGrpSpPr>
            <p:grpSpPr>
              <a:xfrm>
                <a:off x="10192089" y="3231971"/>
                <a:ext cx="292643" cy="567414"/>
                <a:chOff x="10104582" y="1512430"/>
                <a:chExt cx="352833" cy="595788"/>
              </a:xfrm>
            </p:grpSpPr>
            <p:sp>
              <p:nvSpPr>
                <p:cNvPr id="225" name="Right Triangle 224">
                  <a:extLst>
                    <a:ext uri="{FF2B5EF4-FFF2-40B4-BE49-F238E27FC236}">
                      <a16:creationId xmlns:a16="http://schemas.microsoft.com/office/drawing/2014/main" id="{2038806E-4AF4-9012-9427-48A3C86E4668}"/>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6" name="Isosceles Triangle 225">
                  <a:extLst>
                    <a:ext uri="{FF2B5EF4-FFF2-40B4-BE49-F238E27FC236}">
                      <a16:creationId xmlns:a16="http://schemas.microsoft.com/office/drawing/2014/main" id="{5529C9C3-54AF-4BC4-D803-332DE4664D23}"/>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7" name="Right Triangle 226">
                  <a:extLst>
                    <a:ext uri="{FF2B5EF4-FFF2-40B4-BE49-F238E27FC236}">
                      <a16:creationId xmlns:a16="http://schemas.microsoft.com/office/drawing/2014/main" id="{EFB4278D-273B-54E2-BC40-9B43CE5625CA}"/>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8" name="Rectangle 227">
                  <a:extLst>
                    <a:ext uri="{FF2B5EF4-FFF2-40B4-BE49-F238E27FC236}">
                      <a16:creationId xmlns:a16="http://schemas.microsoft.com/office/drawing/2014/main" id="{C3DF6E91-52EF-B7C0-206A-0F3B485BF11D}"/>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0" name="Group 219">
                <a:extLst>
                  <a:ext uri="{FF2B5EF4-FFF2-40B4-BE49-F238E27FC236}">
                    <a16:creationId xmlns:a16="http://schemas.microsoft.com/office/drawing/2014/main" id="{F9B2A5C2-B528-87F3-89BB-88953BF14CD7}"/>
                  </a:ext>
                </a:extLst>
              </p:cNvPr>
              <p:cNvGrpSpPr/>
              <p:nvPr/>
            </p:nvGrpSpPr>
            <p:grpSpPr>
              <a:xfrm>
                <a:off x="10307329" y="3229288"/>
                <a:ext cx="292643" cy="567414"/>
                <a:chOff x="10104582" y="1512430"/>
                <a:chExt cx="352833" cy="595788"/>
              </a:xfrm>
            </p:grpSpPr>
            <p:sp>
              <p:nvSpPr>
                <p:cNvPr id="221" name="Right Triangle 220">
                  <a:extLst>
                    <a:ext uri="{FF2B5EF4-FFF2-40B4-BE49-F238E27FC236}">
                      <a16:creationId xmlns:a16="http://schemas.microsoft.com/office/drawing/2014/main" id="{36F5D286-8413-8E8E-0A4E-ECE3FD0EA36C}"/>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2" name="Isosceles Triangle 221">
                  <a:extLst>
                    <a:ext uri="{FF2B5EF4-FFF2-40B4-BE49-F238E27FC236}">
                      <a16:creationId xmlns:a16="http://schemas.microsoft.com/office/drawing/2014/main" id="{1EEF2683-D95E-46A8-F8C7-38465CDDAAB0}"/>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3" name="Right Triangle 222">
                  <a:extLst>
                    <a:ext uri="{FF2B5EF4-FFF2-40B4-BE49-F238E27FC236}">
                      <a16:creationId xmlns:a16="http://schemas.microsoft.com/office/drawing/2014/main" id="{4A1E41F7-E59D-800F-DB37-9DEDBAA37B4C}"/>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223">
                  <a:extLst>
                    <a:ext uri="{FF2B5EF4-FFF2-40B4-BE49-F238E27FC236}">
                      <a16:creationId xmlns:a16="http://schemas.microsoft.com/office/drawing/2014/main" id="{22DC7765-A451-FC11-7791-9B89E3245E32}"/>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06" name="Group 205">
              <a:extLst>
                <a:ext uri="{FF2B5EF4-FFF2-40B4-BE49-F238E27FC236}">
                  <a16:creationId xmlns:a16="http://schemas.microsoft.com/office/drawing/2014/main" id="{0875919D-5466-3D29-8D2A-358A01A3015C}"/>
                </a:ext>
              </a:extLst>
            </p:cNvPr>
            <p:cNvGrpSpPr/>
            <p:nvPr/>
          </p:nvGrpSpPr>
          <p:grpSpPr>
            <a:xfrm>
              <a:off x="10082760" y="2267738"/>
              <a:ext cx="151154" cy="251584"/>
              <a:chOff x="10535918" y="4108696"/>
              <a:chExt cx="151154" cy="251584"/>
            </a:xfrm>
          </p:grpSpPr>
          <p:sp>
            <p:nvSpPr>
              <p:cNvPr id="215" name="Isosceles Triangle 214">
                <a:extLst>
                  <a:ext uri="{FF2B5EF4-FFF2-40B4-BE49-F238E27FC236}">
                    <a16:creationId xmlns:a16="http://schemas.microsoft.com/office/drawing/2014/main" id="{3DF1703C-C744-6EB4-5117-BF58527296D4}"/>
                  </a:ext>
                </a:extLst>
              </p:cNvPr>
              <p:cNvSpPr/>
              <p:nvPr/>
            </p:nvSpPr>
            <p:spPr>
              <a:xfrm>
                <a:off x="10535918" y="4108696"/>
                <a:ext cx="54718" cy="251584"/>
              </a:xfrm>
              <a:prstGeom prst="triangle">
                <a:avLst/>
              </a:prstGeom>
              <a:solidFill>
                <a:srgbClr val="C00000"/>
              </a:solidFill>
              <a:ln w="31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6" name="Isosceles Triangle 215">
                <a:extLst>
                  <a:ext uri="{FF2B5EF4-FFF2-40B4-BE49-F238E27FC236}">
                    <a16:creationId xmlns:a16="http://schemas.microsoft.com/office/drawing/2014/main" id="{906C31D6-C000-0299-8ACD-7C72B3366AB5}"/>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7" name="Isosceles Triangle 216">
                <a:extLst>
                  <a:ext uri="{FF2B5EF4-FFF2-40B4-BE49-F238E27FC236}">
                    <a16:creationId xmlns:a16="http://schemas.microsoft.com/office/drawing/2014/main" id="{FF15E638-06A2-0DBA-8B33-E80F98C80886}"/>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07" name="Group 206">
              <a:extLst>
                <a:ext uri="{FF2B5EF4-FFF2-40B4-BE49-F238E27FC236}">
                  <a16:creationId xmlns:a16="http://schemas.microsoft.com/office/drawing/2014/main" id="{82BC181D-C7F2-1BBA-D58A-98715209F088}"/>
                </a:ext>
              </a:extLst>
            </p:cNvPr>
            <p:cNvGrpSpPr/>
            <p:nvPr/>
          </p:nvGrpSpPr>
          <p:grpSpPr>
            <a:xfrm>
              <a:off x="10217224" y="2273885"/>
              <a:ext cx="151154" cy="251584"/>
              <a:chOff x="10535918" y="4108696"/>
              <a:chExt cx="151154" cy="251584"/>
            </a:xfrm>
          </p:grpSpPr>
          <p:sp>
            <p:nvSpPr>
              <p:cNvPr id="212" name="Isosceles Triangle 211">
                <a:extLst>
                  <a:ext uri="{FF2B5EF4-FFF2-40B4-BE49-F238E27FC236}">
                    <a16:creationId xmlns:a16="http://schemas.microsoft.com/office/drawing/2014/main" id="{C307CC8F-0539-AA1D-F3EB-A74881137D4E}"/>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3" name="Isosceles Triangle 212">
                <a:extLst>
                  <a:ext uri="{FF2B5EF4-FFF2-40B4-BE49-F238E27FC236}">
                    <a16:creationId xmlns:a16="http://schemas.microsoft.com/office/drawing/2014/main" id="{DA814714-D89D-255F-1E02-0BA03D79D921}"/>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4" name="Isosceles Triangle 213">
                <a:extLst>
                  <a:ext uri="{FF2B5EF4-FFF2-40B4-BE49-F238E27FC236}">
                    <a16:creationId xmlns:a16="http://schemas.microsoft.com/office/drawing/2014/main" id="{A711B2F5-5850-7F75-894C-4970024343DE}"/>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08" name="Group 207">
              <a:extLst>
                <a:ext uri="{FF2B5EF4-FFF2-40B4-BE49-F238E27FC236}">
                  <a16:creationId xmlns:a16="http://schemas.microsoft.com/office/drawing/2014/main" id="{13E0A226-A1A8-28C6-0627-DE770DDD9442}"/>
                </a:ext>
              </a:extLst>
            </p:cNvPr>
            <p:cNvGrpSpPr/>
            <p:nvPr/>
          </p:nvGrpSpPr>
          <p:grpSpPr>
            <a:xfrm>
              <a:off x="10361342" y="2267738"/>
              <a:ext cx="132682" cy="251584"/>
              <a:chOff x="10526682" y="4108696"/>
              <a:chExt cx="132682" cy="251584"/>
            </a:xfrm>
          </p:grpSpPr>
          <p:sp>
            <p:nvSpPr>
              <p:cNvPr id="209" name="Isosceles Triangle 208">
                <a:extLst>
                  <a:ext uri="{FF2B5EF4-FFF2-40B4-BE49-F238E27FC236}">
                    <a16:creationId xmlns:a16="http://schemas.microsoft.com/office/drawing/2014/main" id="{6255907D-95CF-C968-7FEC-FD3A52E58194}"/>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0" name="Isosceles Triangle 209">
                <a:extLst>
                  <a:ext uri="{FF2B5EF4-FFF2-40B4-BE49-F238E27FC236}">
                    <a16:creationId xmlns:a16="http://schemas.microsoft.com/office/drawing/2014/main" id="{90BB79EE-1F5D-2A02-41BE-CCDA1740FB76}"/>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1" name="Isosceles Triangle 210">
                <a:extLst>
                  <a:ext uri="{FF2B5EF4-FFF2-40B4-BE49-F238E27FC236}">
                    <a16:creationId xmlns:a16="http://schemas.microsoft.com/office/drawing/2014/main" id="{FD60485B-3591-D31B-62B1-1E62A4F036B2}"/>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sp>
        <p:nvSpPr>
          <p:cNvPr id="241" name="Oval 240">
            <a:extLst>
              <a:ext uri="{FF2B5EF4-FFF2-40B4-BE49-F238E27FC236}">
                <a16:creationId xmlns:a16="http://schemas.microsoft.com/office/drawing/2014/main" id="{3BAA9FC2-FA0F-F2DA-3EAD-B5DF0C22E332}"/>
              </a:ext>
            </a:extLst>
          </p:cNvPr>
          <p:cNvSpPr/>
          <p:nvPr/>
        </p:nvSpPr>
        <p:spPr>
          <a:xfrm>
            <a:off x="3862387" y="3295650"/>
            <a:ext cx="228600" cy="247650"/>
          </a:xfrm>
          <a:prstGeom prst="ellipse">
            <a:avLst/>
          </a:prstGeom>
          <a:solidFill>
            <a:srgbClr val="C00000"/>
          </a:solidFill>
          <a:ln w="31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3" name="Oval 242">
            <a:extLst>
              <a:ext uri="{FF2B5EF4-FFF2-40B4-BE49-F238E27FC236}">
                <a16:creationId xmlns:a16="http://schemas.microsoft.com/office/drawing/2014/main" id="{331564D0-471E-2D3D-79DC-73671F115481}"/>
              </a:ext>
            </a:extLst>
          </p:cNvPr>
          <p:cNvSpPr/>
          <p:nvPr/>
        </p:nvSpPr>
        <p:spPr>
          <a:xfrm>
            <a:off x="4405312" y="32861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44" name="Group 243">
            <a:extLst>
              <a:ext uri="{FF2B5EF4-FFF2-40B4-BE49-F238E27FC236}">
                <a16:creationId xmlns:a16="http://schemas.microsoft.com/office/drawing/2014/main" id="{02AA6A13-5E9D-9674-14D2-94F72A26F02B}"/>
              </a:ext>
            </a:extLst>
          </p:cNvPr>
          <p:cNvGrpSpPr/>
          <p:nvPr/>
        </p:nvGrpSpPr>
        <p:grpSpPr>
          <a:xfrm>
            <a:off x="6780794" y="3282315"/>
            <a:ext cx="710618" cy="1056665"/>
            <a:chOff x="9929336" y="1539526"/>
            <a:chExt cx="710618" cy="1056665"/>
          </a:xfrm>
        </p:grpSpPr>
        <p:grpSp>
          <p:nvGrpSpPr>
            <p:cNvPr id="245" name="Group 244">
              <a:extLst>
                <a:ext uri="{FF2B5EF4-FFF2-40B4-BE49-F238E27FC236}">
                  <a16:creationId xmlns:a16="http://schemas.microsoft.com/office/drawing/2014/main" id="{F662EE1F-A7CF-49A7-8D09-C067D864B3C9}"/>
                </a:ext>
              </a:extLst>
            </p:cNvPr>
            <p:cNvGrpSpPr/>
            <p:nvPr/>
          </p:nvGrpSpPr>
          <p:grpSpPr>
            <a:xfrm>
              <a:off x="9929336" y="1539526"/>
              <a:ext cx="710618" cy="684612"/>
              <a:chOff x="3130785" y="1072302"/>
              <a:chExt cx="710618" cy="684612"/>
            </a:xfrm>
          </p:grpSpPr>
          <p:grpSp>
            <p:nvGrpSpPr>
              <p:cNvPr id="274" name="Group 273">
                <a:extLst>
                  <a:ext uri="{FF2B5EF4-FFF2-40B4-BE49-F238E27FC236}">
                    <a16:creationId xmlns:a16="http://schemas.microsoft.com/office/drawing/2014/main" id="{5821DC34-E56B-BA1D-A064-F8BFA328DD4D}"/>
                  </a:ext>
                </a:extLst>
              </p:cNvPr>
              <p:cNvGrpSpPr/>
              <p:nvPr/>
            </p:nvGrpSpPr>
            <p:grpSpPr>
              <a:xfrm>
                <a:off x="3130785" y="1279757"/>
                <a:ext cx="710618" cy="477157"/>
                <a:chOff x="3131127" y="1240808"/>
                <a:chExt cx="959860" cy="491303"/>
              </a:xfrm>
            </p:grpSpPr>
            <p:sp>
              <p:nvSpPr>
                <p:cNvPr id="276" name="Right Triangle 275">
                  <a:extLst>
                    <a:ext uri="{FF2B5EF4-FFF2-40B4-BE49-F238E27FC236}">
                      <a16:creationId xmlns:a16="http://schemas.microsoft.com/office/drawing/2014/main" id="{7B4ABE5C-4ACC-1BA6-83DF-58F9EC887701}"/>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ight Triangle 276">
                  <a:extLst>
                    <a:ext uri="{FF2B5EF4-FFF2-40B4-BE49-F238E27FC236}">
                      <a16:creationId xmlns:a16="http://schemas.microsoft.com/office/drawing/2014/main" id="{8DFEBFCA-0703-0920-1DD8-10E12DF6E67E}"/>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8" name="Straight Connector 277">
                  <a:extLst>
                    <a:ext uri="{FF2B5EF4-FFF2-40B4-BE49-F238E27FC236}">
                      <a16:creationId xmlns:a16="http://schemas.microsoft.com/office/drawing/2014/main" id="{0EFD1C38-57FD-10A7-3761-77ED92E51477}"/>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279" name="Isosceles Triangle 278">
                  <a:extLst>
                    <a:ext uri="{FF2B5EF4-FFF2-40B4-BE49-F238E27FC236}">
                      <a16:creationId xmlns:a16="http://schemas.microsoft.com/office/drawing/2014/main" id="{8D854EFC-0D43-2C28-62F2-63F1C585CBE1}"/>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0" name="Rectangle 279">
                  <a:extLst>
                    <a:ext uri="{FF2B5EF4-FFF2-40B4-BE49-F238E27FC236}">
                      <a16:creationId xmlns:a16="http://schemas.microsoft.com/office/drawing/2014/main" id="{A3DDF78A-065C-4FA6-C164-FE95F57CE333}"/>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75" name="Arrow: Down 274">
                <a:extLst>
                  <a:ext uri="{FF2B5EF4-FFF2-40B4-BE49-F238E27FC236}">
                    <a16:creationId xmlns:a16="http://schemas.microsoft.com/office/drawing/2014/main" id="{EA20CB44-2E3F-61B7-9B96-AB5DA758AD0B}"/>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6" name="Group 245">
              <a:extLst>
                <a:ext uri="{FF2B5EF4-FFF2-40B4-BE49-F238E27FC236}">
                  <a16:creationId xmlns:a16="http://schemas.microsoft.com/office/drawing/2014/main" id="{A1BCB7D3-9FB8-1614-C265-3886777D460F}"/>
                </a:ext>
              </a:extLst>
            </p:cNvPr>
            <p:cNvGrpSpPr/>
            <p:nvPr/>
          </p:nvGrpSpPr>
          <p:grpSpPr>
            <a:xfrm>
              <a:off x="10020930" y="2019957"/>
              <a:ext cx="533111" cy="576234"/>
              <a:chOff x="10066861" y="3229288"/>
              <a:chExt cx="533111" cy="576234"/>
            </a:xfrm>
          </p:grpSpPr>
          <p:grpSp>
            <p:nvGrpSpPr>
              <p:cNvPr id="259" name="Group 258">
                <a:extLst>
                  <a:ext uri="{FF2B5EF4-FFF2-40B4-BE49-F238E27FC236}">
                    <a16:creationId xmlns:a16="http://schemas.microsoft.com/office/drawing/2014/main" id="{1F556B02-63C0-C741-0E73-ACF898577FCD}"/>
                  </a:ext>
                </a:extLst>
              </p:cNvPr>
              <p:cNvGrpSpPr/>
              <p:nvPr/>
            </p:nvGrpSpPr>
            <p:grpSpPr>
              <a:xfrm>
                <a:off x="10066861" y="3238108"/>
                <a:ext cx="292643" cy="567414"/>
                <a:chOff x="10093446" y="1512430"/>
                <a:chExt cx="352833" cy="595788"/>
              </a:xfrm>
            </p:grpSpPr>
            <p:sp>
              <p:nvSpPr>
                <p:cNvPr id="270" name="Right Triangle 269">
                  <a:extLst>
                    <a:ext uri="{FF2B5EF4-FFF2-40B4-BE49-F238E27FC236}">
                      <a16:creationId xmlns:a16="http://schemas.microsoft.com/office/drawing/2014/main" id="{DA94FDFB-0FDA-E011-DD16-377205833359}"/>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1" name="Isosceles Triangle 270">
                  <a:extLst>
                    <a:ext uri="{FF2B5EF4-FFF2-40B4-BE49-F238E27FC236}">
                      <a16:creationId xmlns:a16="http://schemas.microsoft.com/office/drawing/2014/main" id="{3F61AF40-5D4E-D4BB-22FB-302FF7A77EDD}"/>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2" name="Right Triangle 271">
                  <a:extLst>
                    <a:ext uri="{FF2B5EF4-FFF2-40B4-BE49-F238E27FC236}">
                      <a16:creationId xmlns:a16="http://schemas.microsoft.com/office/drawing/2014/main" id="{6F6167B6-EC00-6310-D174-215F476D5F46}"/>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3" name="Rectangle 272">
                  <a:extLst>
                    <a:ext uri="{FF2B5EF4-FFF2-40B4-BE49-F238E27FC236}">
                      <a16:creationId xmlns:a16="http://schemas.microsoft.com/office/drawing/2014/main" id="{FE58733F-002B-A4CC-C289-AF139AC36AC4}"/>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0" name="Group 259">
                <a:extLst>
                  <a:ext uri="{FF2B5EF4-FFF2-40B4-BE49-F238E27FC236}">
                    <a16:creationId xmlns:a16="http://schemas.microsoft.com/office/drawing/2014/main" id="{608D72B7-E98C-77FD-D9F3-06A75723C8D0}"/>
                  </a:ext>
                </a:extLst>
              </p:cNvPr>
              <p:cNvGrpSpPr/>
              <p:nvPr/>
            </p:nvGrpSpPr>
            <p:grpSpPr>
              <a:xfrm>
                <a:off x="10192089" y="3231971"/>
                <a:ext cx="292643" cy="567414"/>
                <a:chOff x="10104582" y="1512430"/>
                <a:chExt cx="352833" cy="595788"/>
              </a:xfrm>
            </p:grpSpPr>
            <p:sp>
              <p:nvSpPr>
                <p:cNvPr id="266" name="Right Triangle 265">
                  <a:extLst>
                    <a:ext uri="{FF2B5EF4-FFF2-40B4-BE49-F238E27FC236}">
                      <a16:creationId xmlns:a16="http://schemas.microsoft.com/office/drawing/2014/main" id="{D648C729-80B3-5C94-2FC0-3957B87107D5}"/>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7" name="Isosceles Triangle 266">
                  <a:extLst>
                    <a:ext uri="{FF2B5EF4-FFF2-40B4-BE49-F238E27FC236}">
                      <a16:creationId xmlns:a16="http://schemas.microsoft.com/office/drawing/2014/main" id="{290609A7-870E-345D-990A-1B537239E912}"/>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8" name="Right Triangle 267">
                  <a:extLst>
                    <a:ext uri="{FF2B5EF4-FFF2-40B4-BE49-F238E27FC236}">
                      <a16:creationId xmlns:a16="http://schemas.microsoft.com/office/drawing/2014/main" id="{7F124ADF-44EB-7597-85D1-100E1FCDD756}"/>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9" name="Rectangle 268">
                  <a:extLst>
                    <a:ext uri="{FF2B5EF4-FFF2-40B4-BE49-F238E27FC236}">
                      <a16:creationId xmlns:a16="http://schemas.microsoft.com/office/drawing/2014/main" id="{14DC84C8-3DF8-A59C-0641-9A3517C2E057}"/>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1" name="Group 260">
                <a:extLst>
                  <a:ext uri="{FF2B5EF4-FFF2-40B4-BE49-F238E27FC236}">
                    <a16:creationId xmlns:a16="http://schemas.microsoft.com/office/drawing/2014/main" id="{D2488537-ACF7-A751-35C8-609B80B97626}"/>
                  </a:ext>
                </a:extLst>
              </p:cNvPr>
              <p:cNvGrpSpPr/>
              <p:nvPr/>
            </p:nvGrpSpPr>
            <p:grpSpPr>
              <a:xfrm>
                <a:off x="10307329" y="3229288"/>
                <a:ext cx="292643" cy="567414"/>
                <a:chOff x="10104582" y="1512430"/>
                <a:chExt cx="352833" cy="595788"/>
              </a:xfrm>
            </p:grpSpPr>
            <p:sp>
              <p:nvSpPr>
                <p:cNvPr id="262" name="Right Triangle 261">
                  <a:extLst>
                    <a:ext uri="{FF2B5EF4-FFF2-40B4-BE49-F238E27FC236}">
                      <a16:creationId xmlns:a16="http://schemas.microsoft.com/office/drawing/2014/main" id="{25BB93BD-22BB-2A1D-1273-A8292CA0DE5F}"/>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3" name="Isosceles Triangle 262">
                  <a:extLst>
                    <a:ext uri="{FF2B5EF4-FFF2-40B4-BE49-F238E27FC236}">
                      <a16:creationId xmlns:a16="http://schemas.microsoft.com/office/drawing/2014/main" id="{3604920B-6DA6-C7AE-6602-75C77F8E485B}"/>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4" name="Right Triangle 263">
                  <a:extLst>
                    <a:ext uri="{FF2B5EF4-FFF2-40B4-BE49-F238E27FC236}">
                      <a16:creationId xmlns:a16="http://schemas.microsoft.com/office/drawing/2014/main" id="{87AC7D7A-C112-5B15-52ED-650441FC8E5C}"/>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5" name="Rectangle 264">
                  <a:extLst>
                    <a:ext uri="{FF2B5EF4-FFF2-40B4-BE49-F238E27FC236}">
                      <a16:creationId xmlns:a16="http://schemas.microsoft.com/office/drawing/2014/main" id="{7DF0B893-26B4-1E94-BD1C-BBFB6B8C714E}"/>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47" name="Group 246">
              <a:extLst>
                <a:ext uri="{FF2B5EF4-FFF2-40B4-BE49-F238E27FC236}">
                  <a16:creationId xmlns:a16="http://schemas.microsoft.com/office/drawing/2014/main" id="{3B1D2FA2-6D4D-02FC-96FB-9B413046C972}"/>
                </a:ext>
              </a:extLst>
            </p:cNvPr>
            <p:cNvGrpSpPr/>
            <p:nvPr/>
          </p:nvGrpSpPr>
          <p:grpSpPr>
            <a:xfrm>
              <a:off x="10082760" y="2267738"/>
              <a:ext cx="151154" cy="251584"/>
              <a:chOff x="10535918" y="4108696"/>
              <a:chExt cx="151154" cy="251584"/>
            </a:xfrm>
          </p:grpSpPr>
          <p:sp>
            <p:nvSpPr>
              <p:cNvPr id="256" name="Isosceles Triangle 255">
                <a:extLst>
                  <a:ext uri="{FF2B5EF4-FFF2-40B4-BE49-F238E27FC236}">
                    <a16:creationId xmlns:a16="http://schemas.microsoft.com/office/drawing/2014/main" id="{CE46F416-1C90-993C-AF95-15CB8B6AEA3B}"/>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7" name="Isosceles Triangle 256">
                <a:extLst>
                  <a:ext uri="{FF2B5EF4-FFF2-40B4-BE49-F238E27FC236}">
                    <a16:creationId xmlns:a16="http://schemas.microsoft.com/office/drawing/2014/main" id="{962188E9-0B3D-EEE1-3DE6-92F039625935}"/>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58" name="Isosceles Triangle 257">
                <a:extLst>
                  <a:ext uri="{FF2B5EF4-FFF2-40B4-BE49-F238E27FC236}">
                    <a16:creationId xmlns:a16="http://schemas.microsoft.com/office/drawing/2014/main" id="{E7607F2B-198A-1DF4-53AB-3442333075A7}"/>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48" name="Group 247">
              <a:extLst>
                <a:ext uri="{FF2B5EF4-FFF2-40B4-BE49-F238E27FC236}">
                  <a16:creationId xmlns:a16="http://schemas.microsoft.com/office/drawing/2014/main" id="{F76A8D32-EAE0-FB61-042B-4F3099184752}"/>
                </a:ext>
              </a:extLst>
            </p:cNvPr>
            <p:cNvGrpSpPr/>
            <p:nvPr/>
          </p:nvGrpSpPr>
          <p:grpSpPr>
            <a:xfrm>
              <a:off x="10217224" y="2273885"/>
              <a:ext cx="151154" cy="251584"/>
              <a:chOff x="10535918" y="4108696"/>
              <a:chExt cx="151154" cy="251584"/>
            </a:xfrm>
          </p:grpSpPr>
          <p:sp>
            <p:nvSpPr>
              <p:cNvPr id="253" name="Isosceles Triangle 252">
                <a:extLst>
                  <a:ext uri="{FF2B5EF4-FFF2-40B4-BE49-F238E27FC236}">
                    <a16:creationId xmlns:a16="http://schemas.microsoft.com/office/drawing/2014/main" id="{CD87AE88-7198-A1D6-7D57-E678505C6598}"/>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4" name="Isosceles Triangle 253">
                <a:extLst>
                  <a:ext uri="{FF2B5EF4-FFF2-40B4-BE49-F238E27FC236}">
                    <a16:creationId xmlns:a16="http://schemas.microsoft.com/office/drawing/2014/main" id="{259ACF0D-196A-3B39-63BB-B5A20F61A84A}"/>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55" name="Isosceles Triangle 254">
                <a:extLst>
                  <a:ext uri="{FF2B5EF4-FFF2-40B4-BE49-F238E27FC236}">
                    <a16:creationId xmlns:a16="http://schemas.microsoft.com/office/drawing/2014/main" id="{95E3A9B3-045D-90ED-E818-9393D01D14C6}"/>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49" name="Group 248">
              <a:extLst>
                <a:ext uri="{FF2B5EF4-FFF2-40B4-BE49-F238E27FC236}">
                  <a16:creationId xmlns:a16="http://schemas.microsoft.com/office/drawing/2014/main" id="{96C09526-F88F-6BD4-6331-B453AE2E1C4C}"/>
                </a:ext>
              </a:extLst>
            </p:cNvPr>
            <p:cNvGrpSpPr/>
            <p:nvPr/>
          </p:nvGrpSpPr>
          <p:grpSpPr>
            <a:xfrm>
              <a:off x="10361342" y="2267738"/>
              <a:ext cx="132682" cy="251584"/>
              <a:chOff x="10526682" y="4108696"/>
              <a:chExt cx="132682" cy="251584"/>
            </a:xfrm>
          </p:grpSpPr>
          <p:sp>
            <p:nvSpPr>
              <p:cNvPr id="250" name="Isosceles Triangle 249">
                <a:extLst>
                  <a:ext uri="{FF2B5EF4-FFF2-40B4-BE49-F238E27FC236}">
                    <a16:creationId xmlns:a16="http://schemas.microsoft.com/office/drawing/2014/main" id="{C6895FA5-4DB9-F176-903C-DB4572F182CC}"/>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1" name="Isosceles Triangle 250">
                <a:extLst>
                  <a:ext uri="{FF2B5EF4-FFF2-40B4-BE49-F238E27FC236}">
                    <a16:creationId xmlns:a16="http://schemas.microsoft.com/office/drawing/2014/main" id="{9B813203-CBC6-F40B-ECC9-73C71B995CBA}"/>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52" name="Isosceles Triangle 251">
                <a:extLst>
                  <a:ext uri="{FF2B5EF4-FFF2-40B4-BE49-F238E27FC236}">
                    <a16:creationId xmlns:a16="http://schemas.microsoft.com/office/drawing/2014/main" id="{AFE26CA3-ADB8-37ED-9EE1-75B6F26A8233}"/>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281" name="Group 280">
            <a:extLst>
              <a:ext uri="{FF2B5EF4-FFF2-40B4-BE49-F238E27FC236}">
                <a16:creationId xmlns:a16="http://schemas.microsoft.com/office/drawing/2014/main" id="{1791B7C8-3AF6-9268-FB1B-314351C78DC3}"/>
              </a:ext>
            </a:extLst>
          </p:cNvPr>
          <p:cNvGrpSpPr/>
          <p:nvPr/>
        </p:nvGrpSpPr>
        <p:grpSpPr>
          <a:xfrm>
            <a:off x="6259803" y="3291840"/>
            <a:ext cx="710618" cy="1056665"/>
            <a:chOff x="9929336" y="1539526"/>
            <a:chExt cx="710618" cy="1056665"/>
          </a:xfrm>
        </p:grpSpPr>
        <p:grpSp>
          <p:nvGrpSpPr>
            <p:cNvPr id="282" name="Group 281">
              <a:extLst>
                <a:ext uri="{FF2B5EF4-FFF2-40B4-BE49-F238E27FC236}">
                  <a16:creationId xmlns:a16="http://schemas.microsoft.com/office/drawing/2014/main" id="{C0F897B4-0D55-311F-9A70-6BA43F8853F9}"/>
                </a:ext>
              </a:extLst>
            </p:cNvPr>
            <p:cNvGrpSpPr/>
            <p:nvPr/>
          </p:nvGrpSpPr>
          <p:grpSpPr>
            <a:xfrm>
              <a:off x="9929336" y="1539526"/>
              <a:ext cx="710618" cy="684612"/>
              <a:chOff x="3130785" y="1072302"/>
              <a:chExt cx="710618" cy="684612"/>
            </a:xfrm>
          </p:grpSpPr>
          <p:grpSp>
            <p:nvGrpSpPr>
              <p:cNvPr id="311" name="Group 310">
                <a:extLst>
                  <a:ext uri="{FF2B5EF4-FFF2-40B4-BE49-F238E27FC236}">
                    <a16:creationId xmlns:a16="http://schemas.microsoft.com/office/drawing/2014/main" id="{D1A0B119-C376-C658-858D-41C706C5AF3A}"/>
                  </a:ext>
                </a:extLst>
              </p:cNvPr>
              <p:cNvGrpSpPr/>
              <p:nvPr/>
            </p:nvGrpSpPr>
            <p:grpSpPr>
              <a:xfrm>
                <a:off x="3130785" y="1279757"/>
                <a:ext cx="710618" cy="477157"/>
                <a:chOff x="3131127" y="1240808"/>
                <a:chExt cx="959860" cy="491303"/>
              </a:xfrm>
            </p:grpSpPr>
            <p:sp>
              <p:nvSpPr>
                <p:cNvPr id="313" name="Right Triangle 312">
                  <a:extLst>
                    <a:ext uri="{FF2B5EF4-FFF2-40B4-BE49-F238E27FC236}">
                      <a16:creationId xmlns:a16="http://schemas.microsoft.com/office/drawing/2014/main" id="{0AD28878-9813-BB77-BCBC-8B813CAD238E}"/>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ight Triangle 313">
                  <a:extLst>
                    <a:ext uri="{FF2B5EF4-FFF2-40B4-BE49-F238E27FC236}">
                      <a16:creationId xmlns:a16="http://schemas.microsoft.com/office/drawing/2014/main" id="{25462C65-6887-54E9-2049-205101C63611}"/>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5" name="Straight Connector 314">
                  <a:extLst>
                    <a:ext uri="{FF2B5EF4-FFF2-40B4-BE49-F238E27FC236}">
                      <a16:creationId xmlns:a16="http://schemas.microsoft.com/office/drawing/2014/main" id="{7C6BD4BD-51B6-AE24-CC34-5B751D5CF112}"/>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316" name="Isosceles Triangle 315">
                  <a:extLst>
                    <a:ext uri="{FF2B5EF4-FFF2-40B4-BE49-F238E27FC236}">
                      <a16:creationId xmlns:a16="http://schemas.microsoft.com/office/drawing/2014/main" id="{A3E9632C-D2EA-D091-81C3-E012958BB467}"/>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7" name="Rectangle 316">
                  <a:extLst>
                    <a:ext uri="{FF2B5EF4-FFF2-40B4-BE49-F238E27FC236}">
                      <a16:creationId xmlns:a16="http://schemas.microsoft.com/office/drawing/2014/main" id="{B52EED54-D8BB-DFB7-E816-25944FB5B1FF}"/>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2" name="Arrow: Down 311">
                <a:extLst>
                  <a:ext uri="{FF2B5EF4-FFF2-40B4-BE49-F238E27FC236}">
                    <a16:creationId xmlns:a16="http://schemas.microsoft.com/office/drawing/2014/main" id="{6607AF65-4BBE-D140-609E-31CC555E64B2}"/>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3" name="Group 282">
              <a:extLst>
                <a:ext uri="{FF2B5EF4-FFF2-40B4-BE49-F238E27FC236}">
                  <a16:creationId xmlns:a16="http://schemas.microsoft.com/office/drawing/2014/main" id="{1F734E1C-A3D0-CB4F-71A1-BDB5B5B5A58B}"/>
                </a:ext>
              </a:extLst>
            </p:cNvPr>
            <p:cNvGrpSpPr/>
            <p:nvPr/>
          </p:nvGrpSpPr>
          <p:grpSpPr>
            <a:xfrm>
              <a:off x="10020930" y="2019957"/>
              <a:ext cx="533111" cy="576234"/>
              <a:chOff x="10066861" y="3229288"/>
              <a:chExt cx="533111" cy="576234"/>
            </a:xfrm>
          </p:grpSpPr>
          <p:grpSp>
            <p:nvGrpSpPr>
              <p:cNvPr id="296" name="Group 295">
                <a:extLst>
                  <a:ext uri="{FF2B5EF4-FFF2-40B4-BE49-F238E27FC236}">
                    <a16:creationId xmlns:a16="http://schemas.microsoft.com/office/drawing/2014/main" id="{024E3EE2-3A18-B2B6-01B8-6DBE61ADE7DF}"/>
                  </a:ext>
                </a:extLst>
              </p:cNvPr>
              <p:cNvGrpSpPr/>
              <p:nvPr/>
            </p:nvGrpSpPr>
            <p:grpSpPr>
              <a:xfrm>
                <a:off x="10066861" y="3238108"/>
                <a:ext cx="292643" cy="567414"/>
                <a:chOff x="10093446" y="1512430"/>
                <a:chExt cx="352833" cy="595788"/>
              </a:xfrm>
            </p:grpSpPr>
            <p:sp>
              <p:nvSpPr>
                <p:cNvPr id="307" name="Right Triangle 306">
                  <a:extLst>
                    <a:ext uri="{FF2B5EF4-FFF2-40B4-BE49-F238E27FC236}">
                      <a16:creationId xmlns:a16="http://schemas.microsoft.com/office/drawing/2014/main" id="{4028D491-5438-B5B4-B57B-217CC48FFB61}"/>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 name="Isosceles Triangle 307">
                  <a:extLst>
                    <a:ext uri="{FF2B5EF4-FFF2-40B4-BE49-F238E27FC236}">
                      <a16:creationId xmlns:a16="http://schemas.microsoft.com/office/drawing/2014/main" id="{BA6085B8-55D5-1597-1C37-57AA63F0542E}"/>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 name="Right Triangle 308">
                  <a:extLst>
                    <a:ext uri="{FF2B5EF4-FFF2-40B4-BE49-F238E27FC236}">
                      <a16:creationId xmlns:a16="http://schemas.microsoft.com/office/drawing/2014/main" id="{B3B8668B-7C86-C605-4660-36CFBB21C097}"/>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0" name="Rectangle 309">
                  <a:extLst>
                    <a:ext uri="{FF2B5EF4-FFF2-40B4-BE49-F238E27FC236}">
                      <a16:creationId xmlns:a16="http://schemas.microsoft.com/office/drawing/2014/main" id="{1E8BA887-C065-E9AE-C93A-652B0154991B}"/>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7" name="Group 296">
                <a:extLst>
                  <a:ext uri="{FF2B5EF4-FFF2-40B4-BE49-F238E27FC236}">
                    <a16:creationId xmlns:a16="http://schemas.microsoft.com/office/drawing/2014/main" id="{776326FD-0855-AFA8-0DDA-4CFD6B3C058D}"/>
                  </a:ext>
                </a:extLst>
              </p:cNvPr>
              <p:cNvGrpSpPr/>
              <p:nvPr/>
            </p:nvGrpSpPr>
            <p:grpSpPr>
              <a:xfrm>
                <a:off x="10192089" y="3231971"/>
                <a:ext cx="292643" cy="567414"/>
                <a:chOff x="10104582" y="1512430"/>
                <a:chExt cx="352833" cy="595788"/>
              </a:xfrm>
            </p:grpSpPr>
            <p:sp>
              <p:nvSpPr>
                <p:cNvPr id="303" name="Right Triangle 302">
                  <a:extLst>
                    <a:ext uri="{FF2B5EF4-FFF2-40B4-BE49-F238E27FC236}">
                      <a16:creationId xmlns:a16="http://schemas.microsoft.com/office/drawing/2014/main" id="{BCDB26BB-6C33-A231-145A-D488F36249BF}"/>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4" name="Isosceles Triangle 303">
                  <a:extLst>
                    <a:ext uri="{FF2B5EF4-FFF2-40B4-BE49-F238E27FC236}">
                      <a16:creationId xmlns:a16="http://schemas.microsoft.com/office/drawing/2014/main" id="{93AE5BF8-073B-F306-9CA0-06BCC5438D9B}"/>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5" name="Right Triangle 304">
                  <a:extLst>
                    <a:ext uri="{FF2B5EF4-FFF2-40B4-BE49-F238E27FC236}">
                      <a16:creationId xmlns:a16="http://schemas.microsoft.com/office/drawing/2014/main" id="{E9DC8AFB-68B6-0C98-F0EC-1B1FB74D94EC}"/>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Rectangle 305">
                  <a:extLst>
                    <a:ext uri="{FF2B5EF4-FFF2-40B4-BE49-F238E27FC236}">
                      <a16:creationId xmlns:a16="http://schemas.microsoft.com/office/drawing/2014/main" id="{34095A0F-9B37-000B-3C91-16D630D22355}"/>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8" name="Group 297">
                <a:extLst>
                  <a:ext uri="{FF2B5EF4-FFF2-40B4-BE49-F238E27FC236}">
                    <a16:creationId xmlns:a16="http://schemas.microsoft.com/office/drawing/2014/main" id="{7761CA27-43C1-AC62-3B13-5DC5B2052A56}"/>
                  </a:ext>
                </a:extLst>
              </p:cNvPr>
              <p:cNvGrpSpPr/>
              <p:nvPr/>
            </p:nvGrpSpPr>
            <p:grpSpPr>
              <a:xfrm>
                <a:off x="10307329" y="3229288"/>
                <a:ext cx="292643" cy="567414"/>
                <a:chOff x="10104582" y="1512430"/>
                <a:chExt cx="352833" cy="595788"/>
              </a:xfrm>
            </p:grpSpPr>
            <p:sp>
              <p:nvSpPr>
                <p:cNvPr id="299" name="Right Triangle 298">
                  <a:extLst>
                    <a:ext uri="{FF2B5EF4-FFF2-40B4-BE49-F238E27FC236}">
                      <a16:creationId xmlns:a16="http://schemas.microsoft.com/office/drawing/2014/main" id="{EEE161B5-92CF-645A-3B61-1778BBEC949F}"/>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Isosceles Triangle 299">
                  <a:extLst>
                    <a:ext uri="{FF2B5EF4-FFF2-40B4-BE49-F238E27FC236}">
                      <a16:creationId xmlns:a16="http://schemas.microsoft.com/office/drawing/2014/main" id="{50AC2FAD-BEAC-616C-7DED-268B0C8C55C4}"/>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1" name="Right Triangle 300">
                  <a:extLst>
                    <a:ext uri="{FF2B5EF4-FFF2-40B4-BE49-F238E27FC236}">
                      <a16:creationId xmlns:a16="http://schemas.microsoft.com/office/drawing/2014/main" id="{B1EE41B7-FC5B-7456-C943-C32CB0A6C751}"/>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2" name="Rectangle 301">
                  <a:extLst>
                    <a:ext uri="{FF2B5EF4-FFF2-40B4-BE49-F238E27FC236}">
                      <a16:creationId xmlns:a16="http://schemas.microsoft.com/office/drawing/2014/main" id="{CE2C054E-5EFB-8A25-6534-E479A77837AB}"/>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84" name="Group 283">
              <a:extLst>
                <a:ext uri="{FF2B5EF4-FFF2-40B4-BE49-F238E27FC236}">
                  <a16:creationId xmlns:a16="http://schemas.microsoft.com/office/drawing/2014/main" id="{193F8464-3DEC-C9BD-59FD-D7245310018C}"/>
                </a:ext>
              </a:extLst>
            </p:cNvPr>
            <p:cNvGrpSpPr/>
            <p:nvPr/>
          </p:nvGrpSpPr>
          <p:grpSpPr>
            <a:xfrm>
              <a:off x="10082760" y="2267738"/>
              <a:ext cx="151154" cy="251584"/>
              <a:chOff x="10535918" y="4108696"/>
              <a:chExt cx="151154" cy="251584"/>
            </a:xfrm>
          </p:grpSpPr>
          <p:sp>
            <p:nvSpPr>
              <p:cNvPr id="293" name="Isosceles Triangle 292">
                <a:extLst>
                  <a:ext uri="{FF2B5EF4-FFF2-40B4-BE49-F238E27FC236}">
                    <a16:creationId xmlns:a16="http://schemas.microsoft.com/office/drawing/2014/main" id="{0BE8C7F2-BA81-ECF2-3906-4D8D9B0A9D51}"/>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4" name="Isosceles Triangle 293">
                <a:extLst>
                  <a:ext uri="{FF2B5EF4-FFF2-40B4-BE49-F238E27FC236}">
                    <a16:creationId xmlns:a16="http://schemas.microsoft.com/office/drawing/2014/main" id="{01F9744B-2CDF-500C-8DED-2D4F256F029E}"/>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95" name="Isosceles Triangle 294">
                <a:extLst>
                  <a:ext uri="{FF2B5EF4-FFF2-40B4-BE49-F238E27FC236}">
                    <a16:creationId xmlns:a16="http://schemas.microsoft.com/office/drawing/2014/main" id="{EE2BCCBE-8BCA-D81C-C3CF-D4095F8C671A}"/>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85" name="Group 284">
              <a:extLst>
                <a:ext uri="{FF2B5EF4-FFF2-40B4-BE49-F238E27FC236}">
                  <a16:creationId xmlns:a16="http://schemas.microsoft.com/office/drawing/2014/main" id="{F3C28FBE-8D6C-F5C9-417B-9E2E98DDBE6D}"/>
                </a:ext>
              </a:extLst>
            </p:cNvPr>
            <p:cNvGrpSpPr/>
            <p:nvPr/>
          </p:nvGrpSpPr>
          <p:grpSpPr>
            <a:xfrm>
              <a:off x="10217224" y="2273885"/>
              <a:ext cx="151154" cy="251584"/>
              <a:chOff x="10535918" y="4108696"/>
              <a:chExt cx="151154" cy="251584"/>
            </a:xfrm>
          </p:grpSpPr>
          <p:sp>
            <p:nvSpPr>
              <p:cNvPr id="290" name="Isosceles Triangle 289">
                <a:extLst>
                  <a:ext uri="{FF2B5EF4-FFF2-40B4-BE49-F238E27FC236}">
                    <a16:creationId xmlns:a16="http://schemas.microsoft.com/office/drawing/2014/main" id="{85D6893D-B78F-6583-8DF2-3ADC01F35AD9}"/>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1" name="Isosceles Triangle 290">
                <a:extLst>
                  <a:ext uri="{FF2B5EF4-FFF2-40B4-BE49-F238E27FC236}">
                    <a16:creationId xmlns:a16="http://schemas.microsoft.com/office/drawing/2014/main" id="{800BF6FC-8235-7AC7-9CE7-A83DAC0ED61D}"/>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92" name="Isosceles Triangle 291">
                <a:extLst>
                  <a:ext uri="{FF2B5EF4-FFF2-40B4-BE49-F238E27FC236}">
                    <a16:creationId xmlns:a16="http://schemas.microsoft.com/office/drawing/2014/main" id="{2A054545-318B-C403-8384-97945E901A70}"/>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86" name="Group 285">
              <a:extLst>
                <a:ext uri="{FF2B5EF4-FFF2-40B4-BE49-F238E27FC236}">
                  <a16:creationId xmlns:a16="http://schemas.microsoft.com/office/drawing/2014/main" id="{7A03E74C-A0CE-2980-AB2A-FB13E69252C8}"/>
                </a:ext>
              </a:extLst>
            </p:cNvPr>
            <p:cNvGrpSpPr/>
            <p:nvPr/>
          </p:nvGrpSpPr>
          <p:grpSpPr>
            <a:xfrm>
              <a:off x="10361342" y="2267738"/>
              <a:ext cx="132682" cy="251584"/>
              <a:chOff x="10526682" y="4108696"/>
              <a:chExt cx="132682" cy="251584"/>
            </a:xfrm>
          </p:grpSpPr>
          <p:sp>
            <p:nvSpPr>
              <p:cNvPr id="287" name="Isosceles Triangle 286">
                <a:extLst>
                  <a:ext uri="{FF2B5EF4-FFF2-40B4-BE49-F238E27FC236}">
                    <a16:creationId xmlns:a16="http://schemas.microsoft.com/office/drawing/2014/main" id="{38A6524F-9947-220B-D4CC-3CB86014BB1F}"/>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8" name="Isosceles Triangle 287">
                <a:extLst>
                  <a:ext uri="{FF2B5EF4-FFF2-40B4-BE49-F238E27FC236}">
                    <a16:creationId xmlns:a16="http://schemas.microsoft.com/office/drawing/2014/main" id="{3B0CC19B-04F1-DFAD-CB3D-94DABBA3B6E0}"/>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89" name="Isosceles Triangle 288">
                <a:extLst>
                  <a:ext uri="{FF2B5EF4-FFF2-40B4-BE49-F238E27FC236}">
                    <a16:creationId xmlns:a16="http://schemas.microsoft.com/office/drawing/2014/main" id="{A4795585-3308-9E67-9D2F-C5DAB5BCA4D4}"/>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318" name="Group 317">
            <a:extLst>
              <a:ext uri="{FF2B5EF4-FFF2-40B4-BE49-F238E27FC236}">
                <a16:creationId xmlns:a16="http://schemas.microsoft.com/office/drawing/2014/main" id="{2BE8B9E0-9C5A-000C-F3A6-43C5434B3C6C}"/>
              </a:ext>
            </a:extLst>
          </p:cNvPr>
          <p:cNvGrpSpPr/>
          <p:nvPr/>
        </p:nvGrpSpPr>
        <p:grpSpPr>
          <a:xfrm>
            <a:off x="5740690" y="3286125"/>
            <a:ext cx="710618" cy="1056665"/>
            <a:chOff x="9929336" y="1539526"/>
            <a:chExt cx="710618" cy="1056665"/>
          </a:xfrm>
        </p:grpSpPr>
        <p:grpSp>
          <p:nvGrpSpPr>
            <p:cNvPr id="319" name="Group 318">
              <a:extLst>
                <a:ext uri="{FF2B5EF4-FFF2-40B4-BE49-F238E27FC236}">
                  <a16:creationId xmlns:a16="http://schemas.microsoft.com/office/drawing/2014/main" id="{A135B58A-C8BA-2D2A-D4CA-159B8A1C4869}"/>
                </a:ext>
              </a:extLst>
            </p:cNvPr>
            <p:cNvGrpSpPr/>
            <p:nvPr/>
          </p:nvGrpSpPr>
          <p:grpSpPr>
            <a:xfrm>
              <a:off x="9929336" y="1539526"/>
              <a:ext cx="710618" cy="684612"/>
              <a:chOff x="3130785" y="1072302"/>
              <a:chExt cx="710618" cy="684612"/>
            </a:xfrm>
          </p:grpSpPr>
          <p:grpSp>
            <p:nvGrpSpPr>
              <p:cNvPr id="348" name="Group 347">
                <a:extLst>
                  <a:ext uri="{FF2B5EF4-FFF2-40B4-BE49-F238E27FC236}">
                    <a16:creationId xmlns:a16="http://schemas.microsoft.com/office/drawing/2014/main" id="{97CE5DFB-6AEC-19A4-2285-6E2858A675E8}"/>
                  </a:ext>
                </a:extLst>
              </p:cNvPr>
              <p:cNvGrpSpPr/>
              <p:nvPr/>
            </p:nvGrpSpPr>
            <p:grpSpPr>
              <a:xfrm>
                <a:off x="3130785" y="1279757"/>
                <a:ext cx="710618" cy="477157"/>
                <a:chOff x="3131127" y="1240808"/>
                <a:chExt cx="959860" cy="491303"/>
              </a:xfrm>
            </p:grpSpPr>
            <p:sp>
              <p:nvSpPr>
                <p:cNvPr id="350" name="Right Triangle 349">
                  <a:extLst>
                    <a:ext uri="{FF2B5EF4-FFF2-40B4-BE49-F238E27FC236}">
                      <a16:creationId xmlns:a16="http://schemas.microsoft.com/office/drawing/2014/main" id="{7A2BA19A-3335-783A-9A6D-B1120067DBA8}"/>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ight Triangle 350">
                  <a:extLst>
                    <a:ext uri="{FF2B5EF4-FFF2-40B4-BE49-F238E27FC236}">
                      <a16:creationId xmlns:a16="http://schemas.microsoft.com/office/drawing/2014/main" id="{A75EC5F9-CFCC-8345-D304-733725E23728}"/>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52" name="Straight Connector 351">
                  <a:extLst>
                    <a:ext uri="{FF2B5EF4-FFF2-40B4-BE49-F238E27FC236}">
                      <a16:creationId xmlns:a16="http://schemas.microsoft.com/office/drawing/2014/main" id="{6BE16265-2851-E3CD-F269-20991CB951D1}"/>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353" name="Isosceles Triangle 352">
                  <a:extLst>
                    <a:ext uri="{FF2B5EF4-FFF2-40B4-BE49-F238E27FC236}">
                      <a16:creationId xmlns:a16="http://schemas.microsoft.com/office/drawing/2014/main" id="{2E7995E4-A123-E254-2DD0-086BC4A08E17}"/>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4" name="Rectangle 353">
                  <a:extLst>
                    <a:ext uri="{FF2B5EF4-FFF2-40B4-BE49-F238E27FC236}">
                      <a16:creationId xmlns:a16="http://schemas.microsoft.com/office/drawing/2014/main" id="{D9ABC982-FAE3-C204-0ECF-E48805E3A7F7}"/>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49" name="Arrow: Down 348">
                <a:extLst>
                  <a:ext uri="{FF2B5EF4-FFF2-40B4-BE49-F238E27FC236}">
                    <a16:creationId xmlns:a16="http://schemas.microsoft.com/office/drawing/2014/main" id="{79FDE189-CAC0-F796-18A4-669574CE3119}"/>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0" name="Group 319">
              <a:extLst>
                <a:ext uri="{FF2B5EF4-FFF2-40B4-BE49-F238E27FC236}">
                  <a16:creationId xmlns:a16="http://schemas.microsoft.com/office/drawing/2014/main" id="{128C8D73-4340-8E5F-6C61-24F7EEF58D41}"/>
                </a:ext>
              </a:extLst>
            </p:cNvPr>
            <p:cNvGrpSpPr/>
            <p:nvPr/>
          </p:nvGrpSpPr>
          <p:grpSpPr>
            <a:xfrm>
              <a:off x="10020930" y="2019957"/>
              <a:ext cx="533111" cy="576234"/>
              <a:chOff x="10066861" y="3229288"/>
              <a:chExt cx="533111" cy="576234"/>
            </a:xfrm>
          </p:grpSpPr>
          <p:grpSp>
            <p:nvGrpSpPr>
              <p:cNvPr id="333" name="Group 332">
                <a:extLst>
                  <a:ext uri="{FF2B5EF4-FFF2-40B4-BE49-F238E27FC236}">
                    <a16:creationId xmlns:a16="http://schemas.microsoft.com/office/drawing/2014/main" id="{48126562-BEB6-4948-20AD-B13223E0BDB0}"/>
                  </a:ext>
                </a:extLst>
              </p:cNvPr>
              <p:cNvGrpSpPr/>
              <p:nvPr/>
            </p:nvGrpSpPr>
            <p:grpSpPr>
              <a:xfrm>
                <a:off x="10066861" y="3238108"/>
                <a:ext cx="292643" cy="567414"/>
                <a:chOff x="10093446" y="1512430"/>
                <a:chExt cx="352833" cy="595788"/>
              </a:xfrm>
            </p:grpSpPr>
            <p:sp>
              <p:nvSpPr>
                <p:cNvPr id="344" name="Right Triangle 343">
                  <a:extLst>
                    <a:ext uri="{FF2B5EF4-FFF2-40B4-BE49-F238E27FC236}">
                      <a16:creationId xmlns:a16="http://schemas.microsoft.com/office/drawing/2014/main" id="{949C5FCC-6E7D-306E-5062-4F757E5FFA7E}"/>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5" name="Isosceles Triangle 344">
                  <a:extLst>
                    <a:ext uri="{FF2B5EF4-FFF2-40B4-BE49-F238E27FC236}">
                      <a16:creationId xmlns:a16="http://schemas.microsoft.com/office/drawing/2014/main" id="{53C9108B-FC99-3803-1041-05BA4A441E77}"/>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6" name="Right Triangle 345">
                  <a:extLst>
                    <a:ext uri="{FF2B5EF4-FFF2-40B4-BE49-F238E27FC236}">
                      <a16:creationId xmlns:a16="http://schemas.microsoft.com/office/drawing/2014/main" id="{55738D73-70F5-F250-BDC5-BEFEEE025C7B}"/>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7" name="Rectangle 346">
                  <a:extLst>
                    <a:ext uri="{FF2B5EF4-FFF2-40B4-BE49-F238E27FC236}">
                      <a16:creationId xmlns:a16="http://schemas.microsoft.com/office/drawing/2014/main" id="{D608CE02-E647-6D32-03E2-04CF7C715145}"/>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4" name="Group 333">
                <a:extLst>
                  <a:ext uri="{FF2B5EF4-FFF2-40B4-BE49-F238E27FC236}">
                    <a16:creationId xmlns:a16="http://schemas.microsoft.com/office/drawing/2014/main" id="{7328DE7A-AD08-78BB-9ECE-DD1888355E38}"/>
                  </a:ext>
                </a:extLst>
              </p:cNvPr>
              <p:cNvGrpSpPr/>
              <p:nvPr/>
            </p:nvGrpSpPr>
            <p:grpSpPr>
              <a:xfrm>
                <a:off x="10192089" y="3231971"/>
                <a:ext cx="292643" cy="567414"/>
                <a:chOff x="10104582" y="1512430"/>
                <a:chExt cx="352833" cy="595788"/>
              </a:xfrm>
            </p:grpSpPr>
            <p:sp>
              <p:nvSpPr>
                <p:cNvPr id="340" name="Right Triangle 339">
                  <a:extLst>
                    <a:ext uri="{FF2B5EF4-FFF2-40B4-BE49-F238E27FC236}">
                      <a16:creationId xmlns:a16="http://schemas.microsoft.com/office/drawing/2014/main" id="{B24117C4-9955-BDD7-925B-00EFFA15D84B}"/>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1" name="Isosceles Triangle 340">
                  <a:extLst>
                    <a:ext uri="{FF2B5EF4-FFF2-40B4-BE49-F238E27FC236}">
                      <a16:creationId xmlns:a16="http://schemas.microsoft.com/office/drawing/2014/main" id="{2C9C4813-944C-AA4B-8096-33AAC0EB741D}"/>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2" name="Right Triangle 341">
                  <a:extLst>
                    <a:ext uri="{FF2B5EF4-FFF2-40B4-BE49-F238E27FC236}">
                      <a16:creationId xmlns:a16="http://schemas.microsoft.com/office/drawing/2014/main" id="{363AF708-D0E9-E295-AD6C-7327033A1BF6}"/>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3" name="Rectangle 342">
                  <a:extLst>
                    <a:ext uri="{FF2B5EF4-FFF2-40B4-BE49-F238E27FC236}">
                      <a16:creationId xmlns:a16="http://schemas.microsoft.com/office/drawing/2014/main" id="{8D862C57-B1F8-14E8-ABC6-69CCD7AC88C6}"/>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5" name="Group 334">
                <a:extLst>
                  <a:ext uri="{FF2B5EF4-FFF2-40B4-BE49-F238E27FC236}">
                    <a16:creationId xmlns:a16="http://schemas.microsoft.com/office/drawing/2014/main" id="{8C9CE42F-1EE4-1D4C-1BAF-F59BE63D5D85}"/>
                  </a:ext>
                </a:extLst>
              </p:cNvPr>
              <p:cNvGrpSpPr/>
              <p:nvPr/>
            </p:nvGrpSpPr>
            <p:grpSpPr>
              <a:xfrm>
                <a:off x="10307329" y="3229288"/>
                <a:ext cx="292643" cy="567414"/>
                <a:chOff x="10104582" y="1512430"/>
                <a:chExt cx="352833" cy="595788"/>
              </a:xfrm>
            </p:grpSpPr>
            <p:sp>
              <p:nvSpPr>
                <p:cNvPr id="336" name="Right Triangle 335">
                  <a:extLst>
                    <a:ext uri="{FF2B5EF4-FFF2-40B4-BE49-F238E27FC236}">
                      <a16:creationId xmlns:a16="http://schemas.microsoft.com/office/drawing/2014/main" id="{BFC05D0F-E0F0-F836-1895-8538F4C823E7}"/>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7" name="Isosceles Triangle 336">
                  <a:extLst>
                    <a:ext uri="{FF2B5EF4-FFF2-40B4-BE49-F238E27FC236}">
                      <a16:creationId xmlns:a16="http://schemas.microsoft.com/office/drawing/2014/main" id="{6BF94FF9-DB3C-1809-EF30-D1CE39F01921}"/>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8" name="Right Triangle 337">
                  <a:extLst>
                    <a:ext uri="{FF2B5EF4-FFF2-40B4-BE49-F238E27FC236}">
                      <a16:creationId xmlns:a16="http://schemas.microsoft.com/office/drawing/2014/main" id="{01FB99C2-62A7-FC1F-198B-5E965FB8E6D6}"/>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9" name="Rectangle 338">
                  <a:extLst>
                    <a:ext uri="{FF2B5EF4-FFF2-40B4-BE49-F238E27FC236}">
                      <a16:creationId xmlns:a16="http://schemas.microsoft.com/office/drawing/2014/main" id="{A9E54C4A-CC0C-C7E3-5B29-A15C34DB72FF}"/>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21" name="Group 320">
              <a:extLst>
                <a:ext uri="{FF2B5EF4-FFF2-40B4-BE49-F238E27FC236}">
                  <a16:creationId xmlns:a16="http://schemas.microsoft.com/office/drawing/2014/main" id="{D08A96F5-9205-99C6-2F90-95F307704F34}"/>
                </a:ext>
              </a:extLst>
            </p:cNvPr>
            <p:cNvGrpSpPr/>
            <p:nvPr/>
          </p:nvGrpSpPr>
          <p:grpSpPr>
            <a:xfrm>
              <a:off x="10082760" y="2267738"/>
              <a:ext cx="151154" cy="251584"/>
              <a:chOff x="10535918" y="4108696"/>
              <a:chExt cx="151154" cy="251584"/>
            </a:xfrm>
          </p:grpSpPr>
          <p:sp>
            <p:nvSpPr>
              <p:cNvPr id="330" name="Isosceles Triangle 329">
                <a:extLst>
                  <a:ext uri="{FF2B5EF4-FFF2-40B4-BE49-F238E27FC236}">
                    <a16:creationId xmlns:a16="http://schemas.microsoft.com/office/drawing/2014/main" id="{532B65A8-7953-CB1F-901D-13CE4A18AE9C}"/>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1" name="Isosceles Triangle 330">
                <a:extLst>
                  <a:ext uri="{FF2B5EF4-FFF2-40B4-BE49-F238E27FC236}">
                    <a16:creationId xmlns:a16="http://schemas.microsoft.com/office/drawing/2014/main" id="{5B2DDD54-DB0D-973B-2C53-1B2E763FD496}"/>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32" name="Isosceles Triangle 331">
                <a:extLst>
                  <a:ext uri="{FF2B5EF4-FFF2-40B4-BE49-F238E27FC236}">
                    <a16:creationId xmlns:a16="http://schemas.microsoft.com/office/drawing/2014/main" id="{4858E5F7-ADBD-9184-2B1B-1A2F393E89FD}"/>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22" name="Group 321">
              <a:extLst>
                <a:ext uri="{FF2B5EF4-FFF2-40B4-BE49-F238E27FC236}">
                  <a16:creationId xmlns:a16="http://schemas.microsoft.com/office/drawing/2014/main" id="{620100EA-79A6-EF4E-9631-97A4D00B55C3}"/>
                </a:ext>
              </a:extLst>
            </p:cNvPr>
            <p:cNvGrpSpPr/>
            <p:nvPr/>
          </p:nvGrpSpPr>
          <p:grpSpPr>
            <a:xfrm>
              <a:off x="10217224" y="2273885"/>
              <a:ext cx="151154" cy="251584"/>
              <a:chOff x="10535918" y="4108696"/>
              <a:chExt cx="151154" cy="251584"/>
            </a:xfrm>
          </p:grpSpPr>
          <p:sp>
            <p:nvSpPr>
              <p:cNvPr id="327" name="Isosceles Triangle 326">
                <a:extLst>
                  <a:ext uri="{FF2B5EF4-FFF2-40B4-BE49-F238E27FC236}">
                    <a16:creationId xmlns:a16="http://schemas.microsoft.com/office/drawing/2014/main" id="{DAEEA187-C45D-B2F8-EDFA-A6ABA4613F2C}"/>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8" name="Isosceles Triangle 327">
                <a:extLst>
                  <a:ext uri="{FF2B5EF4-FFF2-40B4-BE49-F238E27FC236}">
                    <a16:creationId xmlns:a16="http://schemas.microsoft.com/office/drawing/2014/main" id="{41C7DC56-0B55-1E11-28B8-044C3A49B87F}"/>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9" name="Isosceles Triangle 328">
                <a:extLst>
                  <a:ext uri="{FF2B5EF4-FFF2-40B4-BE49-F238E27FC236}">
                    <a16:creationId xmlns:a16="http://schemas.microsoft.com/office/drawing/2014/main" id="{7006B58D-87CF-FE06-EC1D-0336AF23E5AD}"/>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23" name="Group 322">
              <a:extLst>
                <a:ext uri="{FF2B5EF4-FFF2-40B4-BE49-F238E27FC236}">
                  <a16:creationId xmlns:a16="http://schemas.microsoft.com/office/drawing/2014/main" id="{B1CC3DDC-180E-0BD3-9442-42E980A13BA8}"/>
                </a:ext>
              </a:extLst>
            </p:cNvPr>
            <p:cNvGrpSpPr/>
            <p:nvPr/>
          </p:nvGrpSpPr>
          <p:grpSpPr>
            <a:xfrm>
              <a:off x="10361342" y="2267738"/>
              <a:ext cx="132682" cy="251584"/>
              <a:chOff x="10526682" y="4108696"/>
              <a:chExt cx="132682" cy="251584"/>
            </a:xfrm>
          </p:grpSpPr>
          <p:sp>
            <p:nvSpPr>
              <p:cNvPr id="324" name="Isosceles Triangle 323">
                <a:extLst>
                  <a:ext uri="{FF2B5EF4-FFF2-40B4-BE49-F238E27FC236}">
                    <a16:creationId xmlns:a16="http://schemas.microsoft.com/office/drawing/2014/main" id="{0EB29B41-A103-58B5-718F-AC7C9B8F6B49}"/>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5" name="Isosceles Triangle 324">
                <a:extLst>
                  <a:ext uri="{FF2B5EF4-FFF2-40B4-BE49-F238E27FC236}">
                    <a16:creationId xmlns:a16="http://schemas.microsoft.com/office/drawing/2014/main" id="{9DC2A246-1511-144F-0F27-44C1E3877543}"/>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6" name="Isosceles Triangle 325">
                <a:extLst>
                  <a:ext uri="{FF2B5EF4-FFF2-40B4-BE49-F238E27FC236}">
                    <a16:creationId xmlns:a16="http://schemas.microsoft.com/office/drawing/2014/main" id="{4AD3D528-7886-3987-B660-617BB06A4276}"/>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355" name="Group 354">
            <a:extLst>
              <a:ext uri="{FF2B5EF4-FFF2-40B4-BE49-F238E27FC236}">
                <a16:creationId xmlns:a16="http://schemas.microsoft.com/office/drawing/2014/main" id="{F0B2A762-F8A0-98D0-12B4-20FE11C9A800}"/>
              </a:ext>
            </a:extLst>
          </p:cNvPr>
          <p:cNvGrpSpPr/>
          <p:nvPr/>
        </p:nvGrpSpPr>
        <p:grpSpPr>
          <a:xfrm>
            <a:off x="5202528" y="3301567"/>
            <a:ext cx="710618" cy="1056665"/>
            <a:chOff x="9929336" y="1539526"/>
            <a:chExt cx="710618" cy="1056665"/>
          </a:xfrm>
        </p:grpSpPr>
        <p:grpSp>
          <p:nvGrpSpPr>
            <p:cNvPr id="356" name="Group 355">
              <a:extLst>
                <a:ext uri="{FF2B5EF4-FFF2-40B4-BE49-F238E27FC236}">
                  <a16:creationId xmlns:a16="http://schemas.microsoft.com/office/drawing/2014/main" id="{020AA069-3F85-E20B-BCA4-63482F41C21C}"/>
                </a:ext>
              </a:extLst>
            </p:cNvPr>
            <p:cNvGrpSpPr/>
            <p:nvPr/>
          </p:nvGrpSpPr>
          <p:grpSpPr>
            <a:xfrm>
              <a:off x="9929336" y="1539526"/>
              <a:ext cx="710618" cy="684612"/>
              <a:chOff x="3130785" y="1072302"/>
              <a:chExt cx="710618" cy="684612"/>
            </a:xfrm>
          </p:grpSpPr>
          <p:grpSp>
            <p:nvGrpSpPr>
              <p:cNvPr id="385" name="Group 384">
                <a:extLst>
                  <a:ext uri="{FF2B5EF4-FFF2-40B4-BE49-F238E27FC236}">
                    <a16:creationId xmlns:a16="http://schemas.microsoft.com/office/drawing/2014/main" id="{5C4FE1D8-94AC-A1D9-6741-A940EDA3EFB7}"/>
                  </a:ext>
                </a:extLst>
              </p:cNvPr>
              <p:cNvGrpSpPr/>
              <p:nvPr/>
            </p:nvGrpSpPr>
            <p:grpSpPr>
              <a:xfrm>
                <a:off x="3130785" y="1279757"/>
                <a:ext cx="710618" cy="477157"/>
                <a:chOff x="3131127" y="1240808"/>
                <a:chExt cx="959860" cy="491303"/>
              </a:xfrm>
            </p:grpSpPr>
            <p:sp>
              <p:nvSpPr>
                <p:cNvPr id="387" name="Right Triangle 386">
                  <a:extLst>
                    <a:ext uri="{FF2B5EF4-FFF2-40B4-BE49-F238E27FC236}">
                      <a16:creationId xmlns:a16="http://schemas.microsoft.com/office/drawing/2014/main" id="{538C7154-EA94-712E-6ABF-2259C164F499}"/>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ight Triangle 387">
                  <a:extLst>
                    <a:ext uri="{FF2B5EF4-FFF2-40B4-BE49-F238E27FC236}">
                      <a16:creationId xmlns:a16="http://schemas.microsoft.com/office/drawing/2014/main" id="{0997ADE4-12E8-CE80-6F7F-BDDD7393A371}"/>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89" name="Straight Connector 388">
                  <a:extLst>
                    <a:ext uri="{FF2B5EF4-FFF2-40B4-BE49-F238E27FC236}">
                      <a16:creationId xmlns:a16="http://schemas.microsoft.com/office/drawing/2014/main" id="{80055DCA-DB5F-9619-4583-28A85267AC93}"/>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390" name="Isosceles Triangle 389">
                  <a:extLst>
                    <a:ext uri="{FF2B5EF4-FFF2-40B4-BE49-F238E27FC236}">
                      <a16:creationId xmlns:a16="http://schemas.microsoft.com/office/drawing/2014/main" id="{D44F6AA6-CA68-5E93-7989-CC58A51685E2}"/>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1" name="Rectangle 390">
                  <a:extLst>
                    <a:ext uri="{FF2B5EF4-FFF2-40B4-BE49-F238E27FC236}">
                      <a16:creationId xmlns:a16="http://schemas.microsoft.com/office/drawing/2014/main" id="{F1F785AB-1825-BFEB-F6A0-3FB3865A8160}"/>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6" name="Arrow: Down 385">
                <a:extLst>
                  <a:ext uri="{FF2B5EF4-FFF2-40B4-BE49-F238E27FC236}">
                    <a16:creationId xmlns:a16="http://schemas.microsoft.com/office/drawing/2014/main" id="{ADE6D3B5-B613-F0A6-F7D7-4880AD7877FD}"/>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7" name="Group 356">
              <a:extLst>
                <a:ext uri="{FF2B5EF4-FFF2-40B4-BE49-F238E27FC236}">
                  <a16:creationId xmlns:a16="http://schemas.microsoft.com/office/drawing/2014/main" id="{6FAFAFED-1820-49DD-F69B-505716E547D0}"/>
                </a:ext>
              </a:extLst>
            </p:cNvPr>
            <p:cNvGrpSpPr/>
            <p:nvPr/>
          </p:nvGrpSpPr>
          <p:grpSpPr>
            <a:xfrm>
              <a:off x="10020930" y="2019957"/>
              <a:ext cx="533111" cy="576234"/>
              <a:chOff x="10066861" y="3229288"/>
              <a:chExt cx="533111" cy="576234"/>
            </a:xfrm>
          </p:grpSpPr>
          <p:grpSp>
            <p:nvGrpSpPr>
              <p:cNvPr id="370" name="Group 369">
                <a:extLst>
                  <a:ext uri="{FF2B5EF4-FFF2-40B4-BE49-F238E27FC236}">
                    <a16:creationId xmlns:a16="http://schemas.microsoft.com/office/drawing/2014/main" id="{CCF1C094-DF18-6F69-7CC2-C59AAAEB57B9}"/>
                  </a:ext>
                </a:extLst>
              </p:cNvPr>
              <p:cNvGrpSpPr/>
              <p:nvPr/>
            </p:nvGrpSpPr>
            <p:grpSpPr>
              <a:xfrm>
                <a:off x="10066861" y="3238108"/>
                <a:ext cx="292643" cy="567414"/>
                <a:chOff x="10093446" y="1512430"/>
                <a:chExt cx="352833" cy="595788"/>
              </a:xfrm>
            </p:grpSpPr>
            <p:sp>
              <p:nvSpPr>
                <p:cNvPr id="381" name="Right Triangle 380">
                  <a:extLst>
                    <a:ext uri="{FF2B5EF4-FFF2-40B4-BE49-F238E27FC236}">
                      <a16:creationId xmlns:a16="http://schemas.microsoft.com/office/drawing/2014/main" id="{5FB9FC89-F17C-48F7-DAE8-8F60DC55148A}"/>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2" name="Isosceles Triangle 381">
                  <a:extLst>
                    <a:ext uri="{FF2B5EF4-FFF2-40B4-BE49-F238E27FC236}">
                      <a16:creationId xmlns:a16="http://schemas.microsoft.com/office/drawing/2014/main" id="{E439D493-3605-BC4E-2060-B446BA4D6254}"/>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3" name="Right Triangle 382">
                  <a:extLst>
                    <a:ext uri="{FF2B5EF4-FFF2-40B4-BE49-F238E27FC236}">
                      <a16:creationId xmlns:a16="http://schemas.microsoft.com/office/drawing/2014/main" id="{B1B18936-CAC0-7670-D109-A7B249EC88CE}"/>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4" name="Rectangle 383">
                  <a:extLst>
                    <a:ext uri="{FF2B5EF4-FFF2-40B4-BE49-F238E27FC236}">
                      <a16:creationId xmlns:a16="http://schemas.microsoft.com/office/drawing/2014/main" id="{FE079E27-96EB-4A92-708E-3CC2F01F20E1}"/>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1" name="Group 370">
                <a:extLst>
                  <a:ext uri="{FF2B5EF4-FFF2-40B4-BE49-F238E27FC236}">
                    <a16:creationId xmlns:a16="http://schemas.microsoft.com/office/drawing/2014/main" id="{95EAADCF-2F8C-54C3-F9A3-517EFCC875DD}"/>
                  </a:ext>
                </a:extLst>
              </p:cNvPr>
              <p:cNvGrpSpPr/>
              <p:nvPr/>
            </p:nvGrpSpPr>
            <p:grpSpPr>
              <a:xfrm>
                <a:off x="10192089" y="3231971"/>
                <a:ext cx="292643" cy="567414"/>
                <a:chOff x="10104582" y="1512430"/>
                <a:chExt cx="352833" cy="595788"/>
              </a:xfrm>
            </p:grpSpPr>
            <p:sp>
              <p:nvSpPr>
                <p:cNvPr id="377" name="Right Triangle 376">
                  <a:extLst>
                    <a:ext uri="{FF2B5EF4-FFF2-40B4-BE49-F238E27FC236}">
                      <a16:creationId xmlns:a16="http://schemas.microsoft.com/office/drawing/2014/main" id="{4FA00B9E-5E0C-F264-98E9-77544D3F655B}"/>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8" name="Isosceles Triangle 377">
                  <a:extLst>
                    <a:ext uri="{FF2B5EF4-FFF2-40B4-BE49-F238E27FC236}">
                      <a16:creationId xmlns:a16="http://schemas.microsoft.com/office/drawing/2014/main" id="{ABCDD684-B225-C316-D243-2EC836E2D5B4}"/>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9" name="Right Triangle 378">
                  <a:extLst>
                    <a:ext uri="{FF2B5EF4-FFF2-40B4-BE49-F238E27FC236}">
                      <a16:creationId xmlns:a16="http://schemas.microsoft.com/office/drawing/2014/main" id="{F2FFAF49-BE9E-C40F-39A6-92E8960F7A7A}"/>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0" name="Rectangle 379">
                  <a:extLst>
                    <a:ext uri="{FF2B5EF4-FFF2-40B4-BE49-F238E27FC236}">
                      <a16:creationId xmlns:a16="http://schemas.microsoft.com/office/drawing/2014/main" id="{21570460-4847-B9C6-F3DC-B2540597F3B3}"/>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2" name="Group 371">
                <a:extLst>
                  <a:ext uri="{FF2B5EF4-FFF2-40B4-BE49-F238E27FC236}">
                    <a16:creationId xmlns:a16="http://schemas.microsoft.com/office/drawing/2014/main" id="{B7912E44-5415-2332-EE44-DD91BEDDC3CB}"/>
                  </a:ext>
                </a:extLst>
              </p:cNvPr>
              <p:cNvGrpSpPr/>
              <p:nvPr/>
            </p:nvGrpSpPr>
            <p:grpSpPr>
              <a:xfrm>
                <a:off x="10307329" y="3229288"/>
                <a:ext cx="292643" cy="567414"/>
                <a:chOff x="10104582" y="1512430"/>
                <a:chExt cx="352833" cy="595788"/>
              </a:xfrm>
            </p:grpSpPr>
            <p:sp>
              <p:nvSpPr>
                <p:cNvPr id="373" name="Right Triangle 372">
                  <a:extLst>
                    <a:ext uri="{FF2B5EF4-FFF2-40B4-BE49-F238E27FC236}">
                      <a16:creationId xmlns:a16="http://schemas.microsoft.com/office/drawing/2014/main" id="{E88C175C-A79E-EBC9-FB0F-61D0109C5A70}"/>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4" name="Isosceles Triangle 373">
                  <a:extLst>
                    <a:ext uri="{FF2B5EF4-FFF2-40B4-BE49-F238E27FC236}">
                      <a16:creationId xmlns:a16="http://schemas.microsoft.com/office/drawing/2014/main" id="{A46BF31F-B745-2D9A-1E7B-63FFFCA1E038}"/>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5" name="Right Triangle 374">
                  <a:extLst>
                    <a:ext uri="{FF2B5EF4-FFF2-40B4-BE49-F238E27FC236}">
                      <a16:creationId xmlns:a16="http://schemas.microsoft.com/office/drawing/2014/main" id="{B921A1FF-27CB-EFB7-F3B2-5CBF3E649C95}"/>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6" name="Rectangle 375">
                  <a:extLst>
                    <a:ext uri="{FF2B5EF4-FFF2-40B4-BE49-F238E27FC236}">
                      <a16:creationId xmlns:a16="http://schemas.microsoft.com/office/drawing/2014/main" id="{69C953B8-9A38-E50F-7D67-AAD1D577640E}"/>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58" name="Group 357">
              <a:extLst>
                <a:ext uri="{FF2B5EF4-FFF2-40B4-BE49-F238E27FC236}">
                  <a16:creationId xmlns:a16="http://schemas.microsoft.com/office/drawing/2014/main" id="{B7B9C7EF-49B7-3038-B5AC-DEB9C0B30801}"/>
                </a:ext>
              </a:extLst>
            </p:cNvPr>
            <p:cNvGrpSpPr/>
            <p:nvPr/>
          </p:nvGrpSpPr>
          <p:grpSpPr>
            <a:xfrm>
              <a:off x="10082760" y="2267738"/>
              <a:ext cx="151154" cy="251584"/>
              <a:chOff x="10535918" y="4108696"/>
              <a:chExt cx="151154" cy="251584"/>
            </a:xfrm>
          </p:grpSpPr>
          <p:sp>
            <p:nvSpPr>
              <p:cNvPr id="367" name="Isosceles Triangle 366">
                <a:extLst>
                  <a:ext uri="{FF2B5EF4-FFF2-40B4-BE49-F238E27FC236}">
                    <a16:creationId xmlns:a16="http://schemas.microsoft.com/office/drawing/2014/main" id="{B30C76AE-EF4D-F06A-3C47-E46B13287E84}"/>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8" name="Isosceles Triangle 367">
                <a:extLst>
                  <a:ext uri="{FF2B5EF4-FFF2-40B4-BE49-F238E27FC236}">
                    <a16:creationId xmlns:a16="http://schemas.microsoft.com/office/drawing/2014/main" id="{959C74D3-5ACE-D7F7-B833-85B6478736AE}"/>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69" name="Isosceles Triangle 368">
                <a:extLst>
                  <a:ext uri="{FF2B5EF4-FFF2-40B4-BE49-F238E27FC236}">
                    <a16:creationId xmlns:a16="http://schemas.microsoft.com/office/drawing/2014/main" id="{122735F2-9A76-9022-84F7-B52D110BFC73}"/>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59" name="Group 358">
              <a:extLst>
                <a:ext uri="{FF2B5EF4-FFF2-40B4-BE49-F238E27FC236}">
                  <a16:creationId xmlns:a16="http://schemas.microsoft.com/office/drawing/2014/main" id="{16A83B1C-D982-5674-2802-6F9220B5303E}"/>
                </a:ext>
              </a:extLst>
            </p:cNvPr>
            <p:cNvGrpSpPr/>
            <p:nvPr/>
          </p:nvGrpSpPr>
          <p:grpSpPr>
            <a:xfrm>
              <a:off x="10217224" y="2273885"/>
              <a:ext cx="151154" cy="251584"/>
              <a:chOff x="10535918" y="4108696"/>
              <a:chExt cx="151154" cy="251584"/>
            </a:xfrm>
          </p:grpSpPr>
          <p:sp>
            <p:nvSpPr>
              <p:cNvPr id="364" name="Isosceles Triangle 363">
                <a:extLst>
                  <a:ext uri="{FF2B5EF4-FFF2-40B4-BE49-F238E27FC236}">
                    <a16:creationId xmlns:a16="http://schemas.microsoft.com/office/drawing/2014/main" id="{A59B1F6D-2883-DEB1-616B-DAEE6AFE9F2D}"/>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5" name="Isosceles Triangle 364">
                <a:extLst>
                  <a:ext uri="{FF2B5EF4-FFF2-40B4-BE49-F238E27FC236}">
                    <a16:creationId xmlns:a16="http://schemas.microsoft.com/office/drawing/2014/main" id="{C6E7F96E-E612-BA49-6A78-F69D5B1BA51D}"/>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66" name="Isosceles Triangle 365">
                <a:extLst>
                  <a:ext uri="{FF2B5EF4-FFF2-40B4-BE49-F238E27FC236}">
                    <a16:creationId xmlns:a16="http://schemas.microsoft.com/office/drawing/2014/main" id="{9E705943-7059-FB3A-F8F4-725ADA23588E}"/>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60" name="Group 359">
              <a:extLst>
                <a:ext uri="{FF2B5EF4-FFF2-40B4-BE49-F238E27FC236}">
                  <a16:creationId xmlns:a16="http://schemas.microsoft.com/office/drawing/2014/main" id="{CF2AA0FB-68E6-7DCB-1715-D2DF7EAC7180}"/>
                </a:ext>
              </a:extLst>
            </p:cNvPr>
            <p:cNvGrpSpPr/>
            <p:nvPr/>
          </p:nvGrpSpPr>
          <p:grpSpPr>
            <a:xfrm>
              <a:off x="10361342" y="2267738"/>
              <a:ext cx="132682" cy="251584"/>
              <a:chOff x="10526682" y="4108696"/>
              <a:chExt cx="132682" cy="251584"/>
            </a:xfrm>
          </p:grpSpPr>
          <p:sp>
            <p:nvSpPr>
              <p:cNvPr id="361" name="Isosceles Triangle 360">
                <a:extLst>
                  <a:ext uri="{FF2B5EF4-FFF2-40B4-BE49-F238E27FC236}">
                    <a16:creationId xmlns:a16="http://schemas.microsoft.com/office/drawing/2014/main" id="{3A61B04B-E42C-6698-0EF9-CD789C44F52D}"/>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2" name="Isosceles Triangle 361">
                <a:extLst>
                  <a:ext uri="{FF2B5EF4-FFF2-40B4-BE49-F238E27FC236}">
                    <a16:creationId xmlns:a16="http://schemas.microsoft.com/office/drawing/2014/main" id="{BD7E8FAD-5D72-BF0A-814B-FBE93AB1F041}"/>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63" name="Isosceles Triangle 362">
                <a:extLst>
                  <a:ext uri="{FF2B5EF4-FFF2-40B4-BE49-F238E27FC236}">
                    <a16:creationId xmlns:a16="http://schemas.microsoft.com/office/drawing/2014/main" id="{DFDAF4C1-C8CA-45C7-C5FF-19E9541C655E}"/>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392" name="Group 391">
            <a:extLst>
              <a:ext uri="{FF2B5EF4-FFF2-40B4-BE49-F238E27FC236}">
                <a16:creationId xmlns:a16="http://schemas.microsoft.com/office/drawing/2014/main" id="{B133CEB2-376A-C69C-583F-6F03C7C98B08}"/>
              </a:ext>
            </a:extLst>
          </p:cNvPr>
          <p:cNvGrpSpPr/>
          <p:nvPr/>
        </p:nvGrpSpPr>
        <p:grpSpPr>
          <a:xfrm>
            <a:off x="4678653" y="3324225"/>
            <a:ext cx="710618" cy="1056665"/>
            <a:chOff x="9929336" y="1539526"/>
            <a:chExt cx="710618" cy="1056665"/>
          </a:xfrm>
        </p:grpSpPr>
        <p:grpSp>
          <p:nvGrpSpPr>
            <p:cNvPr id="393" name="Group 392">
              <a:extLst>
                <a:ext uri="{FF2B5EF4-FFF2-40B4-BE49-F238E27FC236}">
                  <a16:creationId xmlns:a16="http://schemas.microsoft.com/office/drawing/2014/main" id="{1E0A5DFA-C756-CC36-AFD8-9398F124096B}"/>
                </a:ext>
              </a:extLst>
            </p:cNvPr>
            <p:cNvGrpSpPr/>
            <p:nvPr/>
          </p:nvGrpSpPr>
          <p:grpSpPr>
            <a:xfrm>
              <a:off x="9929336" y="1539526"/>
              <a:ext cx="710618" cy="684612"/>
              <a:chOff x="3130785" y="1072302"/>
              <a:chExt cx="710618" cy="684612"/>
            </a:xfrm>
          </p:grpSpPr>
          <p:grpSp>
            <p:nvGrpSpPr>
              <p:cNvPr id="422" name="Group 421">
                <a:extLst>
                  <a:ext uri="{FF2B5EF4-FFF2-40B4-BE49-F238E27FC236}">
                    <a16:creationId xmlns:a16="http://schemas.microsoft.com/office/drawing/2014/main" id="{D6BBDAF4-28CC-B07F-3DD0-929663825675}"/>
                  </a:ext>
                </a:extLst>
              </p:cNvPr>
              <p:cNvGrpSpPr/>
              <p:nvPr/>
            </p:nvGrpSpPr>
            <p:grpSpPr>
              <a:xfrm>
                <a:off x="3130785" y="1279757"/>
                <a:ext cx="710618" cy="477157"/>
                <a:chOff x="3131127" y="1240808"/>
                <a:chExt cx="959860" cy="491303"/>
              </a:xfrm>
            </p:grpSpPr>
            <p:sp>
              <p:nvSpPr>
                <p:cNvPr id="424" name="Right Triangle 423">
                  <a:extLst>
                    <a:ext uri="{FF2B5EF4-FFF2-40B4-BE49-F238E27FC236}">
                      <a16:creationId xmlns:a16="http://schemas.microsoft.com/office/drawing/2014/main" id="{DE7F4C16-01FE-BF10-4F4C-E16999287EFA}"/>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ight Triangle 424">
                  <a:extLst>
                    <a:ext uri="{FF2B5EF4-FFF2-40B4-BE49-F238E27FC236}">
                      <a16:creationId xmlns:a16="http://schemas.microsoft.com/office/drawing/2014/main" id="{DF0CF305-8EED-82D5-7A24-FC514881F16F}"/>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6" name="Straight Connector 425">
                  <a:extLst>
                    <a:ext uri="{FF2B5EF4-FFF2-40B4-BE49-F238E27FC236}">
                      <a16:creationId xmlns:a16="http://schemas.microsoft.com/office/drawing/2014/main" id="{3A1B279F-4DC3-CC07-1423-80D7DE04A738}"/>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427" name="Isosceles Triangle 426">
                  <a:extLst>
                    <a:ext uri="{FF2B5EF4-FFF2-40B4-BE49-F238E27FC236}">
                      <a16:creationId xmlns:a16="http://schemas.microsoft.com/office/drawing/2014/main" id="{E7BD2735-9037-0ED4-6F07-310644AE4ED7}"/>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8" name="Rectangle 427">
                  <a:extLst>
                    <a:ext uri="{FF2B5EF4-FFF2-40B4-BE49-F238E27FC236}">
                      <a16:creationId xmlns:a16="http://schemas.microsoft.com/office/drawing/2014/main" id="{25DC98A3-3339-524B-A30F-080448A9A76C}"/>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23" name="Arrow: Down 422">
                <a:extLst>
                  <a:ext uri="{FF2B5EF4-FFF2-40B4-BE49-F238E27FC236}">
                    <a16:creationId xmlns:a16="http://schemas.microsoft.com/office/drawing/2014/main" id="{3A8912D1-A2C4-2F1A-6602-E345E36B82EF}"/>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4" name="Group 393">
              <a:extLst>
                <a:ext uri="{FF2B5EF4-FFF2-40B4-BE49-F238E27FC236}">
                  <a16:creationId xmlns:a16="http://schemas.microsoft.com/office/drawing/2014/main" id="{64CD19BD-F5AA-B6C9-B05A-CC1B212ABE66}"/>
                </a:ext>
              </a:extLst>
            </p:cNvPr>
            <p:cNvGrpSpPr/>
            <p:nvPr/>
          </p:nvGrpSpPr>
          <p:grpSpPr>
            <a:xfrm>
              <a:off x="10020930" y="2019957"/>
              <a:ext cx="533111" cy="576234"/>
              <a:chOff x="10066861" y="3229288"/>
              <a:chExt cx="533111" cy="576234"/>
            </a:xfrm>
          </p:grpSpPr>
          <p:grpSp>
            <p:nvGrpSpPr>
              <p:cNvPr id="407" name="Group 406">
                <a:extLst>
                  <a:ext uri="{FF2B5EF4-FFF2-40B4-BE49-F238E27FC236}">
                    <a16:creationId xmlns:a16="http://schemas.microsoft.com/office/drawing/2014/main" id="{61CC4CB9-E334-BAAD-3FCD-D94DBDA414D3}"/>
                  </a:ext>
                </a:extLst>
              </p:cNvPr>
              <p:cNvGrpSpPr/>
              <p:nvPr/>
            </p:nvGrpSpPr>
            <p:grpSpPr>
              <a:xfrm>
                <a:off x="10066861" y="3238108"/>
                <a:ext cx="292643" cy="567414"/>
                <a:chOff x="10093446" y="1512430"/>
                <a:chExt cx="352833" cy="595788"/>
              </a:xfrm>
            </p:grpSpPr>
            <p:sp>
              <p:nvSpPr>
                <p:cNvPr id="418" name="Right Triangle 417">
                  <a:extLst>
                    <a:ext uri="{FF2B5EF4-FFF2-40B4-BE49-F238E27FC236}">
                      <a16:creationId xmlns:a16="http://schemas.microsoft.com/office/drawing/2014/main" id="{6C2BF937-DFD7-D08D-1C8F-4829C7CFE7CF}"/>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9" name="Isosceles Triangle 418">
                  <a:extLst>
                    <a:ext uri="{FF2B5EF4-FFF2-40B4-BE49-F238E27FC236}">
                      <a16:creationId xmlns:a16="http://schemas.microsoft.com/office/drawing/2014/main" id="{29B85EF1-462B-18BF-8CF5-D4B83F5B2E87}"/>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0" name="Right Triangle 419">
                  <a:extLst>
                    <a:ext uri="{FF2B5EF4-FFF2-40B4-BE49-F238E27FC236}">
                      <a16:creationId xmlns:a16="http://schemas.microsoft.com/office/drawing/2014/main" id="{EA906EE6-FC78-025D-8DC7-287AF0F010A4}"/>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1" name="Rectangle 420">
                  <a:extLst>
                    <a:ext uri="{FF2B5EF4-FFF2-40B4-BE49-F238E27FC236}">
                      <a16:creationId xmlns:a16="http://schemas.microsoft.com/office/drawing/2014/main" id="{DBC6D606-A82E-E05E-5E1B-94E8BA973D9A}"/>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8" name="Group 407">
                <a:extLst>
                  <a:ext uri="{FF2B5EF4-FFF2-40B4-BE49-F238E27FC236}">
                    <a16:creationId xmlns:a16="http://schemas.microsoft.com/office/drawing/2014/main" id="{21A2C862-4AB6-32D5-FBC9-01D37F5457DA}"/>
                  </a:ext>
                </a:extLst>
              </p:cNvPr>
              <p:cNvGrpSpPr/>
              <p:nvPr/>
            </p:nvGrpSpPr>
            <p:grpSpPr>
              <a:xfrm>
                <a:off x="10192089" y="3231971"/>
                <a:ext cx="292643" cy="567414"/>
                <a:chOff x="10104582" y="1512430"/>
                <a:chExt cx="352833" cy="595788"/>
              </a:xfrm>
            </p:grpSpPr>
            <p:sp>
              <p:nvSpPr>
                <p:cNvPr id="414" name="Right Triangle 413">
                  <a:extLst>
                    <a:ext uri="{FF2B5EF4-FFF2-40B4-BE49-F238E27FC236}">
                      <a16:creationId xmlns:a16="http://schemas.microsoft.com/office/drawing/2014/main" id="{E102216A-2C8A-1367-54E6-D66AF1EB8469}"/>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5" name="Isosceles Triangle 414">
                  <a:extLst>
                    <a:ext uri="{FF2B5EF4-FFF2-40B4-BE49-F238E27FC236}">
                      <a16:creationId xmlns:a16="http://schemas.microsoft.com/office/drawing/2014/main" id="{C3EB6D1D-B8E2-2BD8-D3B9-037C3ECE75E4}"/>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6" name="Right Triangle 415">
                  <a:extLst>
                    <a:ext uri="{FF2B5EF4-FFF2-40B4-BE49-F238E27FC236}">
                      <a16:creationId xmlns:a16="http://schemas.microsoft.com/office/drawing/2014/main" id="{8815A52A-4E51-889B-EC40-77FAD2437A83}"/>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7" name="Rectangle 416">
                  <a:extLst>
                    <a:ext uri="{FF2B5EF4-FFF2-40B4-BE49-F238E27FC236}">
                      <a16:creationId xmlns:a16="http://schemas.microsoft.com/office/drawing/2014/main" id="{1CA57B70-2A94-5D42-15CC-D9502222A0E1}"/>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9" name="Group 408">
                <a:extLst>
                  <a:ext uri="{FF2B5EF4-FFF2-40B4-BE49-F238E27FC236}">
                    <a16:creationId xmlns:a16="http://schemas.microsoft.com/office/drawing/2014/main" id="{7324F43C-425E-144F-A159-31E4EEE30A7D}"/>
                  </a:ext>
                </a:extLst>
              </p:cNvPr>
              <p:cNvGrpSpPr/>
              <p:nvPr/>
            </p:nvGrpSpPr>
            <p:grpSpPr>
              <a:xfrm>
                <a:off x="10307329" y="3229288"/>
                <a:ext cx="292643" cy="567414"/>
                <a:chOff x="10104582" y="1512430"/>
                <a:chExt cx="352833" cy="595788"/>
              </a:xfrm>
            </p:grpSpPr>
            <p:sp>
              <p:nvSpPr>
                <p:cNvPr id="410" name="Right Triangle 409">
                  <a:extLst>
                    <a:ext uri="{FF2B5EF4-FFF2-40B4-BE49-F238E27FC236}">
                      <a16:creationId xmlns:a16="http://schemas.microsoft.com/office/drawing/2014/main" id="{2F3AB802-79BC-197B-2F02-EC40AFDDB9C2}"/>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 name="Isosceles Triangle 410">
                  <a:extLst>
                    <a:ext uri="{FF2B5EF4-FFF2-40B4-BE49-F238E27FC236}">
                      <a16:creationId xmlns:a16="http://schemas.microsoft.com/office/drawing/2014/main" id="{5C8DD9EA-7DA5-46FC-95D9-E14584D43108}"/>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2" name="Right Triangle 411">
                  <a:extLst>
                    <a:ext uri="{FF2B5EF4-FFF2-40B4-BE49-F238E27FC236}">
                      <a16:creationId xmlns:a16="http://schemas.microsoft.com/office/drawing/2014/main" id="{E8D1D379-4793-21BF-67C7-AEBF86F03896}"/>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3" name="Rectangle 412">
                  <a:extLst>
                    <a:ext uri="{FF2B5EF4-FFF2-40B4-BE49-F238E27FC236}">
                      <a16:creationId xmlns:a16="http://schemas.microsoft.com/office/drawing/2014/main" id="{CC72B584-7C93-787C-C126-86570D907452}"/>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95" name="Group 394">
              <a:extLst>
                <a:ext uri="{FF2B5EF4-FFF2-40B4-BE49-F238E27FC236}">
                  <a16:creationId xmlns:a16="http://schemas.microsoft.com/office/drawing/2014/main" id="{9C0E8AE9-C1C7-85B8-7CEE-F771136922FB}"/>
                </a:ext>
              </a:extLst>
            </p:cNvPr>
            <p:cNvGrpSpPr/>
            <p:nvPr/>
          </p:nvGrpSpPr>
          <p:grpSpPr>
            <a:xfrm>
              <a:off x="10082760" y="2267738"/>
              <a:ext cx="151154" cy="251584"/>
              <a:chOff x="10535918" y="4108696"/>
              <a:chExt cx="151154" cy="251584"/>
            </a:xfrm>
          </p:grpSpPr>
          <p:sp>
            <p:nvSpPr>
              <p:cNvPr id="404" name="Isosceles Triangle 403">
                <a:extLst>
                  <a:ext uri="{FF2B5EF4-FFF2-40B4-BE49-F238E27FC236}">
                    <a16:creationId xmlns:a16="http://schemas.microsoft.com/office/drawing/2014/main" id="{A08E6912-506D-81F3-22AC-4D73977D9100}"/>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5" name="Isosceles Triangle 404">
                <a:extLst>
                  <a:ext uri="{FF2B5EF4-FFF2-40B4-BE49-F238E27FC236}">
                    <a16:creationId xmlns:a16="http://schemas.microsoft.com/office/drawing/2014/main" id="{5CA7EE14-3DD6-23EA-748D-0BB6F9878EEF}"/>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06" name="Isosceles Triangle 405">
                <a:extLst>
                  <a:ext uri="{FF2B5EF4-FFF2-40B4-BE49-F238E27FC236}">
                    <a16:creationId xmlns:a16="http://schemas.microsoft.com/office/drawing/2014/main" id="{291BFD0F-A2D5-DCAB-7149-09AF94C3BA99}"/>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96" name="Group 395">
              <a:extLst>
                <a:ext uri="{FF2B5EF4-FFF2-40B4-BE49-F238E27FC236}">
                  <a16:creationId xmlns:a16="http://schemas.microsoft.com/office/drawing/2014/main" id="{2C78CBAA-EAC3-E7A8-E025-567879A6EA22}"/>
                </a:ext>
              </a:extLst>
            </p:cNvPr>
            <p:cNvGrpSpPr/>
            <p:nvPr/>
          </p:nvGrpSpPr>
          <p:grpSpPr>
            <a:xfrm>
              <a:off x="10217224" y="2273885"/>
              <a:ext cx="151154" cy="251584"/>
              <a:chOff x="10535918" y="4108696"/>
              <a:chExt cx="151154" cy="251584"/>
            </a:xfrm>
          </p:grpSpPr>
          <p:sp>
            <p:nvSpPr>
              <p:cNvPr id="401" name="Isosceles Triangle 400">
                <a:extLst>
                  <a:ext uri="{FF2B5EF4-FFF2-40B4-BE49-F238E27FC236}">
                    <a16:creationId xmlns:a16="http://schemas.microsoft.com/office/drawing/2014/main" id="{71F0B6E3-C6AD-EF6F-7064-87F05DE915B0}"/>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2" name="Isosceles Triangle 401">
                <a:extLst>
                  <a:ext uri="{FF2B5EF4-FFF2-40B4-BE49-F238E27FC236}">
                    <a16:creationId xmlns:a16="http://schemas.microsoft.com/office/drawing/2014/main" id="{1CDF63C8-7DCB-AD23-FD9F-37AE44943C77}"/>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03" name="Isosceles Triangle 402">
                <a:extLst>
                  <a:ext uri="{FF2B5EF4-FFF2-40B4-BE49-F238E27FC236}">
                    <a16:creationId xmlns:a16="http://schemas.microsoft.com/office/drawing/2014/main" id="{555DD818-C713-8AAD-2C7C-A5D01F8CD059}"/>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97" name="Group 396">
              <a:extLst>
                <a:ext uri="{FF2B5EF4-FFF2-40B4-BE49-F238E27FC236}">
                  <a16:creationId xmlns:a16="http://schemas.microsoft.com/office/drawing/2014/main" id="{2EC6B3A1-DB4E-9305-9B48-CB23F98DB130}"/>
                </a:ext>
              </a:extLst>
            </p:cNvPr>
            <p:cNvGrpSpPr/>
            <p:nvPr/>
          </p:nvGrpSpPr>
          <p:grpSpPr>
            <a:xfrm>
              <a:off x="10361342" y="2267738"/>
              <a:ext cx="132682" cy="251584"/>
              <a:chOff x="10526682" y="4108696"/>
              <a:chExt cx="132682" cy="251584"/>
            </a:xfrm>
          </p:grpSpPr>
          <p:sp>
            <p:nvSpPr>
              <p:cNvPr id="398" name="Isosceles Triangle 397">
                <a:extLst>
                  <a:ext uri="{FF2B5EF4-FFF2-40B4-BE49-F238E27FC236}">
                    <a16:creationId xmlns:a16="http://schemas.microsoft.com/office/drawing/2014/main" id="{C4D778B2-7A59-9DA9-5BD0-AF77FED7ED36}"/>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9" name="Isosceles Triangle 398">
                <a:extLst>
                  <a:ext uri="{FF2B5EF4-FFF2-40B4-BE49-F238E27FC236}">
                    <a16:creationId xmlns:a16="http://schemas.microsoft.com/office/drawing/2014/main" id="{AF6F8ECB-3C07-93D9-DAAE-F8B9DF6B46EF}"/>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00" name="Isosceles Triangle 399">
                <a:extLst>
                  <a:ext uri="{FF2B5EF4-FFF2-40B4-BE49-F238E27FC236}">
                    <a16:creationId xmlns:a16="http://schemas.microsoft.com/office/drawing/2014/main" id="{7910D029-7EDC-7C54-1A4B-04E79FBB933C}"/>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sp>
        <p:nvSpPr>
          <p:cNvPr id="430" name="Oval 429">
            <a:extLst>
              <a:ext uri="{FF2B5EF4-FFF2-40B4-BE49-F238E27FC236}">
                <a16:creationId xmlns:a16="http://schemas.microsoft.com/office/drawing/2014/main" id="{D1986F64-72AD-604F-B32C-43660596D031}"/>
              </a:ext>
            </a:extLst>
          </p:cNvPr>
          <p:cNvSpPr/>
          <p:nvPr/>
        </p:nvSpPr>
        <p:spPr>
          <a:xfrm>
            <a:off x="4919662" y="32861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2" name="Oval 431">
            <a:extLst>
              <a:ext uri="{FF2B5EF4-FFF2-40B4-BE49-F238E27FC236}">
                <a16:creationId xmlns:a16="http://schemas.microsoft.com/office/drawing/2014/main" id="{BC4B6442-1038-5BE5-62CE-AC0F49DF9868}"/>
              </a:ext>
            </a:extLst>
          </p:cNvPr>
          <p:cNvSpPr/>
          <p:nvPr/>
        </p:nvSpPr>
        <p:spPr>
          <a:xfrm>
            <a:off x="5453062" y="329565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4" name="Oval 433">
            <a:extLst>
              <a:ext uri="{FF2B5EF4-FFF2-40B4-BE49-F238E27FC236}">
                <a16:creationId xmlns:a16="http://schemas.microsoft.com/office/drawing/2014/main" id="{6CB6AC21-673E-73D6-403B-3CE9AF001873}"/>
              </a:ext>
            </a:extLst>
          </p:cNvPr>
          <p:cNvSpPr/>
          <p:nvPr/>
        </p:nvSpPr>
        <p:spPr>
          <a:xfrm>
            <a:off x="5995987" y="32861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6" name="Oval 435">
            <a:extLst>
              <a:ext uri="{FF2B5EF4-FFF2-40B4-BE49-F238E27FC236}">
                <a16:creationId xmlns:a16="http://schemas.microsoft.com/office/drawing/2014/main" id="{640BDD62-F3DD-FF1B-12D9-504E596FE95E}"/>
              </a:ext>
            </a:extLst>
          </p:cNvPr>
          <p:cNvSpPr/>
          <p:nvPr/>
        </p:nvSpPr>
        <p:spPr>
          <a:xfrm>
            <a:off x="6510337" y="32861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8" name="Oval 437">
            <a:extLst>
              <a:ext uri="{FF2B5EF4-FFF2-40B4-BE49-F238E27FC236}">
                <a16:creationId xmlns:a16="http://schemas.microsoft.com/office/drawing/2014/main" id="{DA45E98D-89F6-6411-3398-1C5851465E9C}"/>
              </a:ext>
            </a:extLst>
          </p:cNvPr>
          <p:cNvSpPr/>
          <p:nvPr/>
        </p:nvSpPr>
        <p:spPr>
          <a:xfrm>
            <a:off x="7043737" y="329565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443" name="Group 442">
            <a:extLst>
              <a:ext uri="{FF2B5EF4-FFF2-40B4-BE49-F238E27FC236}">
                <a16:creationId xmlns:a16="http://schemas.microsoft.com/office/drawing/2014/main" id="{CAAD77B2-549B-2C28-DA13-B8FB00F38404}"/>
              </a:ext>
            </a:extLst>
          </p:cNvPr>
          <p:cNvGrpSpPr/>
          <p:nvPr/>
        </p:nvGrpSpPr>
        <p:grpSpPr>
          <a:xfrm>
            <a:off x="7331365" y="3295650"/>
            <a:ext cx="710618" cy="1056665"/>
            <a:chOff x="9929336" y="1539526"/>
            <a:chExt cx="710618" cy="1056665"/>
          </a:xfrm>
        </p:grpSpPr>
        <p:grpSp>
          <p:nvGrpSpPr>
            <p:cNvPr id="444" name="Group 443">
              <a:extLst>
                <a:ext uri="{FF2B5EF4-FFF2-40B4-BE49-F238E27FC236}">
                  <a16:creationId xmlns:a16="http://schemas.microsoft.com/office/drawing/2014/main" id="{6EE0CCA3-FF9F-91B9-21DD-A67C19470E18}"/>
                </a:ext>
              </a:extLst>
            </p:cNvPr>
            <p:cNvGrpSpPr/>
            <p:nvPr/>
          </p:nvGrpSpPr>
          <p:grpSpPr>
            <a:xfrm>
              <a:off x="9929336" y="1539526"/>
              <a:ext cx="710618" cy="684612"/>
              <a:chOff x="3130785" y="1072302"/>
              <a:chExt cx="710618" cy="684612"/>
            </a:xfrm>
          </p:grpSpPr>
          <p:grpSp>
            <p:nvGrpSpPr>
              <p:cNvPr id="473" name="Group 472">
                <a:extLst>
                  <a:ext uri="{FF2B5EF4-FFF2-40B4-BE49-F238E27FC236}">
                    <a16:creationId xmlns:a16="http://schemas.microsoft.com/office/drawing/2014/main" id="{E4F931F9-18EA-915F-6061-E8141922D59E}"/>
                  </a:ext>
                </a:extLst>
              </p:cNvPr>
              <p:cNvGrpSpPr/>
              <p:nvPr/>
            </p:nvGrpSpPr>
            <p:grpSpPr>
              <a:xfrm>
                <a:off x="3130785" y="1279757"/>
                <a:ext cx="710618" cy="477157"/>
                <a:chOff x="3131127" y="1240808"/>
                <a:chExt cx="959860" cy="491303"/>
              </a:xfrm>
            </p:grpSpPr>
            <p:sp>
              <p:nvSpPr>
                <p:cNvPr id="475" name="Right Triangle 474">
                  <a:extLst>
                    <a:ext uri="{FF2B5EF4-FFF2-40B4-BE49-F238E27FC236}">
                      <a16:creationId xmlns:a16="http://schemas.microsoft.com/office/drawing/2014/main" id="{BB0A490B-731A-0EC4-A652-6EC66C125676}"/>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ight Triangle 475">
                  <a:extLst>
                    <a:ext uri="{FF2B5EF4-FFF2-40B4-BE49-F238E27FC236}">
                      <a16:creationId xmlns:a16="http://schemas.microsoft.com/office/drawing/2014/main" id="{DB4E5A54-F87F-A6AD-D55C-E97CB1DE6EC8}"/>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77" name="Straight Connector 476">
                  <a:extLst>
                    <a:ext uri="{FF2B5EF4-FFF2-40B4-BE49-F238E27FC236}">
                      <a16:creationId xmlns:a16="http://schemas.microsoft.com/office/drawing/2014/main" id="{095C7030-B4DE-474E-AAEF-7C05AA7FDB15}"/>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478" name="Isosceles Triangle 477">
                  <a:extLst>
                    <a:ext uri="{FF2B5EF4-FFF2-40B4-BE49-F238E27FC236}">
                      <a16:creationId xmlns:a16="http://schemas.microsoft.com/office/drawing/2014/main" id="{B3440066-AE0D-6B90-44D9-C1FCC8381C4C}"/>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9" name="Rectangle 478">
                  <a:extLst>
                    <a:ext uri="{FF2B5EF4-FFF2-40B4-BE49-F238E27FC236}">
                      <a16:creationId xmlns:a16="http://schemas.microsoft.com/office/drawing/2014/main" id="{90AEB57F-73EF-BCA7-E7A9-00FE2E233A74}"/>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74" name="Arrow: Down 473">
                <a:extLst>
                  <a:ext uri="{FF2B5EF4-FFF2-40B4-BE49-F238E27FC236}">
                    <a16:creationId xmlns:a16="http://schemas.microsoft.com/office/drawing/2014/main" id="{8F822DA6-F1F8-F673-169C-A034FB7B648A}"/>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5" name="Group 444">
              <a:extLst>
                <a:ext uri="{FF2B5EF4-FFF2-40B4-BE49-F238E27FC236}">
                  <a16:creationId xmlns:a16="http://schemas.microsoft.com/office/drawing/2014/main" id="{4C977258-C58F-E8A5-2F9C-D39AB0FE6A0B}"/>
                </a:ext>
              </a:extLst>
            </p:cNvPr>
            <p:cNvGrpSpPr/>
            <p:nvPr/>
          </p:nvGrpSpPr>
          <p:grpSpPr>
            <a:xfrm>
              <a:off x="10020930" y="2019957"/>
              <a:ext cx="533111" cy="576234"/>
              <a:chOff x="10066861" y="3229288"/>
              <a:chExt cx="533111" cy="576234"/>
            </a:xfrm>
          </p:grpSpPr>
          <p:grpSp>
            <p:nvGrpSpPr>
              <p:cNvPr id="458" name="Group 457">
                <a:extLst>
                  <a:ext uri="{FF2B5EF4-FFF2-40B4-BE49-F238E27FC236}">
                    <a16:creationId xmlns:a16="http://schemas.microsoft.com/office/drawing/2014/main" id="{34D08303-31FF-0DAE-D272-56A6A8420A7F}"/>
                  </a:ext>
                </a:extLst>
              </p:cNvPr>
              <p:cNvGrpSpPr/>
              <p:nvPr/>
            </p:nvGrpSpPr>
            <p:grpSpPr>
              <a:xfrm>
                <a:off x="10066861" y="3238108"/>
                <a:ext cx="292643" cy="567414"/>
                <a:chOff x="10093446" y="1512430"/>
                <a:chExt cx="352833" cy="595788"/>
              </a:xfrm>
            </p:grpSpPr>
            <p:sp>
              <p:nvSpPr>
                <p:cNvPr id="469" name="Right Triangle 468">
                  <a:extLst>
                    <a:ext uri="{FF2B5EF4-FFF2-40B4-BE49-F238E27FC236}">
                      <a16:creationId xmlns:a16="http://schemas.microsoft.com/office/drawing/2014/main" id="{C4E9A01F-CE8A-D755-B5A9-7F9515DB8F39}"/>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0" name="Isosceles Triangle 469">
                  <a:extLst>
                    <a:ext uri="{FF2B5EF4-FFF2-40B4-BE49-F238E27FC236}">
                      <a16:creationId xmlns:a16="http://schemas.microsoft.com/office/drawing/2014/main" id="{4550F451-F293-398D-F239-112985DA57BD}"/>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1" name="Right Triangle 470">
                  <a:extLst>
                    <a:ext uri="{FF2B5EF4-FFF2-40B4-BE49-F238E27FC236}">
                      <a16:creationId xmlns:a16="http://schemas.microsoft.com/office/drawing/2014/main" id="{BC81493E-82DD-7D33-9176-098ACB9E5B7D}"/>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2" name="Rectangle 471">
                  <a:extLst>
                    <a:ext uri="{FF2B5EF4-FFF2-40B4-BE49-F238E27FC236}">
                      <a16:creationId xmlns:a16="http://schemas.microsoft.com/office/drawing/2014/main" id="{687EC041-799C-C8B0-3483-FB1EAA14D462}"/>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9" name="Group 458">
                <a:extLst>
                  <a:ext uri="{FF2B5EF4-FFF2-40B4-BE49-F238E27FC236}">
                    <a16:creationId xmlns:a16="http://schemas.microsoft.com/office/drawing/2014/main" id="{5E97D842-1292-8EA9-510B-110B15B001F3}"/>
                  </a:ext>
                </a:extLst>
              </p:cNvPr>
              <p:cNvGrpSpPr/>
              <p:nvPr/>
            </p:nvGrpSpPr>
            <p:grpSpPr>
              <a:xfrm>
                <a:off x="10192089" y="3231971"/>
                <a:ext cx="292643" cy="567414"/>
                <a:chOff x="10104582" y="1512430"/>
                <a:chExt cx="352833" cy="595788"/>
              </a:xfrm>
            </p:grpSpPr>
            <p:sp>
              <p:nvSpPr>
                <p:cNvPr id="465" name="Right Triangle 464">
                  <a:extLst>
                    <a:ext uri="{FF2B5EF4-FFF2-40B4-BE49-F238E27FC236}">
                      <a16:creationId xmlns:a16="http://schemas.microsoft.com/office/drawing/2014/main" id="{DA83B9E2-0D2A-C170-3E57-A8959FB719D4}"/>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6" name="Isosceles Triangle 465">
                  <a:extLst>
                    <a:ext uri="{FF2B5EF4-FFF2-40B4-BE49-F238E27FC236}">
                      <a16:creationId xmlns:a16="http://schemas.microsoft.com/office/drawing/2014/main" id="{AC33C17A-CEE1-7C39-AFC6-CFAC1EAE0B80}"/>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7" name="Right Triangle 466">
                  <a:extLst>
                    <a:ext uri="{FF2B5EF4-FFF2-40B4-BE49-F238E27FC236}">
                      <a16:creationId xmlns:a16="http://schemas.microsoft.com/office/drawing/2014/main" id="{44F6F7CE-DF99-ECC7-5EDF-DBF71573D291}"/>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8" name="Rectangle 467">
                  <a:extLst>
                    <a:ext uri="{FF2B5EF4-FFF2-40B4-BE49-F238E27FC236}">
                      <a16:creationId xmlns:a16="http://schemas.microsoft.com/office/drawing/2014/main" id="{D3AE25E9-783C-CA7A-E2B1-B31B8D0F24B7}"/>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0" name="Group 459">
                <a:extLst>
                  <a:ext uri="{FF2B5EF4-FFF2-40B4-BE49-F238E27FC236}">
                    <a16:creationId xmlns:a16="http://schemas.microsoft.com/office/drawing/2014/main" id="{8275055F-37AF-C845-B85E-5289D9A8881F}"/>
                  </a:ext>
                </a:extLst>
              </p:cNvPr>
              <p:cNvGrpSpPr/>
              <p:nvPr/>
            </p:nvGrpSpPr>
            <p:grpSpPr>
              <a:xfrm>
                <a:off x="10307329" y="3229288"/>
                <a:ext cx="292643" cy="567414"/>
                <a:chOff x="10104582" y="1512430"/>
                <a:chExt cx="352833" cy="595788"/>
              </a:xfrm>
            </p:grpSpPr>
            <p:sp>
              <p:nvSpPr>
                <p:cNvPr id="461" name="Right Triangle 460">
                  <a:extLst>
                    <a:ext uri="{FF2B5EF4-FFF2-40B4-BE49-F238E27FC236}">
                      <a16:creationId xmlns:a16="http://schemas.microsoft.com/office/drawing/2014/main" id="{C569AF61-E9F6-B192-E536-5A59F9D1B4B8}"/>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2" name="Isosceles Triangle 461">
                  <a:extLst>
                    <a:ext uri="{FF2B5EF4-FFF2-40B4-BE49-F238E27FC236}">
                      <a16:creationId xmlns:a16="http://schemas.microsoft.com/office/drawing/2014/main" id="{3CDBF088-EDA3-14FC-EFF6-D2582443E6F2}"/>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3" name="Right Triangle 462">
                  <a:extLst>
                    <a:ext uri="{FF2B5EF4-FFF2-40B4-BE49-F238E27FC236}">
                      <a16:creationId xmlns:a16="http://schemas.microsoft.com/office/drawing/2014/main" id="{98FE8705-54E8-FCB4-DCBA-B49BBBC26F16}"/>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4" name="Rectangle 463">
                  <a:extLst>
                    <a:ext uri="{FF2B5EF4-FFF2-40B4-BE49-F238E27FC236}">
                      <a16:creationId xmlns:a16="http://schemas.microsoft.com/office/drawing/2014/main" id="{9BAE1D11-5D84-98C7-665F-2F0F13A4DE18}"/>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46" name="Group 445">
              <a:extLst>
                <a:ext uri="{FF2B5EF4-FFF2-40B4-BE49-F238E27FC236}">
                  <a16:creationId xmlns:a16="http://schemas.microsoft.com/office/drawing/2014/main" id="{4566AA96-8387-4530-D7BB-1EC0CFDF8EA4}"/>
                </a:ext>
              </a:extLst>
            </p:cNvPr>
            <p:cNvGrpSpPr/>
            <p:nvPr/>
          </p:nvGrpSpPr>
          <p:grpSpPr>
            <a:xfrm>
              <a:off x="10082760" y="2267738"/>
              <a:ext cx="151154" cy="251584"/>
              <a:chOff x="10535918" y="4108696"/>
              <a:chExt cx="151154" cy="251584"/>
            </a:xfrm>
          </p:grpSpPr>
          <p:sp>
            <p:nvSpPr>
              <p:cNvPr id="455" name="Isosceles Triangle 454">
                <a:extLst>
                  <a:ext uri="{FF2B5EF4-FFF2-40B4-BE49-F238E27FC236}">
                    <a16:creationId xmlns:a16="http://schemas.microsoft.com/office/drawing/2014/main" id="{DCB64C5C-5A6D-E3BC-9D29-D72066661A19}"/>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6" name="Isosceles Triangle 455">
                <a:extLst>
                  <a:ext uri="{FF2B5EF4-FFF2-40B4-BE49-F238E27FC236}">
                    <a16:creationId xmlns:a16="http://schemas.microsoft.com/office/drawing/2014/main" id="{39563818-734C-ABAA-33AE-B1CCFD92929B}"/>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57" name="Isosceles Triangle 456">
                <a:extLst>
                  <a:ext uri="{FF2B5EF4-FFF2-40B4-BE49-F238E27FC236}">
                    <a16:creationId xmlns:a16="http://schemas.microsoft.com/office/drawing/2014/main" id="{81243C33-B6A9-2C67-5A0A-C9F1228BD127}"/>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47" name="Group 446">
              <a:extLst>
                <a:ext uri="{FF2B5EF4-FFF2-40B4-BE49-F238E27FC236}">
                  <a16:creationId xmlns:a16="http://schemas.microsoft.com/office/drawing/2014/main" id="{0AB0F651-57F4-E569-2FBC-87A88A7F736D}"/>
                </a:ext>
              </a:extLst>
            </p:cNvPr>
            <p:cNvGrpSpPr/>
            <p:nvPr/>
          </p:nvGrpSpPr>
          <p:grpSpPr>
            <a:xfrm>
              <a:off x="10217224" y="2273885"/>
              <a:ext cx="151154" cy="251584"/>
              <a:chOff x="10535918" y="4108696"/>
              <a:chExt cx="151154" cy="251584"/>
            </a:xfrm>
          </p:grpSpPr>
          <p:sp>
            <p:nvSpPr>
              <p:cNvPr id="452" name="Isosceles Triangle 451">
                <a:extLst>
                  <a:ext uri="{FF2B5EF4-FFF2-40B4-BE49-F238E27FC236}">
                    <a16:creationId xmlns:a16="http://schemas.microsoft.com/office/drawing/2014/main" id="{31EB3152-C303-6B43-9480-26933BB811E7}"/>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3" name="Isosceles Triangle 452">
                <a:extLst>
                  <a:ext uri="{FF2B5EF4-FFF2-40B4-BE49-F238E27FC236}">
                    <a16:creationId xmlns:a16="http://schemas.microsoft.com/office/drawing/2014/main" id="{916C8966-CE0C-E67B-B1AC-88B7A9257A18}"/>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54" name="Isosceles Triangle 453">
                <a:extLst>
                  <a:ext uri="{FF2B5EF4-FFF2-40B4-BE49-F238E27FC236}">
                    <a16:creationId xmlns:a16="http://schemas.microsoft.com/office/drawing/2014/main" id="{5E779DD2-B3D7-C9CD-2A84-09CC78DA6B69}"/>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48" name="Group 447">
              <a:extLst>
                <a:ext uri="{FF2B5EF4-FFF2-40B4-BE49-F238E27FC236}">
                  <a16:creationId xmlns:a16="http://schemas.microsoft.com/office/drawing/2014/main" id="{242D40FE-09DB-6AD3-D7F8-A5A7EE7FA28F}"/>
                </a:ext>
              </a:extLst>
            </p:cNvPr>
            <p:cNvGrpSpPr/>
            <p:nvPr/>
          </p:nvGrpSpPr>
          <p:grpSpPr>
            <a:xfrm>
              <a:off x="10361342" y="2267738"/>
              <a:ext cx="132682" cy="251584"/>
              <a:chOff x="10526682" y="4108696"/>
              <a:chExt cx="132682" cy="251584"/>
            </a:xfrm>
          </p:grpSpPr>
          <p:sp>
            <p:nvSpPr>
              <p:cNvPr id="449" name="Isosceles Triangle 448">
                <a:extLst>
                  <a:ext uri="{FF2B5EF4-FFF2-40B4-BE49-F238E27FC236}">
                    <a16:creationId xmlns:a16="http://schemas.microsoft.com/office/drawing/2014/main" id="{6417154A-2B8A-1D88-A0BC-0A08B3CBDBAF}"/>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0" name="Isosceles Triangle 449">
                <a:extLst>
                  <a:ext uri="{FF2B5EF4-FFF2-40B4-BE49-F238E27FC236}">
                    <a16:creationId xmlns:a16="http://schemas.microsoft.com/office/drawing/2014/main" id="{EAF87285-3566-E142-8B93-9DC4E7C1109F}"/>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51" name="Isosceles Triangle 450">
                <a:extLst>
                  <a:ext uri="{FF2B5EF4-FFF2-40B4-BE49-F238E27FC236}">
                    <a16:creationId xmlns:a16="http://schemas.microsoft.com/office/drawing/2014/main" id="{AE310BC7-64F4-7E04-9E41-C1A4615D11AC}"/>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480" name="Group 479">
            <a:extLst>
              <a:ext uri="{FF2B5EF4-FFF2-40B4-BE49-F238E27FC236}">
                <a16:creationId xmlns:a16="http://schemas.microsoft.com/office/drawing/2014/main" id="{680729B7-205F-0095-76DB-D20E9F315FCB}"/>
              </a:ext>
            </a:extLst>
          </p:cNvPr>
          <p:cNvGrpSpPr/>
          <p:nvPr/>
        </p:nvGrpSpPr>
        <p:grpSpPr>
          <a:xfrm>
            <a:off x="7850478" y="3295650"/>
            <a:ext cx="710618" cy="1056665"/>
            <a:chOff x="9929336" y="1539526"/>
            <a:chExt cx="710618" cy="1056665"/>
          </a:xfrm>
        </p:grpSpPr>
        <p:grpSp>
          <p:nvGrpSpPr>
            <p:cNvPr id="481" name="Group 480">
              <a:extLst>
                <a:ext uri="{FF2B5EF4-FFF2-40B4-BE49-F238E27FC236}">
                  <a16:creationId xmlns:a16="http://schemas.microsoft.com/office/drawing/2014/main" id="{D8F0B39E-9AA8-C014-94E8-56C5BB016D85}"/>
                </a:ext>
              </a:extLst>
            </p:cNvPr>
            <p:cNvGrpSpPr/>
            <p:nvPr/>
          </p:nvGrpSpPr>
          <p:grpSpPr>
            <a:xfrm>
              <a:off x="9929336" y="1539526"/>
              <a:ext cx="710618" cy="684612"/>
              <a:chOff x="3130785" y="1072302"/>
              <a:chExt cx="710618" cy="684612"/>
            </a:xfrm>
          </p:grpSpPr>
          <p:grpSp>
            <p:nvGrpSpPr>
              <p:cNvPr id="510" name="Group 509">
                <a:extLst>
                  <a:ext uri="{FF2B5EF4-FFF2-40B4-BE49-F238E27FC236}">
                    <a16:creationId xmlns:a16="http://schemas.microsoft.com/office/drawing/2014/main" id="{AC9A8736-1C3B-C849-DCA2-FE24286B18CC}"/>
                  </a:ext>
                </a:extLst>
              </p:cNvPr>
              <p:cNvGrpSpPr/>
              <p:nvPr/>
            </p:nvGrpSpPr>
            <p:grpSpPr>
              <a:xfrm>
                <a:off x="3130785" y="1279757"/>
                <a:ext cx="710618" cy="477157"/>
                <a:chOff x="3131127" y="1240808"/>
                <a:chExt cx="959860" cy="491303"/>
              </a:xfrm>
            </p:grpSpPr>
            <p:sp>
              <p:nvSpPr>
                <p:cNvPr id="512" name="Right Triangle 511">
                  <a:extLst>
                    <a:ext uri="{FF2B5EF4-FFF2-40B4-BE49-F238E27FC236}">
                      <a16:creationId xmlns:a16="http://schemas.microsoft.com/office/drawing/2014/main" id="{BFC97926-4F58-B12D-598A-04837DE5DDA8}"/>
                    </a:ext>
                  </a:extLst>
                </p:cNvPr>
                <p:cNvSpPr/>
                <p:nvPr/>
              </p:nvSpPr>
              <p:spPr>
                <a:xfrm rot="20588487">
                  <a:off x="3680193" y="1240808"/>
                  <a:ext cx="160660" cy="367814"/>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ight Triangle 512">
                  <a:extLst>
                    <a:ext uri="{FF2B5EF4-FFF2-40B4-BE49-F238E27FC236}">
                      <a16:creationId xmlns:a16="http://schemas.microsoft.com/office/drawing/2014/main" id="{4C26FA76-0E12-A1F9-F9EF-4AA68B14B4F9}"/>
                    </a:ext>
                  </a:extLst>
                </p:cNvPr>
                <p:cNvSpPr/>
                <p:nvPr/>
              </p:nvSpPr>
              <p:spPr>
                <a:xfrm rot="1138376" flipH="1">
                  <a:off x="3401093" y="1248515"/>
                  <a:ext cx="141465" cy="409623"/>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4" name="Straight Connector 513">
                  <a:extLst>
                    <a:ext uri="{FF2B5EF4-FFF2-40B4-BE49-F238E27FC236}">
                      <a16:creationId xmlns:a16="http://schemas.microsoft.com/office/drawing/2014/main" id="{30D1F079-0077-12D6-A970-895374316CCE}"/>
                    </a:ext>
                  </a:extLst>
                </p:cNvPr>
                <p:cNvCxnSpPr/>
                <p:nvPr/>
              </p:nvCxnSpPr>
              <p:spPr>
                <a:xfrm>
                  <a:off x="3131127" y="1570182"/>
                  <a:ext cx="959860" cy="0"/>
                </a:xfrm>
                <a:prstGeom prst="line">
                  <a:avLst/>
                </a:prstGeom>
              </p:spPr>
              <p:style>
                <a:lnRef idx="2">
                  <a:schemeClr val="accent1"/>
                </a:lnRef>
                <a:fillRef idx="0">
                  <a:schemeClr val="accent1"/>
                </a:fillRef>
                <a:effectRef idx="1">
                  <a:schemeClr val="accent1"/>
                </a:effectRef>
                <a:fontRef idx="minor">
                  <a:schemeClr val="tx1"/>
                </a:fontRef>
              </p:style>
            </p:cxnSp>
            <p:sp>
              <p:nvSpPr>
                <p:cNvPr id="515" name="Isosceles Triangle 514">
                  <a:extLst>
                    <a:ext uri="{FF2B5EF4-FFF2-40B4-BE49-F238E27FC236}">
                      <a16:creationId xmlns:a16="http://schemas.microsoft.com/office/drawing/2014/main" id="{86B7C2A7-39C4-3978-9F32-D259A244388D}"/>
                    </a:ext>
                  </a:extLst>
                </p:cNvPr>
                <p:cNvSpPr/>
                <p:nvPr/>
              </p:nvSpPr>
              <p:spPr>
                <a:xfrm>
                  <a:off x="3534818" y="1303440"/>
                  <a:ext cx="159448" cy="24541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6" name="Rectangle 515">
                  <a:extLst>
                    <a:ext uri="{FF2B5EF4-FFF2-40B4-BE49-F238E27FC236}">
                      <a16:creationId xmlns:a16="http://schemas.microsoft.com/office/drawing/2014/main" id="{CA5BBA80-6B46-C330-E18A-20346BA56C52}"/>
                    </a:ext>
                  </a:extLst>
                </p:cNvPr>
                <p:cNvSpPr/>
                <p:nvPr/>
              </p:nvSpPr>
              <p:spPr>
                <a:xfrm>
                  <a:off x="3131127" y="1524464"/>
                  <a:ext cx="959860" cy="2076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11" name="Arrow: Down 510">
                <a:extLst>
                  <a:ext uri="{FF2B5EF4-FFF2-40B4-BE49-F238E27FC236}">
                    <a16:creationId xmlns:a16="http://schemas.microsoft.com/office/drawing/2014/main" id="{5E928B70-8B18-C6D8-9F55-E84F7FB59D92}"/>
                  </a:ext>
                </a:extLst>
              </p:cNvPr>
              <p:cNvSpPr/>
              <p:nvPr/>
            </p:nvSpPr>
            <p:spPr>
              <a:xfrm>
                <a:off x="3411143" y="1072302"/>
                <a:ext cx="159448" cy="245414"/>
              </a:xfrm>
              <a:prstGeom prst="down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2" name="Group 481">
              <a:extLst>
                <a:ext uri="{FF2B5EF4-FFF2-40B4-BE49-F238E27FC236}">
                  <a16:creationId xmlns:a16="http://schemas.microsoft.com/office/drawing/2014/main" id="{A131A542-14D4-C5CB-E167-A6AEF4D8AFBF}"/>
                </a:ext>
              </a:extLst>
            </p:cNvPr>
            <p:cNvGrpSpPr/>
            <p:nvPr/>
          </p:nvGrpSpPr>
          <p:grpSpPr>
            <a:xfrm>
              <a:off x="10020930" y="2019957"/>
              <a:ext cx="533111" cy="576234"/>
              <a:chOff x="10066861" y="3229288"/>
              <a:chExt cx="533111" cy="576234"/>
            </a:xfrm>
          </p:grpSpPr>
          <p:grpSp>
            <p:nvGrpSpPr>
              <p:cNvPr id="495" name="Group 494">
                <a:extLst>
                  <a:ext uri="{FF2B5EF4-FFF2-40B4-BE49-F238E27FC236}">
                    <a16:creationId xmlns:a16="http://schemas.microsoft.com/office/drawing/2014/main" id="{AB33DB2F-CAC5-D820-FDE6-D63BAF3DF500}"/>
                  </a:ext>
                </a:extLst>
              </p:cNvPr>
              <p:cNvGrpSpPr/>
              <p:nvPr/>
            </p:nvGrpSpPr>
            <p:grpSpPr>
              <a:xfrm>
                <a:off x="10066861" y="3238108"/>
                <a:ext cx="292643" cy="567414"/>
                <a:chOff x="10093446" y="1512430"/>
                <a:chExt cx="352833" cy="595788"/>
              </a:xfrm>
            </p:grpSpPr>
            <p:sp>
              <p:nvSpPr>
                <p:cNvPr id="506" name="Right Triangle 505">
                  <a:extLst>
                    <a:ext uri="{FF2B5EF4-FFF2-40B4-BE49-F238E27FC236}">
                      <a16:creationId xmlns:a16="http://schemas.microsoft.com/office/drawing/2014/main" id="{7E59FED8-4686-5D01-E89A-4D71C429349A}"/>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7" name="Isosceles Triangle 506">
                  <a:extLst>
                    <a:ext uri="{FF2B5EF4-FFF2-40B4-BE49-F238E27FC236}">
                      <a16:creationId xmlns:a16="http://schemas.microsoft.com/office/drawing/2014/main" id="{E4C9D63B-48FA-6F03-86A3-4B88D6B1D607}"/>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8" name="Right Triangle 507">
                  <a:extLst>
                    <a:ext uri="{FF2B5EF4-FFF2-40B4-BE49-F238E27FC236}">
                      <a16:creationId xmlns:a16="http://schemas.microsoft.com/office/drawing/2014/main" id="{8B7D86AF-162B-9D71-D24B-68F073D04501}"/>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9" name="Rectangle 508">
                  <a:extLst>
                    <a:ext uri="{FF2B5EF4-FFF2-40B4-BE49-F238E27FC236}">
                      <a16:creationId xmlns:a16="http://schemas.microsoft.com/office/drawing/2014/main" id="{27897081-0EF0-995C-2F69-AB0E60D76484}"/>
                    </a:ext>
                  </a:extLst>
                </p:cNvPr>
                <p:cNvSpPr/>
                <p:nvPr/>
              </p:nvSpPr>
              <p:spPr>
                <a:xfrm>
                  <a:off x="10093446"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6" name="Group 495">
                <a:extLst>
                  <a:ext uri="{FF2B5EF4-FFF2-40B4-BE49-F238E27FC236}">
                    <a16:creationId xmlns:a16="http://schemas.microsoft.com/office/drawing/2014/main" id="{25DE3F6F-77E2-CB98-B5B2-78C36F00FC0C}"/>
                  </a:ext>
                </a:extLst>
              </p:cNvPr>
              <p:cNvGrpSpPr/>
              <p:nvPr/>
            </p:nvGrpSpPr>
            <p:grpSpPr>
              <a:xfrm>
                <a:off x="10192089" y="3231971"/>
                <a:ext cx="292643" cy="567414"/>
                <a:chOff x="10104582" y="1512430"/>
                <a:chExt cx="352833" cy="595788"/>
              </a:xfrm>
            </p:grpSpPr>
            <p:sp>
              <p:nvSpPr>
                <p:cNvPr id="502" name="Right Triangle 501">
                  <a:extLst>
                    <a:ext uri="{FF2B5EF4-FFF2-40B4-BE49-F238E27FC236}">
                      <a16:creationId xmlns:a16="http://schemas.microsoft.com/office/drawing/2014/main" id="{4F9FADCA-E860-373D-7396-B85EB2728A07}"/>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3" name="Isosceles Triangle 502">
                  <a:extLst>
                    <a:ext uri="{FF2B5EF4-FFF2-40B4-BE49-F238E27FC236}">
                      <a16:creationId xmlns:a16="http://schemas.microsoft.com/office/drawing/2014/main" id="{9DECB733-DC76-C7C1-8D56-90EE63E2F456}"/>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4" name="Right Triangle 503">
                  <a:extLst>
                    <a:ext uri="{FF2B5EF4-FFF2-40B4-BE49-F238E27FC236}">
                      <a16:creationId xmlns:a16="http://schemas.microsoft.com/office/drawing/2014/main" id="{67FE7232-AFD1-5A0B-0E18-D3EA12594570}"/>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5" name="Rectangle 504">
                  <a:extLst>
                    <a:ext uri="{FF2B5EF4-FFF2-40B4-BE49-F238E27FC236}">
                      <a16:creationId xmlns:a16="http://schemas.microsoft.com/office/drawing/2014/main" id="{F75B1EF2-F585-D954-1231-8CD3F299D854}"/>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7" name="Group 496">
                <a:extLst>
                  <a:ext uri="{FF2B5EF4-FFF2-40B4-BE49-F238E27FC236}">
                    <a16:creationId xmlns:a16="http://schemas.microsoft.com/office/drawing/2014/main" id="{5D13AF58-FCB8-493C-1A29-50CBA5B62CB2}"/>
                  </a:ext>
                </a:extLst>
              </p:cNvPr>
              <p:cNvGrpSpPr/>
              <p:nvPr/>
            </p:nvGrpSpPr>
            <p:grpSpPr>
              <a:xfrm>
                <a:off x="10307329" y="3229288"/>
                <a:ext cx="292643" cy="567414"/>
                <a:chOff x="10104582" y="1512430"/>
                <a:chExt cx="352833" cy="595788"/>
              </a:xfrm>
            </p:grpSpPr>
            <p:sp>
              <p:nvSpPr>
                <p:cNvPr id="498" name="Right Triangle 497">
                  <a:extLst>
                    <a:ext uri="{FF2B5EF4-FFF2-40B4-BE49-F238E27FC236}">
                      <a16:creationId xmlns:a16="http://schemas.microsoft.com/office/drawing/2014/main" id="{DE1BA287-7F76-EE7F-013A-8C48ADFF7B9C}"/>
                    </a:ext>
                  </a:extLst>
                </p:cNvPr>
                <p:cNvSpPr/>
                <p:nvPr/>
              </p:nvSpPr>
              <p:spPr>
                <a:xfrm rot="20844003" flipH="1">
                  <a:off x="10271598" y="1512902"/>
                  <a:ext cx="54760" cy="447797"/>
                </a:xfrm>
                <a:prstGeom prst="rtTriangle">
                  <a:avLst/>
                </a:prstGeom>
                <a:solidFill>
                  <a:schemeClr val="accent1">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9" name="Isosceles Triangle 498">
                  <a:extLst>
                    <a:ext uri="{FF2B5EF4-FFF2-40B4-BE49-F238E27FC236}">
                      <a16:creationId xmlns:a16="http://schemas.microsoft.com/office/drawing/2014/main" id="{E3B82F3C-725A-68C4-A0D1-D6538C429BC6}"/>
                    </a:ext>
                  </a:extLst>
                </p:cNvPr>
                <p:cNvSpPr/>
                <p:nvPr/>
              </p:nvSpPr>
              <p:spPr>
                <a:xfrm>
                  <a:off x="10255241" y="1540804"/>
                  <a:ext cx="45719" cy="391994"/>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0" name="Right Triangle 499">
                  <a:extLst>
                    <a:ext uri="{FF2B5EF4-FFF2-40B4-BE49-F238E27FC236}">
                      <a16:creationId xmlns:a16="http://schemas.microsoft.com/office/drawing/2014/main" id="{4E62A59F-7674-12DE-C503-5D443B214B5E}"/>
                    </a:ext>
                  </a:extLst>
                </p:cNvPr>
                <p:cNvSpPr/>
                <p:nvPr/>
              </p:nvSpPr>
              <p:spPr>
                <a:xfrm rot="536144">
                  <a:off x="10223145" y="1512430"/>
                  <a:ext cx="45719" cy="567196"/>
                </a:xfrm>
                <a:prstGeom prst="r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1" name="Rectangle 500">
                  <a:extLst>
                    <a:ext uri="{FF2B5EF4-FFF2-40B4-BE49-F238E27FC236}">
                      <a16:creationId xmlns:a16="http://schemas.microsoft.com/office/drawing/2014/main" id="{0D4069B2-F04A-D316-FEAA-4754D4641D78}"/>
                    </a:ext>
                  </a:extLst>
                </p:cNvPr>
                <p:cNvSpPr/>
                <p:nvPr/>
              </p:nvSpPr>
              <p:spPr>
                <a:xfrm>
                  <a:off x="10104582" y="1796028"/>
                  <a:ext cx="352833" cy="3121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83" name="Group 482">
              <a:extLst>
                <a:ext uri="{FF2B5EF4-FFF2-40B4-BE49-F238E27FC236}">
                  <a16:creationId xmlns:a16="http://schemas.microsoft.com/office/drawing/2014/main" id="{BA218F37-0313-B588-A4FE-4554FCC561D4}"/>
                </a:ext>
              </a:extLst>
            </p:cNvPr>
            <p:cNvGrpSpPr/>
            <p:nvPr/>
          </p:nvGrpSpPr>
          <p:grpSpPr>
            <a:xfrm>
              <a:off x="10082760" y="2267738"/>
              <a:ext cx="151154" cy="251584"/>
              <a:chOff x="10535918" y="4108696"/>
              <a:chExt cx="151154" cy="251584"/>
            </a:xfrm>
          </p:grpSpPr>
          <p:sp>
            <p:nvSpPr>
              <p:cNvPr id="492" name="Isosceles Triangle 491">
                <a:extLst>
                  <a:ext uri="{FF2B5EF4-FFF2-40B4-BE49-F238E27FC236}">
                    <a16:creationId xmlns:a16="http://schemas.microsoft.com/office/drawing/2014/main" id="{D1CBDF3A-C6FE-E847-B2B8-2F6AC180DA07}"/>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3" name="Isosceles Triangle 492">
                <a:extLst>
                  <a:ext uri="{FF2B5EF4-FFF2-40B4-BE49-F238E27FC236}">
                    <a16:creationId xmlns:a16="http://schemas.microsoft.com/office/drawing/2014/main" id="{7A0D50AA-5084-7980-C770-D65E4B8B6552}"/>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94" name="Isosceles Triangle 493">
                <a:extLst>
                  <a:ext uri="{FF2B5EF4-FFF2-40B4-BE49-F238E27FC236}">
                    <a16:creationId xmlns:a16="http://schemas.microsoft.com/office/drawing/2014/main" id="{A8F360E0-96D1-5475-966E-368AAB82A5C8}"/>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84" name="Group 483">
              <a:extLst>
                <a:ext uri="{FF2B5EF4-FFF2-40B4-BE49-F238E27FC236}">
                  <a16:creationId xmlns:a16="http://schemas.microsoft.com/office/drawing/2014/main" id="{EC0901E2-EF56-E06E-CFC8-ECCACE6E031D}"/>
                </a:ext>
              </a:extLst>
            </p:cNvPr>
            <p:cNvGrpSpPr/>
            <p:nvPr/>
          </p:nvGrpSpPr>
          <p:grpSpPr>
            <a:xfrm>
              <a:off x="10217224" y="2273885"/>
              <a:ext cx="151154" cy="251584"/>
              <a:chOff x="10535918" y="4108696"/>
              <a:chExt cx="151154" cy="251584"/>
            </a:xfrm>
          </p:grpSpPr>
          <p:sp>
            <p:nvSpPr>
              <p:cNvPr id="489" name="Isosceles Triangle 488">
                <a:extLst>
                  <a:ext uri="{FF2B5EF4-FFF2-40B4-BE49-F238E27FC236}">
                    <a16:creationId xmlns:a16="http://schemas.microsoft.com/office/drawing/2014/main" id="{8B33FC36-86AC-9A8B-C35D-E73B08D38A5C}"/>
                  </a:ext>
                </a:extLst>
              </p:cNvPr>
              <p:cNvSpPr/>
              <p:nvPr/>
            </p:nvSpPr>
            <p:spPr>
              <a:xfrm>
                <a:off x="10535918"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0" name="Isosceles Triangle 489">
                <a:extLst>
                  <a:ext uri="{FF2B5EF4-FFF2-40B4-BE49-F238E27FC236}">
                    <a16:creationId xmlns:a16="http://schemas.microsoft.com/office/drawing/2014/main" id="{A973F4A2-24A3-3032-8594-6A74E958A5AB}"/>
                  </a:ext>
                </a:extLst>
              </p:cNvPr>
              <p:cNvSpPr/>
              <p:nvPr/>
            </p:nvSpPr>
            <p:spPr>
              <a:xfrm>
                <a:off x="1063235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91" name="Isosceles Triangle 490">
                <a:extLst>
                  <a:ext uri="{FF2B5EF4-FFF2-40B4-BE49-F238E27FC236}">
                    <a16:creationId xmlns:a16="http://schemas.microsoft.com/office/drawing/2014/main" id="{62683B06-B745-76DB-5175-8EBC102BE386}"/>
                  </a:ext>
                </a:extLst>
              </p:cNvPr>
              <p:cNvSpPr/>
              <p:nvPr/>
            </p:nvSpPr>
            <p:spPr>
              <a:xfrm>
                <a:off x="1058523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85" name="Group 484">
              <a:extLst>
                <a:ext uri="{FF2B5EF4-FFF2-40B4-BE49-F238E27FC236}">
                  <a16:creationId xmlns:a16="http://schemas.microsoft.com/office/drawing/2014/main" id="{70EAEB23-0B48-19DF-A3FE-F20DB1A1FE29}"/>
                </a:ext>
              </a:extLst>
            </p:cNvPr>
            <p:cNvGrpSpPr/>
            <p:nvPr/>
          </p:nvGrpSpPr>
          <p:grpSpPr>
            <a:xfrm>
              <a:off x="10361342" y="2267738"/>
              <a:ext cx="132682" cy="251584"/>
              <a:chOff x="10526682" y="4108696"/>
              <a:chExt cx="132682" cy="251584"/>
            </a:xfrm>
          </p:grpSpPr>
          <p:sp>
            <p:nvSpPr>
              <p:cNvPr id="486" name="Isosceles Triangle 485">
                <a:extLst>
                  <a:ext uri="{FF2B5EF4-FFF2-40B4-BE49-F238E27FC236}">
                    <a16:creationId xmlns:a16="http://schemas.microsoft.com/office/drawing/2014/main" id="{1B0154F1-A30B-4AB2-D0B9-0880A19147D8}"/>
                  </a:ext>
                </a:extLst>
              </p:cNvPr>
              <p:cNvSpPr/>
              <p:nvPr/>
            </p:nvSpPr>
            <p:spPr>
              <a:xfrm>
                <a:off x="10526682"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7" name="Isosceles Triangle 486">
                <a:extLst>
                  <a:ext uri="{FF2B5EF4-FFF2-40B4-BE49-F238E27FC236}">
                    <a16:creationId xmlns:a16="http://schemas.microsoft.com/office/drawing/2014/main" id="{CCBA95DF-778B-E959-D905-BD1761297E9F}"/>
                  </a:ext>
                </a:extLst>
              </p:cNvPr>
              <p:cNvSpPr/>
              <p:nvPr/>
            </p:nvSpPr>
            <p:spPr>
              <a:xfrm>
                <a:off x="10604646"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88" name="Isosceles Triangle 487">
                <a:extLst>
                  <a:ext uri="{FF2B5EF4-FFF2-40B4-BE49-F238E27FC236}">
                    <a16:creationId xmlns:a16="http://schemas.microsoft.com/office/drawing/2014/main" id="{F1F298D7-89F3-8B41-C52F-71B3637EAE64}"/>
                  </a:ext>
                </a:extLst>
              </p:cNvPr>
              <p:cNvSpPr/>
              <p:nvPr/>
            </p:nvSpPr>
            <p:spPr>
              <a:xfrm>
                <a:off x="10566764" y="4108696"/>
                <a:ext cx="54718" cy="251584"/>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sp>
        <p:nvSpPr>
          <p:cNvPr id="518" name="Oval 517">
            <a:extLst>
              <a:ext uri="{FF2B5EF4-FFF2-40B4-BE49-F238E27FC236}">
                <a16:creationId xmlns:a16="http://schemas.microsoft.com/office/drawing/2014/main" id="{31F4388B-58F8-667F-145A-ABD7BEA87AD3}"/>
              </a:ext>
            </a:extLst>
          </p:cNvPr>
          <p:cNvSpPr/>
          <p:nvPr/>
        </p:nvSpPr>
        <p:spPr>
          <a:xfrm>
            <a:off x="8101012" y="32861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20" name="Oval 519">
            <a:extLst>
              <a:ext uri="{FF2B5EF4-FFF2-40B4-BE49-F238E27FC236}">
                <a16:creationId xmlns:a16="http://schemas.microsoft.com/office/drawing/2014/main" id="{7068C5C9-A459-11B1-DCEC-001B4A3F66DF}"/>
              </a:ext>
            </a:extLst>
          </p:cNvPr>
          <p:cNvSpPr/>
          <p:nvPr/>
        </p:nvSpPr>
        <p:spPr>
          <a:xfrm>
            <a:off x="7586662" y="32861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21" name="TextBox 520">
            <a:extLst>
              <a:ext uri="{FF2B5EF4-FFF2-40B4-BE49-F238E27FC236}">
                <a16:creationId xmlns:a16="http://schemas.microsoft.com/office/drawing/2014/main" id="{80513878-101D-7D88-CBD0-3DE182F850FF}"/>
              </a:ext>
            </a:extLst>
          </p:cNvPr>
          <p:cNvSpPr txBox="1"/>
          <p:nvPr/>
        </p:nvSpPr>
        <p:spPr>
          <a:xfrm>
            <a:off x="2262351" y="4065267"/>
            <a:ext cx="1547218" cy="369332"/>
          </a:xfrm>
          <a:prstGeom prst="rect">
            <a:avLst/>
          </a:prstGeom>
          <a:noFill/>
        </p:spPr>
        <p:txBody>
          <a:bodyPr wrap="none" rtlCol="0">
            <a:spAutoFit/>
          </a:bodyPr>
          <a:lstStyle/>
          <a:p>
            <a:r>
              <a:rPr lang="en-US" dirty="0">
                <a:sym typeface="Wingdings" panose="05000000000000000000" pitchFamily="2" charset="2"/>
              </a:rPr>
              <a:t>L1  RM</a:t>
            </a:r>
            <a:r>
              <a:rPr lang="en-US" dirty="0"/>
              <a:t>0.32 </a:t>
            </a:r>
          </a:p>
        </p:txBody>
      </p:sp>
      <p:sp>
        <p:nvSpPr>
          <p:cNvPr id="522" name="TextBox 521">
            <a:extLst>
              <a:ext uri="{FF2B5EF4-FFF2-40B4-BE49-F238E27FC236}">
                <a16:creationId xmlns:a16="http://schemas.microsoft.com/office/drawing/2014/main" id="{BAC9E62F-DEE6-7123-4811-53F93F840343}"/>
              </a:ext>
            </a:extLst>
          </p:cNvPr>
          <p:cNvSpPr txBox="1"/>
          <p:nvPr/>
        </p:nvSpPr>
        <p:spPr>
          <a:xfrm>
            <a:off x="2262350" y="3795096"/>
            <a:ext cx="1500732" cy="369332"/>
          </a:xfrm>
          <a:prstGeom prst="rect">
            <a:avLst/>
          </a:prstGeom>
          <a:noFill/>
        </p:spPr>
        <p:txBody>
          <a:bodyPr wrap="none" rtlCol="0">
            <a:spAutoFit/>
          </a:bodyPr>
          <a:lstStyle/>
          <a:p>
            <a:r>
              <a:rPr lang="en-US" dirty="0">
                <a:sym typeface="Wingdings" panose="05000000000000000000" pitchFamily="2" charset="2"/>
              </a:rPr>
              <a:t>L2  RM</a:t>
            </a:r>
            <a:r>
              <a:rPr lang="en-US" dirty="0"/>
              <a:t>0.32</a:t>
            </a:r>
          </a:p>
        </p:txBody>
      </p:sp>
      <p:sp>
        <p:nvSpPr>
          <p:cNvPr id="523" name="TextBox 522">
            <a:extLst>
              <a:ext uri="{FF2B5EF4-FFF2-40B4-BE49-F238E27FC236}">
                <a16:creationId xmlns:a16="http://schemas.microsoft.com/office/drawing/2014/main" id="{1806712C-851B-3319-8137-B88D94C9D93D}"/>
              </a:ext>
            </a:extLst>
          </p:cNvPr>
          <p:cNvSpPr txBox="1"/>
          <p:nvPr/>
        </p:nvSpPr>
        <p:spPr>
          <a:xfrm>
            <a:off x="2262349" y="3523649"/>
            <a:ext cx="1500732" cy="369332"/>
          </a:xfrm>
          <a:prstGeom prst="rect">
            <a:avLst/>
          </a:prstGeom>
          <a:noFill/>
        </p:spPr>
        <p:txBody>
          <a:bodyPr wrap="none" rtlCol="0">
            <a:spAutoFit/>
          </a:bodyPr>
          <a:lstStyle/>
          <a:p>
            <a:r>
              <a:rPr lang="en-US" dirty="0">
                <a:sym typeface="Wingdings" panose="05000000000000000000" pitchFamily="2" charset="2"/>
              </a:rPr>
              <a:t>L3  RM</a:t>
            </a:r>
            <a:r>
              <a:rPr lang="en-US" dirty="0"/>
              <a:t>0.32</a:t>
            </a:r>
          </a:p>
        </p:txBody>
      </p:sp>
      <p:sp>
        <p:nvSpPr>
          <p:cNvPr id="524" name="TextBox 523">
            <a:extLst>
              <a:ext uri="{FF2B5EF4-FFF2-40B4-BE49-F238E27FC236}">
                <a16:creationId xmlns:a16="http://schemas.microsoft.com/office/drawing/2014/main" id="{AE4140DC-1E6D-0A00-8705-4D09B48589A4}"/>
              </a:ext>
            </a:extLst>
          </p:cNvPr>
          <p:cNvSpPr txBox="1"/>
          <p:nvPr/>
        </p:nvSpPr>
        <p:spPr>
          <a:xfrm>
            <a:off x="2253877" y="3240436"/>
            <a:ext cx="1500732" cy="369332"/>
          </a:xfrm>
          <a:prstGeom prst="rect">
            <a:avLst/>
          </a:prstGeom>
          <a:noFill/>
        </p:spPr>
        <p:txBody>
          <a:bodyPr wrap="none" rtlCol="0">
            <a:spAutoFit/>
          </a:bodyPr>
          <a:lstStyle/>
          <a:p>
            <a:r>
              <a:rPr lang="en-US" dirty="0">
                <a:sym typeface="Wingdings" panose="05000000000000000000" pitchFamily="2" charset="2"/>
              </a:rPr>
              <a:t>L4  RM</a:t>
            </a:r>
            <a:r>
              <a:rPr lang="en-US" dirty="0"/>
              <a:t>0.32</a:t>
            </a:r>
          </a:p>
        </p:txBody>
      </p:sp>
      <p:sp>
        <p:nvSpPr>
          <p:cNvPr id="525" name="TextBox 524">
            <a:extLst>
              <a:ext uri="{FF2B5EF4-FFF2-40B4-BE49-F238E27FC236}">
                <a16:creationId xmlns:a16="http://schemas.microsoft.com/office/drawing/2014/main" id="{488C862C-4348-679F-6453-91BC0FBFD17E}"/>
              </a:ext>
            </a:extLst>
          </p:cNvPr>
          <p:cNvSpPr txBox="1"/>
          <p:nvPr/>
        </p:nvSpPr>
        <p:spPr>
          <a:xfrm>
            <a:off x="2267594" y="2921772"/>
            <a:ext cx="1500732" cy="369332"/>
          </a:xfrm>
          <a:prstGeom prst="rect">
            <a:avLst/>
          </a:prstGeom>
          <a:noFill/>
        </p:spPr>
        <p:txBody>
          <a:bodyPr wrap="none" rtlCol="0">
            <a:spAutoFit/>
          </a:bodyPr>
          <a:lstStyle/>
          <a:p>
            <a:r>
              <a:rPr lang="en-US" dirty="0">
                <a:sym typeface="Wingdings" panose="05000000000000000000" pitchFamily="2" charset="2"/>
              </a:rPr>
              <a:t>L5  RM</a:t>
            </a:r>
            <a:r>
              <a:rPr lang="en-US" dirty="0"/>
              <a:t>0.32</a:t>
            </a:r>
          </a:p>
        </p:txBody>
      </p:sp>
      <p:cxnSp>
        <p:nvCxnSpPr>
          <p:cNvPr id="526" name="Straight Connector 525">
            <a:extLst>
              <a:ext uri="{FF2B5EF4-FFF2-40B4-BE49-F238E27FC236}">
                <a16:creationId xmlns:a16="http://schemas.microsoft.com/office/drawing/2014/main" id="{A1A2AC37-AAA1-891F-D6A9-9DFF5548E289}"/>
              </a:ext>
            </a:extLst>
          </p:cNvPr>
          <p:cNvCxnSpPr/>
          <p:nvPr/>
        </p:nvCxnSpPr>
        <p:spPr>
          <a:xfrm>
            <a:off x="1505419" y="4370811"/>
            <a:ext cx="2148840" cy="0"/>
          </a:xfrm>
          <a:prstGeom prst="line">
            <a:avLst/>
          </a:prstGeom>
        </p:spPr>
        <p:style>
          <a:lnRef idx="2">
            <a:schemeClr val="accent1"/>
          </a:lnRef>
          <a:fillRef idx="0">
            <a:schemeClr val="accent1"/>
          </a:fillRef>
          <a:effectRef idx="1">
            <a:schemeClr val="accent1"/>
          </a:effectRef>
          <a:fontRef idx="minor">
            <a:schemeClr val="tx1"/>
          </a:fontRef>
        </p:style>
      </p:cxnSp>
      <p:sp>
        <p:nvSpPr>
          <p:cNvPr id="527" name="TextBox 526">
            <a:extLst>
              <a:ext uri="{FF2B5EF4-FFF2-40B4-BE49-F238E27FC236}">
                <a16:creationId xmlns:a16="http://schemas.microsoft.com/office/drawing/2014/main" id="{56BDF33A-F1C2-D3EC-2C76-6182B2D4DE3B}"/>
              </a:ext>
            </a:extLst>
          </p:cNvPr>
          <p:cNvSpPr txBox="1"/>
          <p:nvPr/>
        </p:nvSpPr>
        <p:spPr>
          <a:xfrm>
            <a:off x="2165812" y="4332239"/>
            <a:ext cx="1560492" cy="369332"/>
          </a:xfrm>
          <a:prstGeom prst="rect">
            <a:avLst/>
          </a:prstGeom>
          <a:noFill/>
        </p:spPr>
        <p:txBody>
          <a:bodyPr wrap="none" rtlCol="0">
            <a:spAutoFit/>
          </a:bodyPr>
          <a:lstStyle/>
          <a:p>
            <a:r>
              <a:rPr lang="en-US" b="1" dirty="0"/>
              <a:t>Total = RM1.6</a:t>
            </a:r>
          </a:p>
        </p:txBody>
      </p:sp>
      <p:grpSp>
        <p:nvGrpSpPr>
          <p:cNvPr id="528" name="Group 527">
            <a:extLst>
              <a:ext uri="{FF2B5EF4-FFF2-40B4-BE49-F238E27FC236}">
                <a16:creationId xmlns:a16="http://schemas.microsoft.com/office/drawing/2014/main" id="{8751E28D-16A3-B72A-F4AA-8102EB307BAC}"/>
              </a:ext>
            </a:extLst>
          </p:cNvPr>
          <p:cNvGrpSpPr/>
          <p:nvPr/>
        </p:nvGrpSpPr>
        <p:grpSpPr>
          <a:xfrm>
            <a:off x="3818952" y="4164428"/>
            <a:ext cx="1875877" cy="1289843"/>
            <a:chOff x="3438312" y="4234488"/>
            <a:chExt cx="1875877" cy="1289843"/>
          </a:xfrm>
        </p:grpSpPr>
        <p:grpSp>
          <p:nvGrpSpPr>
            <p:cNvPr id="529" name="Group 528">
              <a:extLst>
                <a:ext uri="{FF2B5EF4-FFF2-40B4-BE49-F238E27FC236}">
                  <a16:creationId xmlns:a16="http://schemas.microsoft.com/office/drawing/2014/main" id="{754310AD-D033-1A0E-6BA5-92B696F82D54}"/>
                </a:ext>
              </a:extLst>
            </p:cNvPr>
            <p:cNvGrpSpPr/>
            <p:nvPr/>
          </p:nvGrpSpPr>
          <p:grpSpPr>
            <a:xfrm>
              <a:off x="3814730" y="4234488"/>
              <a:ext cx="1084291" cy="1105176"/>
              <a:chOff x="3731573" y="3996415"/>
              <a:chExt cx="1084291" cy="1105176"/>
            </a:xfrm>
          </p:grpSpPr>
          <p:sp>
            <p:nvSpPr>
              <p:cNvPr id="532" name="Arc 531">
                <a:extLst>
                  <a:ext uri="{FF2B5EF4-FFF2-40B4-BE49-F238E27FC236}">
                    <a16:creationId xmlns:a16="http://schemas.microsoft.com/office/drawing/2014/main" id="{C4981A91-94D1-20A2-C8B3-8146E1F282DC}"/>
                  </a:ext>
                </a:extLst>
              </p:cNvPr>
              <p:cNvSpPr/>
              <p:nvPr/>
            </p:nvSpPr>
            <p:spPr>
              <a:xfrm rot="10800000">
                <a:off x="3758589" y="3996415"/>
                <a:ext cx="1057275" cy="1105176"/>
              </a:xfrm>
              <a:prstGeom prst="arc">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33" name="Isosceles Triangle 532">
                <a:extLst>
                  <a:ext uri="{FF2B5EF4-FFF2-40B4-BE49-F238E27FC236}">
                    <a16:creationId xmlns:a16="http://schemas.microsoft.com/office/drawing/2014/main" id="{7C1A6F8D-CD82-6EB8-AD14-98345AA3404B}"/>
                  </a:ext>
                </a:extLst>
              </p:cNvPr>
              <p:cNvSpPr/>
              <p:nvPr/>
            </p:nvSpPr>
            <p:spPr>
              <a:xfrm rot="20986579">
                <a:off x="3731573" y="4509386"/>
                <a:ext cx="45719" cy="79234"/>
              </a:xfrm>
              <a:prstGeom prs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0" name="TextBox 529">
              <a:extLst>
                <a:ext uri="{FF2B5EF4-FFF2-40B4-BE49-F238E27FC236}">
                  <a16:creationId xmlns:a16="http://schemas.microsoft.com/office/drawing/2014/main" id="{5FEC9224-417F-E079-7DF0-AEDC28198DB2}"/>
                </a:ext>
              </a:extLst>
            </p:cNvPr>
            <p:cNvSpPr txBox="1"/>
            <p:nvPr/>
          </p:nvSpPr>
          <p:spPr>
            <a:xfrm>
              <a:off x="3438312" y="4417744"/>
              <a:ext cx="841897" cy="369332"/>
            </a:xfrm>
            <a:prstGeom prst="rect">
              <a:avLst/>
            </a:prstGeom>
            <a:noFill/>
          </p:spPr>
          <p:txBody>
            <a:bodyPr wrap="none" rtlCol="0">
              <a:spAutoFit/>
            </a:bodyPr>
            <a:lstStyle/>
            <a:p>
              <a:r>
                <a:rPr lang="en-US" b="1" dirty="0">
                  <a:solidFill>
                    <a:srgbClr val="0070C0"/>
                  </a:solidFill>
                </a:rPr>
                <a:t>Plan A</a:t>
              </a:r>
            </a:p>
          </p:txBody>
        </p:sp>
        <p:sp>
          <p:nvSpPr>
            <p:cNvPr id="531" name="TextBox 530">
              <a:extLst>
                <a:ext uri="{FF2B5EF4-FFF2-40B4-BE49-F238E27FC236}">
                  <a16:creationId xmlns:a16="http://schemas.microsoft.com/office/drawing/2014/main" id="{8C8CD049-12A6-23B7-F7DC-870CEC8AACBC}"/>
                </a:ext>
              </a:extLst>
            </p:cNvPr>
            <p:cNvSpPr txBox="1"/>
            <p:nvPr/>
          </p:nvSpPr>
          <p:spPr>
            <a:xfrm>
              <a:off x="4356876" y="5154999"/>
              <a:ext cx="957313" cy="369332"/>
            </a:xfrm>
            <a:prstGeom prst="rect">
              <a:avLst/>
            </a:prstGeom>
            <a:noFill/>
          </p:spPr>
          <p:txBody>
            <a:bodyPr wrap="none" rtlCol="0">
              <a:spAutoFit/>
            </a:bodyPr>
            <a:lstStyle/>
            <a:p>
              <a:r>
                <a:rPr lang="en-US" b="1" dirty="0">
                  <a:solidFill>
                    <a:srgbClr val="7030A0"/>
                  </a:solidFill>
                </a:rPr>
                <a:t>Plan B :</a:t>
              </a:r>
            </a:p>
          </p:txBody>
        </p:sp>
      </p:grpSp>
      <p:sp>
        <p:nvSpPr>
          <p:cNvPr id="534" name="TextBox 533">
            <a:extLst>
              <a:ext uri="{FF2B5EF4-FFF2-40B4-BE49-F238E27FC236}">
                <a16:creationId xmlns:a16="http://schemas.microsoft.com/office/drawing/2014/main" id="{50C4850A-06CD-F98E-9C71-56D27C82A465}"/>
              </a:ext>
            </a:extLst>
          </p:cNvPr>
          <p:cNvSpPr txBox="1"/>
          <p:nvPr/>
        </p:nvSpPr>
        <p:spPr>
          <a:xfrm>
            <a:off x="5528902" y="5082722"/>
            <a:ext cx="4201794" cy="1554272"/>
          </a:xfrm>
          <a:prstGeom prst="rect">
            <a:avLst/>
          </a:prstGeom>
          <a:noFill/>
        </p:spPr>
        <p:txBody>
          <a:bodyPr wrap="square" rtlCol="0">
            <a:spAutoFit/>
          </a:bodyPr>
          <a:lstStyle/>
          <a:p>
            <a:pPr algn="just"/>
            <a:r>
              <a:rPr lang="en-US" dirty="0"/>
              <a:t>When a member at Plan B purchase 1MH @ 40 CV: </a:t>
            </a:r>
          </a:p>
          <a:p>
            <a:pPr marL="285750" indent="-285750" algn="just">
              <a:spcAft>
                <a:spcPts val="600"/>
              </a:spcAft>
              <a:buFont typeface="Arial" panose="020B0604020202020204" pitchFamily="34" charset="0"/>
              <a:buChar char="•"/>
            </a:pPr>
            <a:r>
              <a:rPr lang="en-US" dirty="0"/>
              <a:t>The member himself will get RM1.60</a:t>
            </a:r>
          </a:p>
          <a:p>
            <a:pPr marL="285750" indent="-285750" algn="just">
              <a:buFont typeface="Arial" panose="020B0604020202020204" pitchFamily="34" charset="0"/>
              <a:buChar char="•"/>
            </a:pPr>
            <a:r>
              <a:rPr lang="en-US" dirty="0"/>
              <a:t>His </a:t>
            </a:r>
            <a:r>
              <a:rPr lang="en-US" b="1" dirty="0">
                <a:solidFill>
                  <a:srgbClr val="C00000"/>
                </a:solidFill>
              </a:rPr>
              <a:t>FIVE</a:t>
            </a:r>
            <a:r>
              <a:rPr lang="en-US" dirty="0"/>
              <a:t> </a:t>
            </a:r>
            <a:r>
              <a:rPr lang="en-US" b="1" dirty="0">
                <a:solidFill>
                  <a:srgbClr val="C00000"/>
                </a:solidFill>
              </a:rPr>
              <a:t>PLACEMENT UPLINE</a:t>
            </a:r>
            <a:r>
              <a:rPr lang="en-US" dirty="0"/>
              <a:t> in Plan A each will get RM0.32 </a:t>
            </a:r>
            <a:endParaRPr lang="en-US" b="1" dirty="0">
              <a:solidFill>
                <a:srgbClr val="C00000"/>
              </a:solidFill>
            </a:endParaRPr>
          </a:p>
        </p:txBody>
      </p:sp>
      <p:sp>
        <p:nvSpPr>
          <p:cNvPr id="541" name="TextBox 540">
            <a:extLst>
              <a:ext uri="{FF2B5EF4-FFF2-40B4-BE49-F238E27FC236}">
                <a16:creationId xmlns:a16="http://schemas.microsoft.com/office/drawing/2014/main" id="{7FEE2C84-1480-6F11-EB3D-6CDA680F7988}"/>
              </a:ext>
            </a:extLst>
          </p:cNvPr>
          <p:cNvSpPr txBox="1"/>
          <p:nvPr/>
        </p:nvSpPr>
        <p:spPr>
          <a:xfrm>
            <a:off x="6243041" y="2428875"/>
            <a:ext cx="2773516" cy="369332"/>
          </a:xfrm>
          <a:prstGeom prst="rect">
            <a:avLst/>
          </a:prstGeom>
          <a:noFill/>
        </p:spPr>
        <p:txBody>
          <a:bodyPr wrap="none" rtlCol="0">
            <a:spAutoFit/>
          </a:bodyPr>
          <a:lstStyle/>
          <a:p>
            <a:pPr algn="ctr"/>
            <a:r>
              <a:rPr lang="en-US" b="1" dirty="0">
                <a:solidFill>
                  <a:schemeClr val="tx2">
                    <a:lumMod val="75000"/>
                    <a:lumOff val="25000"/>
                  </a:schemeClr>
                </a:solidFill>
              </a:rPr>
              <a:t>363 x RM0.32 = RM116.16</a:t>
            </a:r>
          </a:p>
        </p:txBody>
      </p:sp>
      <p:sp>
        <p:nvSpPr>
          <p:cNvPr id="542" name="TextBox 541">
            <a:extLst>
              <a:ext uri="{FF2B5EF4-FFF2-40B4-BE49-F238E27FC236}">
                <a16:creationId xmlns:a16="http://schemas.microsoft.com/office/drawing/2014/main" id="{020FD46C-ED9E-55A4-E09D-14F654CA9DA8}"/>
              </a:ext>
            </a:extLst>
          </p:cNvPr>
          <p:cNvSpPr txBox="1"/>
          <p:nvPr/>
        </p:nvSpPr>
        <p:spPr>
          <a:xfrm>
            <a:off x="2137784" y="845363"/>
            <a:ext cx="4895186" cy="461665"/>
          </a:xfrm>
          <a:prstGeom prst="rect">
            <a:avLst/>
          </a:prstGeom>
          <a:noFill/>
        </p:spPr>
        <p:txBody>
          <a:bodyPr wrap="none" rtlCol="0">
            <a:spAutoFit/>
          </a:bodyPr>
          <a:lstStyle/>
          <a:p>
            <a:r>
              <a:rPr lang="en-US" sz="2400" b="1" dirty="0">
                <a:solidFill>
                  <a:schemeClr val="tx2">
                    <a:lumMod val="75000"/>
                    <a:lumOff val="25000"/>
                  </a:schemeClr>
                </a:solidFill>
              </a:rPr>
              <a:t>Member buy 1MH @RM158 (40CV)</a:t>
            </a:r>
          </a:p>
        </p:txBody>
      </p:sp>
      <p:sp>
        <p:nvSpPr>
          <p:cNvPr id="543" name="TextBox 542">
            <a:extLst>
              <a:ext uri="{FF2B5EF4-FFF2-40B4-BE49-F238E27FC236}">
                <a16:creationId xmlns:a16="http://schemas.microsoft.com/office/drawing/2014/main" id="{A0335E39-2263-CFFB-DA44-6F098F648606}"/>
              </a:ext>
            </a:extLst>
          </p:cNvPr>
          <p:cNvSpPr txBox="1"/>
          <p:nvPr/>
        </p:nvSpPr>
        <p:spPr>
          <a:xfrm>
            <a:off x="2173788" y="1271191"/>
            <a:ext cx="6391814" cy="369332"/>
          </a:xfrm>
          <a:prstGeom prst="rect">
            <a:avLst/>
          </a:prstGeom>
          <a:noFill/>
        </p:spPr>
        <p:txBody>
          <a:bodyPr wrap="none" rtlCol="0">
            <a:spAutoFit/>
          </a:bodyPr>
          <a:lstStyle/>
          <a:p>
            <a:r>
              <a:rPr lang="en-US" dirty="0"/>
              <a:t>1. The member earns GP: 4% x 40CV = </a:t>
            </a:r>
            <a:r>
              <a:rPr lang="en-US" b="1" dirty="0">
                <a:solidFill>
                  <a:schemeClr val="tx2">
                    <a:lumMod val="75000"/>
                    <a:lumOff val="25000"/>
                  </a:schemeClr>
                </a:solidFill>
              </a:rPr>
              <a:t>RM1.60 </a:t>
            </a:r>
            <a:r>
              <a:rPr lang="en-US" dirty="0">
                <a:solidFill>
                  <a:schemeClr val="tx2">
                    <a:lumMod val="75000"/>
                    <a:lumOff val="25000"/>
                  </a:schemeClr>
                </a:solidFill>
              </a:rPr>
              <a:t>(1 CV = RM1.00)</a:t>
            </a:r>
            <a:endParaRPr lang="en-US" b="1" dirty="0">
              <a:solidFill>
                <a:schemeClr val="tx2">
                  <a:lumMod val="75000"/>
                  <a:lumOff val="25000"/>
                </a:schemeClr>
              </a:solidFill>
            </a:endParaRPr>
          </a:p>
        </p:txBody>
      </p:sp>
      <p:sp>
        <p:nvSpPr>
          <p:cNvPr id="544" name="TextBox 543">
            <a:extLst>
              <a:ext uri="{FF2B5EF4-FFF2-40B4-BE49-F238E27FC236}">
                <a16:creationId xmlns:a16="http://schemas.microsoft.com/office/drawing/2014/main" id="{78B3A06B-E8FA-6D9B-10A7-C99FA4766D1F}"/>
              </a:ext>
            </a:extLst>
          </p:cNvPr>
          <p:cNvSpPr txBox="1"/>
          <p:nvPr/>
        </p:nvSpPr>
        <p:spPr>
          <a:xfrm>
            <a:off x="2173788" y="1587109"/>
            <a:ext cx="5488362" cy="369332"/>
          </a:xfrm>
          <a:prstGeom prst="rect">
            <a:avLst/>
          </a:prstGeom>
          <a:noFill/>
        </p:spPr>
        <p:txBody>
          <a:bodyPr wrap="none" rtlCol="0">
            <a:spAutoFit/>
          </a:bodyPr>
          <a:lstStyle/>
          <a:p>
            <a:r>
              <a:rPr lang="en-US" dirty="0"/>
              <a:t>2. Placement Upline earns GP: 0.8% x 40CV = </a:t>
            </a:r>
            <a:r>
              <a:rPr lang="en-US" b="1" dirty="0">
                <a:solidFill>
                  <a:schemeClr val="tx2">
                    <a:lumMod val="75000"/>
                    <a:lumOff val="25000"/>
                  </a:schemeClr>
                </a:solidFill>
              </a:rPr>
              <a:t>RM0.32</a:t>
            </a:r>
          </a:p>
        </p:txBody>
      </p:sp>
      <p:sp>
        <p:nvSpPr>
          <p:cNvPr id="2" name="TextBox 1">
            <a:extLst>
              <a:ext uri="{FF2B5EF4-FFF2-40B4-BE49-F238E27FC236}">
                <a16:creationId xmlns:a16="http://schemas.microsoft.com/office/drawing/2014/main" id="{76D0D060-B42D-20A3-956A-17E8A198ED89}"/>
              </a:ext>
            </a:extLst>
          </p:cNvPr>
          <p:cNvSpPr txBox="1"/>
          <p:nvPr/>
        </p:nvSpPr>
        <p:spPr>
          <a:xfrm>
            <a:off x="4090987" y="160399"/>
            <a:ext cx="3935886" cy="584775"/>
          </a:xfrm>
          <a:prstGeom prst="rect">
            <a:avLst/>
          </a:prstGeom>
          <a:noFill/>
        </p:spPr>
        <p:txBody>
          <a:bodyPr wrap="none" rtlCol="0">
            <a:spAutoFit/>
          </a:bodyPr>
          <a:lstStyle/>
          <a:p>
            <a:r>
              <a:rPr lang="en-US" sz="3200" b="1" dirty="0">
                <a:solidFill>
                  <a:schemeClr val="tx2">
                    <a:lumMod val="75000"/>
                    <a:lumOff val="25000"/>
                  </a:schemeClr>
                </a:solidFill>
              </a:rPr>
              <a:t>HOW GP is created?</a:t>
            </a:r>
          </a:p>
        </p:txBody>
      </p:sp>
      <p:sp>
        <p:nvSpPr>
          <p:cNvPr id="9" name="TextBox 8">
            <a:extLst>
              <a:ext uri="{FF2B5EF4-FFF2-40B4-BE49-F238E27FC236}">
                <a16:creationId xmlns:a16="http://schemas.microsoft.com/office/drawing/2014/main" id="{5D4412F5-6C69-4CCA-4141-2AF1F74B4734}"/>
              </a:ext>
            </a:extLst>
          </p:cNvPr>
          <p:cNvSpPr txBox="1"/>
          <p:nvPr/>
        </p:nvSpPr>
        <p:spPr>
          <a:xfrm>
            <a:off x="478535" y="4566310"/>
            <a:ext cx="4974527" cy="2081852"/>
          </a:xfrm>
          <a:prstGeom prst="rect">
            <a:avLst/>
          </a:prstGeom>
          <a:noFill/>
        </p:spPr>
        <p:txBody>
          <a:bodyPr wrap="square">
            <a:spAutoFit/>
          </a:bodyPr>
          <a:lstStyle/>
          <a:p>
            <a:pPr marL="0" marR="0" algn="just">
              <a:lnSpc>
                <a:spcPct val="115000"/>
              </a:lnSpc>
              <a:spcAft>
                <a:spcPts val="800"/>
              </a:spcAft>
              <a:buNone/>
            </a:pPr>
            <a:r>
              <a:rPr lang="en-US" sz="1200" b="1" kern="100" dirty="0">
                <a:effectLst/>
                <a:latin typeface="Garamond" panose="02020404030301010803" pitchFamily="18" charset="0"/>
                <a:ea typeface="Aptos" panose="020B0004020202020204" pitchFamily="34" charset="0"/>
                <a:cs typeface="Times New Roman" panose="02020603050405020304" pitchFamily="18" charset="0"/>
              </a:rPr>
              <a:t>Matrix Growth Pattern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800"/>
              </a:spcAft>
              <a:buNone/>
            </a:pPr>
            <a:r>
              <a:rPr lang="en-US" sz="1200" kern="100" dirty="0">
                <a:effectLst/>
                <a:latin typeface="Garamond" panose="02020404030301010803" pitchFamily="18" charset="0"/>
                <a:ea typeface="Aptos" panose="020B0004020202020204" pitchFamily="34" charset="0"/>
                <a:cs typeface="Times New Roman" panose="02020603050405020304" pitchFamily="18" charset="0"/>
              </a:rPr>
              <a:t>3 → 9 → 27 → 81 → 243 (Total Matrix Capacity = 363)</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800"/>
              </a:spcAft>
              <a:buNone/>
            </a:pPr>
            <a:r>
              <a:rPr lang="en-US" sz="1200" kern="100" dirty="0">
                <a:effectLst/>
                <a:latin typeface="Garamond" panose="02020404030301010803" pitchFamily="18" charset="0"/>
                <a:ea typeface="Aptos" panose="020B0004020202020204" pitchFamily="34" charset="0"/>
                <a:cs typeface="Times New Roman" panose="02020603050405020304" pitchFamily="18" charset="0"/>
              </a:rPr>
              <a:t>Each Member has: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15000"/>
              </a:lnSpc>
              <a:spcAft>
                <a:spcPts val="800"/>
              </a:spcAft>
              <a:buFont typeface="Symbol" panose="05050102010706020507" pitchFamily="18" charset="2"/>
              <a:buChar char=""/>
            </a:pPr>
            <a:r>
              <a:rPr lang="en-US" sz="1200" kern="100" dirty="0">
                <a:effectLst/>
                <a:latin typeface="Garamond" panose="02020404030301010803" pitchFamily="18" charset="0"/>
                <a:ea typeface="Aptos" panose="020B0004020202020204" pitchFamily="34" charset="0"/>
                <a:cs typeface="Times New Roman" panose="02020603050405020304" pitchFamily="18" charset="0"/>
              </a:rPr>
              <a:t>One Direct Sponsor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15000"/>
              </a:lnSpc>
              <a:spcAft>
                <a:spcPts val="800"/>
              </a:spcAft>
              <a:buFont typeface="Symbol" panose="05050102010706020507" pitchFamily="18" charset="2"/>
              <a:buChar char=""/>
            </a:pPr>
            <a:r>
              <a:rPr lang="en-US" sz="1200" kern="100" dirty="0">
                <a:effectLst/>
                <a:latin typeface="Garamond" panose="02020404030301010803" pitchFamily="18" charset="0"/>
                <a:ea typeface="Aptos" panose="020B0004020202020204" pitchFamily="34" charset="0"/>
                <a:cs typeface="Times New Roman" panose="02020603050405020304" pitchFamily="18" charset="0"/>
              </a:rPr>
              <a:t>One Placement Sponsor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Aft>
                <a:spcPts val="800"/>
              </a:spcAft>
              <a:buNone/>
            </a:pPr>
            <a:r>
              <a:rPr lang="en-US" sz="1200" kern="100" dirty="0">
                <a:effectLst/>
                <a:latin typeface="Garamond" panose="02020404030301010803" pitchFamily="18" charset="0"/>
                <a:ea typeface="Aptos" panose="020B0004020202020204" pitchFamily="34" charset="0"/>
                <a:cs typeface="Times New Roman" panose="02020603050405020304" pitchFamily="18" charset="0"/>
              </a:rPr>
              <a:t>Each </a:t>
            </a:r>
            <a:r>
              <a:rPr lang="en-US" sz="1200" b="1" kern="100" dirty="0">
                <a:effectLst/>
                <a:latin typeface="Garamond" panose="02020404030301010803" pitchFamily="18" charset="0"/>
                <a:ea typeface="Aptos" panose="020B0004020202020204" pitchFamily="34" charset="0"/>
                <a:cs typeface="Times New Roman" panose="02020603050405020304" pitchFamily="18" charset="0"/>
              </a:rPr>
              <a:t>matrix level under a member</a:t>
            </a:r>
            <a:r>
              <a:rPr lang="en-US" sz="1200" kern="100" dirty="0">
                <a:effectLst/>
                <a:latin typeface="Garamond" panose="02020404030301010803" pitchFamily="18" charset="0"/>
                <a:ea typeface="Aptos" panose="020B0004020202020204" pitchFamily="34" charset="0"/>
                <a:cs typeface="Times New Roman" panose="02020603050405020304" pitchFamily="18" charset="0"/>
              </a:rPr>
              <a:t> must be fully completed before expansion proceeds to the next level.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DC1A54F2-EFAD-AECE-6EFA-711388D17583}"/>
              </a:ext>
            </a:extLst>
          </p:cNvPr>
          <p:cNvGraphicFramePr>
            <a:graphicFrameLocks noGrp="1"/>
          </p:cNvGraphicFramePr>
          <p:nvPr>
            <p:extLst>
              <p:ext uri="{D42A27DB-BD31-4B8C-83A1-F6EECF244321}">
                <p14:modId xmlns:p14="http://schemas.microsoft.com/office/powerpoint/2010/main" val="593389256"/>
              </p:ext>
            </p:extLst>
          </p:nvPr>
        </p:nvGraphicFramePr>
        <p:xfrm>
          <a:off x="8461628" y="3015083"/>
          <a:ext cx="3711575" cy="1819910"/>
        </p:xfrm>
        <a:graphic>
          <a:graphicData uri="http://schemas.openxmlformats.org/drawingml/2006/table">
            <a:tbl>
              <a:tblPr firstRow="1" firstCol="1" bandRow="1">
                <a:tableStyleId>{5C22544A-7EE6-4342-B048-85BDC9FD1C3A}</a:tableStyleId>
              </a:tblPr>
              <a:tblGrid>
                <a:gridCol w="967740">
                  <a:extLst>
                    <a:ext uri="{9D8B030D-6E8A-4147-A177-3AD203B41FA5}">
                      <a16:colId xmlns:a16="http://schemas.microsoft.com/office/drawing/2014/main" val="2049100745"/>
                    </a:ext>
                  </a:extLst>
                </a:gridCol>
                <a:gridCol w="971550">
                  <a:extLst>
                    <a:ext uri="{9D8B030D-6E8A-4147-A177-3AD203B41FA5}">
                      <a16:colId xmlns:a16="http://schemas.microsoft.com/office/drawing/2014/main" val="1009138014"/>
                    </a:ext>
                  </a:extLst>
                </a:gridCol>
                <a:gridCol w="857885">
                  <a:extLst>
                    <a:ext uri="{9D8B030D-6E8A-4147-A177-3AD203B41FA5}">
                      <a16:colId xmlns:a16="http://schemas.microsoft.com/office/drawing/2014/main" val="3340444480"/>
                    </a:ext>
                  </a:extLst>
                </a:gridCol>
                <a:gridCol w="914400">
                  <a:extLst>
                    <a:ext uri="{9D8B030D-6E8A-4147-A177-3AD203B41FA5}">
                      <a16:colId xmlns:a16="http://schemas.microsoft.com/office/drawing/2014/main" val="2115070837"/>
                    </a:ext>
                  </a:extLst>
                </a:gridCol>
              </a:tblGrid>
              <a:tr h="171450">
                <a:tc>
                  <a:txBody>
                    <a:bodyPr/>
                    <a:lstStyle/>
                    <a:p>
                      <a:pPr marL="0" marR="0" algn="ctr">
                        <a:lnSpc>
                          <a:spcPct val="115000"/>
                        </a:lnSpc>
                        <a:spcAft>
                          <a:spcPts val="800"/>
                        </a:spcAft>
                        <a:buNone/>
                      </a:pPr>
                      <a:r>
                        <a:rPr lang="en-US" sz="1200" kern="100">
                          <a:effectLst/>
                        </a:rPr>
                        <a:t>Matrix Level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Member</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Gift Points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dirty="0">
                          <a:effectLst/>
                        </a:rPr>
                        <a:t>TOTAL GP</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9957074"/>
                  </a:ext>
                </a:extLst>
              </a:tr>
              <a:tr h="171450">
                <a:tc>
                  <a:txBody>
                    <a:bodyPr/>
                    <a:lstStyle/>
                    <a:p>
                      <a:pPr marL="0" marR="0" algn="ctr">
                        <a:lnSpc>
                          <a:spcPct val="115000"/>
                        </a:lnSpc>
                        <a:spcAft>
                          <a:spcPts val="800"/>
                        </a:spcAft>
                        <a:buNone/>
                      </a:pPr>
                      <a:r>
                        <a:rPr lang="en-US" sz="1200" kern="100">
                          <a:effectLst/>
                        </a:rPr>
                        <a:t>Level 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13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39 </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5033187"/>
                  </a:ext>
                </a:extLst>
              </a:tr>
              <a:tr h="171450">
                <a:tc>
                  <a:txBody>
                    <a:bodyPr/>
                    <a:lstStyle/>
                    <a:p>
                      <a:pPr marL="0" marR="0" algn="ctr">
                        <a:lnSpc>
                          <a:spcPct val="115000"/>
                        </a:lnSpc>
                        <a:spcAft>
                          <a:spcPts val="800"/>
                        </a:spcAft>
                        <a:buNone/>
                      </a:pPr>
                      <a:r>
                        <a:rPr lang="en-US" sz="1200" kern="100">
                          <a:effectLst/>
                        </a:rPr>
                        <a:t>Level 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36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66259285"/>
                  </a:ext>
                </a:extLst>
              </a:tr>
              <a:tr h="171450">
                <a:tc>
                  <a:txBody>
                    <a:bodyPr/>
                    <a:lstStyle/>
                    <a:p>
                      <a:pPr marL="0" marR="0" algn="ctr">
                        <a:lnSpc>
                          <a:spcPct val="115000"/>
                        </a:lnSpc>
                        <a:spcAft>
                          <a:spcPts val="800"/>
                        </a:spcAft>
                        <a:buNone/>
                      </a:pPr>
                      <a:r>
                        <a:rPr lang="en-US" sz="1200" kern="100">
                          <a:effectLst/>
                        </a:rPr>
                        <a:t>Level 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27</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13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351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2430428"/>
                  </a:ext>
                </a:extLst>
              </a:tr>
              <a:tr h="171450">
                <a:tc>
                  <a:txBody>
                    <a:bodyPr/>
                    <a:lstStyle/>
                    <a:p>
                      <a:pPr marL="0" marR="0" algn="ctr">
                        <a:lnSpc>
                          <a:spcPct val="115000"/>
                        </a:lnSpc>
                        <a:spcAft>
                          <a:spcPts val="800"/>
                        </a:spcAft>
                        <a:buNone/>
                      </a:pPr>
                      <a:r>
                        <a:rPr lang="en-US" sz="1200" kern="100">
                          <a:effectLst/>
                        </a:rPr>
                        <a:t>Level 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81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324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1859583"/>
                  </a:ext>
                </a:extLst>
              </a:tr>
              <a:tr h="171450">
                <a:tc>
                  <a:txBody>
                    <a:bodyPr/>
                    <a:lstStyle/>
                    <a:p>
                      <a:pPr marL="0" marR="0" algn="ctr">
                        <a:lnSpc>
                          <a:spcPct val="115000"/>
                        </a:lnSpc>
                        <a:spcAft>
                          <a:spcPts val="800"/>
                        </a:spcAft>
                        <a:buNone/>
                      </a:pPr>
                      <a:r>
                        <a:rPr lang="en-US" sz="1200" kern="100">
                          <a:effectLst/>
                        </a:rPr>
                        <a:t>Level 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243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972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3144754"/>
                  </a:ext>
                </a:extLst>
              </a:tr>
              <a:tr h="171450">
                <a:tc>
                  <a:txBody>
                    <a:bodyPr/>
                    <a:lstStyle/>
                    <a:p>
                      <a:pPr marL="0" marR="0" algn="ctr">
                        <a:lnSpc>
                          <a:spcPct val="115000"/>
                        </a:lnSpc>
                        <a:spcAft>
                          <a:spcPts val="800"/>
                        </a:spcAft>
                        <a:buNone/>
                      </a:pPr>
                      <a:r>
                        <a:rPr lang="en-US" sz="1200" kern="100">
                          <a:effectLst/>
                        </a:rPr>
                        <a:t>Total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363 Members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a:effectLst/>
                        </a:rPr>
                        <a:t> </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kern="100" dirty="0">
                          <a:effectLst/>
                        </a:rPr>
                        <a:t>1,722 GP</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8970922"/>
                  </a:ext>
                </a:extLst>
              </a:tr>
            </a:tbl>
          </a:graphicData>
        </a:graphic>
      </p:graphicFrame>
    </p:spTree>
    <p:extLst>
      <p:ext uri="{BB962C8B-B14F-4D97-AF65-F5344CB8AC3E}">
        <p14:creationId xmlns:p14="http://schemas.microsoft.com/office/powerpoint/2010/main" val="997275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C315B4C6-D34A-0FCB-8483-C47B9E9B61FB}"/>
              </a:ext>
            </a:extLst>
          </p:cNvPr>
          <p:cNvSpPr>
            <a:spLocks noChangeArrowheads="1"/>
          </p:cNvSpPr>
          <p:nvPr/>
        </p:nvSpPr>
        <p:spPr bwMode="auto">
          <a:xfrm>
            <a:off x="1947672" y="-465429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 name="Group 2">
            <a:extLst>
              <a:ext uri="{FF2B5EF4-FFF2-40B4-BE49-F238E27FC236}">
                <a16:creationId xmlns:a16="http://schemas.microsoft.com/office/drawing/2014/main" id="{E6DF5835-1523-00FB-AE82-6BBDAB51CBE2}"/>
              </a:ext>
            </a:extLst>
          </p:cNvPr>
          <p:cNvGrpSpPr/>
          <p:nvPr/>
        </p:nvGrpSpPr>
        <p:grpSpPr>
          <a:xfrm>
            <a:off x="3766947" y="2549144"/>
            <a:ext cx="4000500" cy="1466850"/>
            <a:chOff x="0" y="0"/>
            <a:chExt cx="4000500" cy="1466850"/>
          </a:xfrm>
        </p:grpSpPr>
        <p:grpSp>
          <p:nvGrpSpPr>
            <p:cNvPr id="4" name="Group 3">
              <a:extLst>
                <a:ext uri="{FF2B5EF4-FFF2-40B4-BE49-F238E27FC236}">
                  <a16:creationId xmlns:a16="http://schemas.microsoft.com/office/drawing/2014/main" id="{D7D55464-50D0-6643-8FBB-C82531904AE4}"/>
                </a:ext>
              </a:extLst>
            </p:cNvPr>
            <p:cNvGrpSpPr/>
            <p:nvPr/>
          </p:nvGrpSpPr>
          <p:grpSpPr>
            <a:xfrm>
              <a:off x="609600" y="0"/>
              <a:ext cx="3009900" cy="1466850"/>
              <a:chOff x="0" y="0"/>
              <a:chExt cx="3009900" cy="1466850"/>
            </a:xfrm>
          </p:grpSpPr>
          <p:graphicFrame>
            <p:nvGraphicFramePr>
              <p:cNvPr id="7" name="Diagram 6">
                <a:extLst>
                  <a:ext uri="{FF2B5EF4-FFF2-40B4-BE49-F238E27FC236}">
                    <a16:creationId xmlns:a16="http://schemas.microsoft.com/office/drawing/2014/main" id="{86940D06-F52E-FE77-1CB9-5FAF3D650910}"/>
                  </a:ext>
                </a:extLst>
              </p:cNvPr>
              <p:cNvGraphicFramePr/>
              <p:nvPr/>
            </p:nvGraphicFramePr>
            <p:xfrm>
              <a:off x="0" y="171450"/>
              <a:ext cx="3009900" cy="106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 Box 163">
                <a:extLst>
                  <a:ext uri="{FF2B5EF4-FFF2-40B4-BE49-F238E27FC236}">
                    <a16:creationId xmlns:a16="http://schemas.microsoft.com/office/drawing/2014/main" id="{EC8F0F94-3116-BCD4-2CE3-43828F0A4951}"/>
                  </a:ext>
                </a:extLst>
              </p:cNvPr>
              <p:cNvSpPr txBox="1"/>
              <p:nvPr/>
            </p:nvSpPr>
            <p:spPr>
              <a:xfrm>
                <a:off x="933450" y="1181100"/>
                <a:ext cx="923925" cy="285750"/>
              </a:xfrm>
              <a:prstGeom prst="rect">
                <a:avLst/>
              </a:prstGeom>
              <a:noFill/>
              <a:ln w="31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Gift Points</a:t>
                </a:r>
              </a:p>
            </p:txBody>
          </p:sp>
          <p:sp>
            <p:nvSpPr>
              <p:cNvPr id="9" name="Text Box 163">
                <a:extLst>
                  <a:ext uri="{FF2B5EF4-FFF2-40B4-BE49-F238E27FC236}">
                    <a16:creationId xmlns:a16="http://schemas.microsoft.com/office/drawing/2014/main" id="{AE2A7682-5A70-B8AB-40F3-36EF1EED2C0F}"/>
                  </a:ext>
                </a:extLst>
              </p:cNvPr>
              <p:cNvSpPr txBox="1"/>
              <p:nvPr/>
            </p:nvSpPr>
            <p:spPr>
              <a:xfrm>
                <a:off x="1076325" y="0"/>
                <a:ext cx="723900" cy="285750"/>
              </a:xfrm>
              <a:prstGeom prst="rect">
                <a:avLst/>
              </a:prstGeom>
              <a:noFill/>
              <a:ln w="3175">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CTS</a:t>
                </a:r>
              </a:p>
            </p:txBody>
          </p:sp>
        </p:grpSp>
        <p:sp>
          <p:nvSpPr>
            <p:cNvPr id="5" name="Text Box 489">
              <a:extLst>
                <a:ext uri="{FF2B5EF4-FFF2-40B4-BE49-F238E27FC236}">
                  <a16:creationId xmlns:a16="http://schemas.microsoft.com/office/drawing/2014/main" id="{CEE00402-8786-0623-C01D-CC48F5E91FB2}"/>
                </a:ext>
              </a:extLst>
            </p:cNvPr>
            <p:cNvSpPr txBox="1"/>
            <p:nvPr/>
          </p:nvSpPr>
          <p:spPr>
            <a:xfrm>
              <a:off x="0" y="142875"/>
              <a:ext cx="1447800" cy="10953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3 x 3 Matrix System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Build Structure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1100" kern="100" dirty="0">
                  <a:effectLst/>
                  <a:latin typeface="Garamond" panose="02020404030301010803" pitchFamily="18" charset="0"/>
                  <a:ea typeface="Aptos" panose="020B0004020202020204" pitchFamily="34" charset="0"/>
                  <a:cs typeface="Times New Roman" panose="02020603050405020304" pitchFamily="18" charset="0"/>
                </a:rPr>
                <a:t>Generate GP &amp; CTS. GP recycle the Matrix System Growth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 Box 489">
              <a:extLst>
                <a:ext uri="{FF2B5EF4-FFF2-40B4-BE49-F238E27FC236}">
                  <a16:creationId xmlns:a16="http://schemas.microsoft.com/office/drawing/2014/main" id="{15D07D8E-7BBA-74A2-4FC1-E42C02887BC7}"/>
                </a:ext>
              </a:extLst>
            </p:cNvPr>
            <p:cNvSpPr txBox="1"/>
            <p:nvPr/>
          </p:nvSpPr>
          <p:spPr>
            <a:xfrm>
              <a:off x="2667000" y="152400"/>
              <a:ext cx="1333500" cy="10382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Aft>
                  <a:spcPts val="800"/>
                </a:spcAft>
                <a:buNone/>
              </a:pPr>
              <a:r>
                <a:rPr lang="en-US" sz="1100" kern="100">
                  <a:effectLst/>
                  <a:latin typeface="Garamond" panose="02020404030301010803" pitchFamily="18" charset="0"/>
                  <a:ea typeface="Aptos" panose="020B0004020202020204" pitchFamily="34" charset="0"/>
                  <a:cs typeface="Times New Roman" panose="02020603050405020304" pitchFamily="18" charset="0"/>
                </a:rPr>
                <a:t>Unilevel System Build Membership Growing Creating GP &amp; CTS. CTS is paid through Plan 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p:txBody>
        </p:sp>
      </p:grpSp>
      <p:sp>
        <p:nvSpPr>
          <p:cNvPr id="10" name="Rectangle 13">
            <a:extLst>
              <a:ext uri="{FF2B5EF4-FFF2-40B4-BE49-F238E27FC236}">
                <a16:creationId xmlns:a16="http://schemas.microsoft.com/office/drawing/2014/main" id="{0F43DFD3-7620-A4AA-F7DB-DE116451EB2C}"/>
              </a:ext>
            </a:extLst>
          </p:cNvPr>
          <p:cNvSpPr>
            <a:spLocks noChangeArrowheads="1"/>
          </p:cNvSpPr>
          <p:nvPr/>
        </p:nvSpPr>
        <p:spPr bwMode="auto">
          <a:xfrm>
            <a:off x="1947672" y="-41970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br>
            <a:r>
              <a:rPr kumimoji="0" lang="en-US" altLang="en-US" sz="1200" b="0" i="0" u="none" strike="noStrike" cap="none" normalizeH="0" baseline="0">
                <a:ln>
                  <a:noFill/>
                </a:ln>
                <a:solidFill>
                  <a:schemeClr val="tx1"/>
                </a:solidFill>
                <a:effectLst/>
                <a:latin typeface="Garamond" panose="02020404030301010803" pitchFamily="18" charset="0"/>
                <a:ea typeface="Times New Roman" panose="02020603050405020304" pitchFamily="18" charset="0"/>
                <a:cs typeface="Times New Roman" panose="02020603050405020304" pitchFamily="18" charset="0"/>
              </a:rPr>
              <a:t>Plan A and Plan B are interconnected by GP and CTS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F5D1DA72-1427-47EB-924F-B0D183E88721}"/>
              </a:ext>
            </a:extLst>
          </p:cNvPr>
          <p:cNvSpPr txBox="1"/>
          <p:nvPr/>
        </p:nvSpPr>
        <p:spPr>
          <a:xfrm>
            <a:off x="2436876" y="1653794"/>
            <a:ext cx="7068312" cy="395814"/>
          </a:xfrm>
          <a:prstGeom prst="rect">
            <a:avLst/>
          </a:prstGeom>
          <a:noFill/>
        </p:spPr>
        <p:txBody>
          <a:bodyPr wrap="square">
            <a:spAutoFit/>
          </a:bodyPr>
          <a:lstStyle/>
          <a:p>
            <a:pPr marL="0" marR="0" algn="ctr">
              <a:lnSpc>
                <a:spcPct val="115000"/>
              </a:lnSpc>
              <a:spcAft>
                <a:spcPts val="800"/>
              </a:spcAft>
              <a:buNone/>
            </a:pPr>
            <a:r>
              <a:rPr lang="en-US" b="1" kern="0" dirty="0">
                <a:effectLst/>
                <a:latin typeface="Garamond" panose="02020404030301010803" pitchFamily="18" charset="0"/>
                <a:ea typeface="Times New Roman" panose="02020603050405020304" pitchFamily="18" charset="0"/>
                <a:cs typeface="Times New Roman" panose="02020603050405020304" pitchFamily="18" charset="0"/>
              </a:rPr>
              <a:t>Plan A and Plan B are interconnected by GP and CTS</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88782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3" name="Group 442">
            <a:extLst>
              <a:ext uri="{FF2B5EF4-FFF2-40B4-BE49-F238E27FC236}">
                <a16:creationId xmlns:a16="http://schemas.microsoft.com/office/drawing/2014/main" id="{DC3D94F9-86F8-5F5B-07E4-252C8003FCF5}"/>
              </a:ext>
            </a:extLst>
          </p:cNvPr>
          <p:cNvGrpSpPr/>
          <p:nvPr/>
        </p:nvGrpSpPr>
        <p:grpSpPr>
          <a:xfrm>
            <a:off x="6272784" y="1389888"/>
            <a:ext cx="591312" cy="1673541"/>
            <a:chOff x="6967728" y="1124712"/>
            <a:chExt cx="591312" cy="1673541"/>
          </a:xfrm>
        </p:grpSpPr>
        <p:sp>
          <p:nvSpPr>
            <p:cNvPr id="432" name="Oval 431">
              <a:extLst>
                <a:ext uri="{FF2B5EF4-FFF2-40B4-BE49-F238E27FC236}">
                  <a16:creationId xmlns:a16="http://schemas.microsoft.com/office/drawing/2014/main" id="{DAC26CF4-B4CD-5EA8-8318-D12FC5B76D55}"/>
                </a:ext>
              </a:extLst>
            </p:cNvPr>
            <p:cNvSpPr/>
            <p:nvPr/>
          </p:nvSpPr>
          <p:spPr>
            <a:xfrm>
              <a:off x="6967728" y="1124712"/>
              <a:ext cx="283464" cy="292608"/>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4" name="Oval 433">
              <a:extLst>
                <a:ext uri="{FF2B5EF4-FFF2-40B4-BE49-F238E27FC236}">
                  <a16:creationId xmlns:a16="http://schemas.microsoft.com/office/drawing/2014/main" id="{0B88D139-9064-DC2C-C5C2-DEFD0F436661}"/>
                </a:ext>
              </a:extLst>
            </p:cNvPr>
            <p:cNvSpPr/>
            <p:nvPr/>
          </p:nvSpPr>
          <p:spPr>
            <a:xfrm>
              <a:off x="7330440" y="262185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6" name="Oval 435">
              <a:extLst>
                <a:ext uri="{FF2B5EF4-FFF2-40B4-BE49-F238E27FC236}">
                  <a16:creationId xmlns:a16="http://schemas.microsoft.com/office/drawing/2014/main" id="{A98A89F8-10B4-82B4-C35C-F0321EE48971}"/>
                </a:ext>
              </a:extLst>
            </p:cNvPr>
            <p:cNvSpPr/>
            <p:nvPr/>
          </p:nvSpPr>
          <p:spPr>
            <a:xfrm>
              <a:off x="7330440" y="23353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8" name="Oval 437">
              <a:extLst>
                <a:ext uri="{FF2B5EF4-FFF2-40B4-BE49-F238E27FC236}">
                  <a16:creationId xmlns:a16="http://schemas.microsoft.com/office/drawing/2014/main" id="{29FEB8E6-9782-3337-92C8-C36189C7216C}"/>
                </a:ext>
              </a:extLst>
            </p:cNvPr>
            <p:cNvSpPr/>
            <p:nvPr/>
          </p:nvSpPr>
          <p:spPr>
            <a:xfrm>
              <a:off x="7330440" y="2048826"/>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1" name="Oval 440">
              <a:extLst>
                <a:ext uri="{FF2B5EF4-FFF2-40B4-BE49-F238E27FC236}">
                  <a16:creationId xmlns:a16="http://schemas.microsoft.com/office/drawing/2014/main" id="{EDAFCA02-33D1-254F-BA0E-1139842C5C09}"/>
                </a:ext>
              </a:extLst>
            </p:cNvPr>
            <p:cNvSpPr/>
            <p:nvPr/>
          </p:nvSpPr>
          <p:spPr>
            <a:xfrm>
              <a:off x="7330440" y="1762314"/>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449" name="Straight Connector 448">
            <a:extLst>
              <a:ext uri="{FF2B5EF4-FFF2-40B4-BE49-F238E27FC236}">
                <a16:creationId xmlns:a16="http://schemas.microsoft.com/office/drawing/2014/main" id="{FC69E576-816D-7402-D09E-2E38E97F4F41}"/>
              </a:ext>
            </a:extLst>
          </p:cNvPr>
          <p:cNvCxnSpPr>
            <a:stCxn id="432" idx="4"/>
            <a:endCxn id="441" idx="0"/>
          </p:cNvCxnSpPr>
          <p:nvPr/>
        </p:nvCxnSpPr>
        <p:spPr>
          <a:xfrm>
            <a:off x="6414516" y="1682496"/>
            <a:ext cx="335280" cy="344994"/>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51" name="Straight Connector 450">
            <a:extLst>
              <a:ext uri="{FF2B5EF4-FFF2-40B4-BE49-F238E27FC236}">
                <a16:creationId xmlns:a16="http://schemas.microsoft.com/office/drawing/2014/main" id="{337CE97A-B875-9843-F90D-1204DE2F8224}"/>
              </a:ext>
            </a:extLst>
          </p:cNvPr>
          <p:cNvCxnSpPr>
            <a:stCxn id="432" idx="4"/>
            <a:endCxn id="292" idx="0"/>
          </p:cNvCxnSpPr>
          <p:nvPr/>
        </p:nvCxnSpPr>
        <p:spPr>
          <a:xfrm>
            <a:off x="6414516" y="1682496"/>
            <a:ext cx="2002535" cy="33156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7" name="Straight Connector 456">
            <a:extLst>
              <a:ext uri="{FF2B5EF4-FFF2-40B4-BE49-F238E27FC236}">
                <a16:creationId xmlns:a16="http://schemas.microsoft.com/office/drawing/2014/main" id="{5EF22568-50CC-4B7E-006E-74828E113734}"/>
              </a:ext>
            </a:extLst>
          </p:cNvPr>
          <p:cNvCxnSpPr>
            <a:stCxn id="432" idx="4"/>
            <a:endCxn id="341" idx="0"/>
          </p:cNvCxnSpPr>
          <p:nvPr/>
        </p:nvCxnSpPr>
        <p:spPr>
          <a:xfrm>
            <a:off x="6414516" y="1682496"/>
            <a:ext cx="4643815" cy="34523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8" name="Straight Connector 457">
            <a:extLst>
              <a:ext uri="{FF2B5EF4-FFF2-40B4-BE49-F238E27FC236}">
                <a16:creationId xmlns:a16="http://schemas.microsoft.com/office/drawing/2014/main" id="{CED1C5FB-73B5-1AE8-2758-D35077C04CA8}"/>
              </a:ext>
            </a:extLst>
          </p:cNvPr>
          <p:cNvCxnSpPr/>
          <p:nvPr/>
        </p:nvCxnSpPr>
        <p:spPr>
          <a:xfrm flipH="1">
            <a:off x="3217213" y="1681046"/>
            <a:ext cx="3180539" cy="33301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9" name="Straight Connector 458">
            <a:extLst>
              <a:ext uri="{FF2B5EF4-FFF2-40B4-BE49-F238E27FC236}">
                <a16:creationId xmlns:a16="http://schemas.microsoft.com/office/drawing/2014/main" id="{F5503982-65DF-3528-C6A2-AB079041A567}"/>
              </a:ext>
            </a:extLst>
          </p:cNvPr>
          <p:cNvCxnSpPr/>
          <p:nvPr/>
        </p:nvCxnSpPr>
        <p:spPr>
          <a:xfrm flipH="1">
            <a:off x="5858493" y="1689953"/>
            <a:ext cx="539259" cy="33753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1" name="Straight Connector 460">
            <a:extLst>
              <a:ext uri="{FF2B5EF4-FFF2-40B4-BE49-F238E27FC236}">
                <a16:creationId xmlns:a16="http://schemas.microsoft.com/office/drawing/2014/main" id="{565BCC4F-B1BF-DDFB-87B7-E6B0B07C5EBA}"/>
              </a:ext>
            </a:extLst>
          </p:cNvPr>
          <p:cNvCxnSpPr>
            <a:cxnSpLocks/>
          </p:cNvCxnSpPr>
          <p:nvPr/>
        </p:nvCxnSpPr>
        <p:spPr>
          <a:xfrm>
            <a:off x="6758940" y="2203893"/>
            <a:ext cx="0" cy="110109"/>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63" name="Straight Connector 462">
            <a:extLst>
              <a:ext uri="{FF2B5EF4-FFF2-40B4-BE49-F238E27FC236}">
                <a16:creationId xmlns:a16="http://schemas.microsoft.com/office/drawing/2014/main" id="{2AB0EA38-9C60-059E-749E-007ECB7FCF25}"/>
              </a:ext>
            </a:extLst>
          </p:cNvPr>
          <p:cNvCxnSpPr>
            <a:cxnSpLocks/>
          </p:cNvCxnSpPr>
          <p:nvPr/>
        </p:nvCxnSpPr>
        <p:spPr>
          <a:xfrm>
            <a:off x="6749796" y="2490405"/>
            <a:ext cx="0" cy="110109"/>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64" name="Straight Connector 463">
            <a:extLst>
              <a:ext uri="{FF2B5EF4-FFF2-40B4-BE49-F238E27FC236}">
                <a16:creationId xmlns:a16="http://schemas.microsoft.com/office/drawing/2014/main" id="{2E87E953-9F25-8231-B8F1-845FFEF3A27C}"/>
              </a:ext>
            </a:extLst>
          </p:cNvPr>
          <p:cNvCxnSpPr>
            <a:cxnSpLocks/>
          </p:cNvCxnSpPr>
          <p:nvPr/>
        </p:nvCxnSpPr>
        <p:spPr>
          <a:xfrm>
            <a:off x="6757416" y="2776917"/>
            <a:ext cx="0" cy="110109"/>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528" name="Group 527">
            <a:extLst>
              <a:ext uri="{FF2B5EF4-FFF2-40B4-BE49-F238E27FC236}">
                <a16:creationId xmlns:a16="http://schemas.microsoft.com/office/drawing/2014/main" id="{2C5FA281-E060-DDC7-39E4-BE0B04CEF25F}"/>
              </a:ext>
            </a:extLst>
          </p:cNvPr>
          <p:cNvGrpSpPr/>
          <p:nvPr/>
        </p:nvGrpSpPr>
        <p:grpSpPr>
          <a:xfrm>
            <a:off x="5788526" y="2170602"/>
            <a:ext cx="9144" cy="1034655"/>
            <a:chOff x="5788526" y="2170602"/>
            <a:chExt cx="9144" cy="1034655"/>
          </a:xfrm>
        </p:grpSpPr>
        <p:cxnSp>
          <p:nvCxnSpPr>
            <p:cNvPr id="466" name="Straight Connector 465">
              <a:extLst>
                <a:ext uri="{FF2B5EF4-FFF2-40B4-BE49-F238E27FC236}">
                  <a16:creationId xmlns:a16="http://schemas.microsoft.com/office/drawing/2014/main" id="{910FA966-7125-105A-781E-97F496985757}"/>
                </a:ext>
              </a:extLst>
            </p:cNvPr>
            <p:cNvCxnSpPr>
              <a:stCxn id="193" idx="4"/>
              <a:endCxn id="194" idx="0"/>
            </p:cNvCxnSpPr>
            <p:nvPr/>
          </p:nvCxnSpPr>
          <p:spPr>
            <a:xfrm>
              <a:off x="5794435" y="21706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67" name="Straight Connector 466">
              <a:extLst>
                <a:ext uri="{FF2B5EF4-FFF2-40B4-BE49-F238E27FC236}">
                  <a16:creationId xmlns:a16="http://schemas.microsoft.com/office/drawing/2014/main" id="{DCA81801-15E9-397B-58CA-AEE0C23CECFD}"/>
                </a:ext>
              </a:extLst>
            </p:cNvPr>
            <p:cNvCxnSpPr/>
            <p:nvPr/>
          </p:nvCxnSpPr>
          <p:spPr>
            <a:xfrm>
              <a:off x="5794435" y="2490405"/>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68" name="Straight Connector 467">
              <a:extLst>
                <a:ext uri="{FF2B5EF4-FFF2-40B4-BE49-F238E27FC236}">
                  <a16:creationId xmlns:a16="http://schemas.microsoft.com/office/drawing/2014/main" id="{80AD3701-E9CC-BFA9-01F5-7550D5BC3F77}"/>
                </a:ext>
              </a:extLst>
            </p:cNvPr>
            <p:cNvCxnSpPr/>
            <p:nvPr/>
          </p:nvCxnSpPr>
          <p:spPr>
            <a:xfrm>
              <a:off x="5797670" y="27769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71" name="Straight Connector 470">
              <a:extLst>
                <a:ext uri="{FF2B5EF4-FFF2-40B4-BE49-F238E27FC236}">
                  <a16:creationId xmlns:a16="http://schemas.microsoft.com/office/drawing/2014/main" id="{E9BBF408-513B-282E-46EC-AA3090AC3E17}"/>
                </a:ext>
              </a:extLst>
            </p:cNvPr>
            <p:cNvCxnSpPr/>
            <p:nvPr/>
          </p:nvCxnSpPr>
          <p:spPr>
            <a:xfrm>
              <a:off x="5788526" y="30817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478" name="Group 477">
            <a:extLst>
              <a:ext uri="{FF2B5EF4-FFF2-40B4-BE49-F238E27FC236}">
                <a16:creationId xmlns:a16="http://schemas.microsoft.com/office/drawing/2014/main" id="{A43E9ECC-8CBF-FCC0-96BA-B9D00EAB13DA}"/>
              </a:ext>
            </a:extLst>
          </p:cNvPr>
          <p:cNvGrpSpPr/>
          <p:nvPr/>
        </p:nvGrpSpPr>
        <p:grpSpPr>
          <a:xfrm>
            <a:off x="5474582" y="2472117"/>
            <a:ext cx="9144" cy="1034655"/>
            <a:chOff x="5940926" y="2323002"/>
            <a:chExt cx="9144" cy="1034655"/>
          </a:xfrm>
        </p:grpSpPr>
        <p:cxnSp>
          <p:nvCxnSpPr>
            <p:cNvPr id="474" name="Straight Connector 473">
              <a:extLst>
                <a:ext uri="{FF2B5EF4-FFF2-40B4-BE49-F238E27FC236}">
                  <a16:creationId xmlns:a16="http://schemas.microsoft.com/office/drawing/2014/main" id="{7E096681-55DC-F7FA-1F17-269F01D8C10A}"/>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75" name="Straight Connector 474">
              <a:extLst>
                <a:ext uri="{FF2B5EF4-FFF2-40B4-BE49-F238E27FC236}">
                  <a16:creationId xmlns:a16="http://schemas.microsoft.com/office/drawing/2014/main" id="{928A9970-8F97-04E4-E4E6-08EFBD7F7441}"/>
                </a:ext>
              </a:extLst>
            </p:cNvPr>
            <p:cNvCxnSpPr/>
            <p:nvPr/>
          </p:nvCxnSpPr>
          <p:spPr>
            <a:xfrm>
              <a:off x="5946835" y="2642805"/>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76" name="Straight Connector 475">
              <a:extLst>
                <a:ext uri="{FF2B5EF4-FFF2-40B4-BE49-F238E27FC236}">
                  <a16:creationId xmlns:a16="http://schemas.microsoft.com/office/drawing/2014/main" id="{1C9ED483-0FFF-3FBE-0D58-04BF6FC93F53}"/>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77" name="Straight Connector 476">
              <a:extLst>
                <a:ext uri="{FF2B5EF4-FFF2-40B4-BE49-F238E27FC236}">
                  <a16:creationId xmlns:a16="http://schemas.microsoft.com/office/drawing/2014/main" id="{46B98E79-8F49-CB85-5DB6-EE0701733299}"/>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480" name="Group 479">
            <a:extLst>
              <a:ext uri="{FF2B5EF4-FFF2-40B4-BE49-F238E27FC236}">
                <a16:creationId xmlns:a16="http://schemas.microsoft.com/office/drawing/2014/main" id="{66CAC172-3198-5755-FCD6-2AE2BB6B5131}"/>
              </a:ext>
            </a:extLst>
          </p:cNvPr>
          <p:cNvGrpSpPr/>
          <p:nvPr/>
        </p:nvGrpSpPr>
        <p:grpSpPr>
          <a:xfrm>
            <a:off x="5156067" y="2757390"/>
            <a:ext cx="15053" cy="1062087"/>
            <a:chOff x="5931782" y="2323002"/>
            <a:chExt cx="15053" cy="1062087"/>
          </a:xfrm>
        </p:grpSpPr>
        <p:cxnSp>
          <p:nvCxnSpPr>
            <p:cNvPr id="481" name="Straight Connector 480">
              <a:extLst>
                <a:ext uri="{FF2B5EF4-FFF2-40B4-BE49-F238E27FC236}">
                  <a16:creationId xmlns:a16="http://schemas.microsoft.com/office/drawing/2014/main" id="{10F9DF6C-F68A-9843-B335-479FB52F00F4}"/>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82" name="Straight Connector 481">
              <a:extLst>
                <a:ext uri="{FF2B5EF4-FFF2-40B4-BE49-F238E27FC236}">
                  <a16:creationId xmlns:a16="http://schemas.microsoft.com/office/drawing/2014/main" id="{13C8CE5E-6F1F-EDFB-A714-51D986366C22}"/>
                </a:ext>
              </a:extLst>
            </p:cNvPr>
            <p:cNvCxnSpPr/>
            <p:nvPr/>
          </p:nvCxnSpPr>
          <p:spPr>
            <a:xfrm>
              <a:off x="5946835" y="2642805"/>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83" name="Straight Connector 482">
              <a:extLst>
                <a:ext uri="{FF2B5EF4-FFF2-40B4-BE49-F238E27FC236}">
                  <a16:creationId xmlns:a16="http://schemas.microsoft.com/office/drawing/2014/main" id="{8DA582E7-C5DA-05D3-E15A-E7921376D0FE}"/>
                </a:ext>
              </a:extLst>
            </p:cNvPr>
            <p:cNvCxnSpPr/>
            <p:nvPr/>
          </p:nvCxnSpPr>
          <p:spPr>
            <a:xfrm>
              <a:off x="5940926" y="29384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84" name="Straight Connector 483">
              <a:extLst>
                <a:ext uri="{FF2B5EF4-FFF2-40B4-BE49-F238E27FC236}">
                  <a16:creationId xmlns:a16="http://schemas.microsoft.com/office/drawing/2014/main" id="{7D26A97C-DBF3-DB5B-A5C1-45C3C46322B8}"/>
                </a:ext>
              </a:extLst>
            </p:cNvPr>
            <p:cNvCxnSpPr/>
            <p:nvPr/>
          </p:nvCxnSpPr>
          <p:spPr>
            <a:xfrm>
              <a:off x="5931782" y="3261549"/>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487" name="Group 486">
            <a:extLst>
              <a:ext uri="{FF2B5EF4-FFF2-40B4-BE49-F238E27FC236}">
                <a16:creationId xmlns:a16="http://schemas.microsoft.com/office/drawing/2014/main" id="{3C99A5D2-312B-21A5-9A8B-C1219D9C6B07}"/>
              </a:ext>
            </a:extLst>
          </p:cNvPr>
          <p:cNvGrpSpPr/>
          <p:nvPr/>
        </p:nvGrpSpPr>
        <p:grpSpPr>
          <a:xfrm>
            <a:off x="4809099" y="3063429"/>
            <a:ext cx="5909" cy="1043799"/>
            <a:chOff x="5940926" y="2323002"/>
            <a:chExt cx="5909" cy="1043799"/>
          </a:xfrm>
        </p:grpSpPr>
        <p:cxnSp>
          <p:nvCxnSpPr>
            <p:cNvPr id="488" name="Straight Connector 487">
              <a:extLst>
                <a:ext uri="{FF2B5EF4-FFF2-40B4-BE49-F238E27FC236}">
                  <a16:creationId xmlns:a16="http://schemas.microsoft.com/office/drawing/2014/main" id="{8ACB66D0-3D01-8249-278D-95F67BCF3749}"/>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89" name="Straight Connector 488">
              <a:extLst>
                <a:ext uri="{FF2B5EF4-FFF2-40B4-BE49-F238E27FC236}">
                  <a16:creationId xmlns:a16="http://schemas.microsoft.com/office/drawing/2014/main" id="{D08B360A-5A84-6A54-D278-8CA9007537A6}"/>
                </a:ext>
              </a:extLst>
            </p:cNvPr>
            <p:cNvCxnSpPr/>
            <p:nvPr/>
          </p:nvCxnSpPr>
          <p:spPr>
            <a:xfrm>
              <a:off x="5946835" y="26336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90" name="Straight Connector 489">
              <a:extLst>
                <a:ext uri="{FF2B5EF4-FFF2-40B4-BE49-F238E27FC236}">
                  <a16:creationId xmlns:a16="http://schemas.microsoft.com/office/drawing/2014/main" id="{C3AFBB65-0D1B-3D7A-DE74-76DA19EBF52B}"/>
                </a:ext>
              </a:extLst>
            </p:cNvPr>
            <p:cNvCxnSpPr/>
            <p:nvPr/>
          </p:nvCxnSpPr>
          <p:spPr>
            <a:xfrm>
              <a:off x="5940926" y="29384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91" name="Straight Connector 490">
              <a:extLst>
                <a:ext uri="{FF2B5EF4-FFF2-40B4-BE49-F238E27FC236}">
                  <a16:creationId xmlns:a16="http://schemas.microsoft.com/office/drawing/2014/main" id="{A424004A-62D8-57D3-D15F-4CBD8A1EEDE9}"/>
                </a:ext>
              </a:extLst>
            </p:cNvPr>
            <p:cNvCxnSpPr/>
            <p:nvPr/>
          </p:nvCxnSpPr>
          <p:spPr>
            <a:xfrm>
              <a:off x="5940926" y="32432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492" name="Group 491">
            <a:extLst>
              <a:ext uri="{FF2B5EF4-FFF2-40B4-BE49-F238E27FC236}">
                <a16:creationId xmlns:a16="http://schemas.microsoft.com/office/drawing/2014/main" id="{97D5DD3E-44E7-5D46-20AC-626A54014B54}"/>
              </a:ext>
            </a:extLst>
          </p:cNvPr>
          <p:cNvGrpSpPr/>
          <p:nvPr/>
        </p:nvGrpSpPr>
        <p:grpSpPr>
          <a:xfrm>
            <a:off x="4476358" y="3372849"/>
            <a:ext cx="5909" cy="1043799"/>
            <a:chOff x="5940926" y="2323002"/>
            <a:chExt cx="5909" cy="1043799"/>
          </a:xfrm>
        </p:grpSpPr>
        <p:cxnSp>
          <p:nvCxnSpPr>
            <p:cNvPr id="493" name="Straight Connector 492">
              <a:extLst>
                <a:ext uri="{FF2B5EF4-FFF2-40B4-BE49-F238E27FC236}">
                  <a16:creationId xmlns:a16="http://schemas.microsoft.com/office/drawing/2014/main" id="{2653DD6C-7CD7-BA4F-8612-B591D91A1C67}"/>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94" name="Straight Connector 493">
              <a:extLst>
                <a:ext uri="{FF2B5EF4-FFF2-40B4-BE49-F238E27FC236}">
                  <a16:creationId xmlns:a16="http://schemas.microsoft.com/office/drawing/2014/main" id="{DA42B572-C0BE-D66E-9A37-3DB4F17AF704}"/>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95" name="Straight Connector 494">
              <a:extLst>
                <a:ext uri="{FF2B5EF4-FFF2-40B4-BE49-F238E27FC236}">
                  <a16:creationId xmlns:a16="http://schemas.microsoft.com/office/drawing/2014/main" id="{2EDE2D17-356A-1A46-1515-21DB7CFA84DD}"/>
                </a:ext>
              </a:extLst>
            </p:cNvPr>
            <p:cNvCxnSpPr/>
            <p:nvPr/>
          </p:nvCxnSpPr>
          <p:spPr>
            <a:xfrm>
              <a:off x="5940926" y="29384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496" name="Straight Connector 495">
              <a:extLst>
                <a:ext uri="{FF2B5EF4-FFF2-40B4-BE49-F238E27FC236}">
                  <a16:creationId xmlns:a16="http://schemas.microsoft.com/office/drawing/2014/main" id="{4E0039F8-91F5-27D3-823C-2C0E89F1A253}"/>
                </a:ext>
              </a:extLst>
            </p:cNvPr>
            <p:cNvCxnSpPr/>
            <p:nvPr/>
          </p:nvCxnSpPr>
          <p:spPr>
            <a:xfrm>
              <a:off x="5940926" y="32432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498" name="Group 497">
            <a:extLst>
              <a:ext uri="{FF2B5EF4-FFF2-40B4-BE49-F238E27FC236}">
                <a16:creationId xmlns:a16="http://schemas.microsoft.com/office/drawing/2014/main" id="{8EDCC523-8356-EB71-3141-8D3A86231094}"/>
              </a:ext>
            </a:extLst>
          </p:cNvPr>
          <p:cNvGrpSpPr/>
          <p:nvPr/>
        </p:nvGrpSpPr>
        <p:grpSpPr>
          <a:xfrm>
            <a:off x="4155436" y="3674364"/>
            <a:ext cx="5909" cy="1043799"/>
            <a:chOff x="5940926" y="2323002"/>
            <a:chExt cx="5909" cy="1043799"/>
          </a:xfrm>
        </p:grpSpPr>
        <p:cxnSp>
          <p:nvCxnSpPr>
            <p:cNvPr id="499" name="Straight Connector 498">
              <a:extLst>
                <a:ext uri="{FF2B5EF4-FFF2-40B4-BE49-F238E27FC236}">
                  <a16:creationId xmlns:a16="http://schemas.microsoft.com/office/drawing/2014/main" id="{C0069684-63A8-F42D-0951-BFD8EDCE1A3F}"/>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00" name="Straight Connector 499">
              <a:extLst>
                <a:ext uri="{FF2B5EF4-FFF2-40B4-BE49-F238E27FC236}">
                  <a16:creationId xmlns:a16="http://schemas.microsoft.com/office/drawing/2014/main" id="{4C3372AB-931D-B7E3-BD12-DF5DACC246EF}"/>
                </a:ext>
              </a:extLst>
            </p:cNvPr>
            <p:cNvCxnSpPr/>
            <p:nvPr/>
          </p:nvCxnSpPr>
          <p:spPr>
            <a:xfrm>
              <a:off x="5946835" y="26336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01" name="Straight Connector 500">
              <a:extLst>
                <a:ext uri="{FF2B5EF4-FFF2-40B4-BE49-F238E27FC236}">
                  <a16:creationId xmlns:a16="http://schemas.microsoft.com/office/drawing/2014/main" id="{AD376708-DDA3-EE5A-8A20-89560F22E66B}"/>
                </a:ext>
              </a:extLst>
            </p:cNvPr>
            <p:cNvCxnSpPr/>
            <p:nvPr/>
          </p:nvCxnSpPr>
          <p:spPr>
            <a:xfrm>
              <a:off x="5940926" y="29384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02" name="Straight Connector 501">
              <a:extLst>
                <a:ext uri="{FF2B5EF4-FFF2-40B4-BE49-F238E27FC236}">
                  <a16:creationId xmlns:a16="http://schemas.microsoft.com/office/drawing/2014/main" id="{61A807E0-B23C-EFCF-F0BE-A307C90AECBE}"/>
                </a:ext>
              </a:extLst>
            </p:cNvPr>
            <p:cNvCxnSpPr/>
            <p:nvPr/>
          </p:nvCxnSpPr>
          <p:spPr>
            <a:xfrm>
              <a:off x="5940926" y="32432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03" name="Group 502">
            <a:extLst>
              <a:ext uri="{FF2B5EF4-FFF2-40B4-BE49-F238E27FC236}">
                <a16:creationId xmlns:a16="http://schemas.microsoft.com/office/drawing/2014/main" id="{75968B3D-7E33-B343-DAA9-D31352D76F62}"/>
              </a:ext>
            </a:extLst>
          </p:cNvPr>
          <p:cNvGrpSpPr/>
          <p:nvPr/>
        </p:nvGrpSpPr>
        <p:grpSpPr>
          <a:xfrm>
            <a:off x="3816787" y="3983688"/>
            <a:ext cx="5909" cy="1043799"/>
            <a:chOff x="5940926" y="2323002"/>
            <a:chExt cx="5909" cy="1043799"/>
          </a:xfrm>
        </p:grpSpPr>
        <p:cxnSp>
          <p:nvCxnSpPr>
            <p:cNvPr id="504" name="Straight Connector 503">
              <a:extLst>
                <a:ext uri="{FF2B5EF4-FFF2-40B4-BE49-F238E27FC236}">
                  <a16:creationId xmlns:a16="http://schemas.microsoft.com/office/drawing/2014/main" id="{240608A5-9EA7-7361-689D-365F17544144}"/>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05" name="Straight Connector 504">
              <a:extLst>
                <a:ext uri="{FF2B5EF4-FFF2-40B4-BE49-F238E27FC236}">
                  <a16:creationId xmlns:a16="http://schemas.microsoft.com/office/drawing/2014/main" id="{32AB8C39-E366-66B2-4B0A-BB8421C06EF4}"/>
                </a:ext>
              </a:extLst>
            </p:cNvPr>
            <p:cNvCxnSpPr/>
            <p:nvPr/>
          </p:nvCxnSpPr>
          <p:spPr>
            <a:xfrm>
              <a:off x="5946835" y="26336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06" name="Straight Connector 505">
              <a:extLst>
                <a:ext uri="{FF2B5EF4-FFF2-40B4-BE49-F238E27FC236}">
                  <a16:creationId xmlns:a16="http://schemas.microsoft.com/office/drawing/2014/main" id="{53745849-B3A5-E5FF-1A2D-45844A0352F1}"/>
                </a:ext>
              </a:extLst>
            </p:cNvPr>
            <p:cNvCxnSpPr/>
            <p:nvPr/>
          </p:nvCxnSpPr>
          <p:spPr>
            <a:xfrm>
              <a:off x="5940926" y="29384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07" name="Straight Connector 506">
              <a:extLst>
                <a:ext uri="{FF2B5EF4-FFF2-40B4-BE49-F238E27FC236}">
                  <a16:creationId xmlns:a16="http://schemas.microsoft.com/office/drawing/2014/main" id="{BBA9FD8F-FCA1-BBE7-0855-392AA13D12EF}"/>
                </a:ext>
              </a:extLst>
            </p:cNvPr>
            <p:cNvCxnSpPr/>
            <p:nvPr/>
          </p:nvCxnSpPr>
          <p:spPr>
            <a:xfrm>
              <a:off x="5940926" y="32432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08" name="Group 507">
            <a:extLst>
              <a:ext uri="{FF2B5EF4-FFF2-40B4-BE49-F238E27FC236}">
                <a16:creationId xmlns:a16="http://schemas.microsoft.com/office/drawing/2014/main" id="{99196C6E-6433-E380-DDAB-7091F05DB527}"/>
              </a:ext>
            </a:extLst>
          </p:cNvPr>
          <p:cNvGrpSpPr/>
          <p:nvPr/>
        </p:nvGrpSpPr>
        <p:grpSpPr>
          <a:xfrm>
            <a:off x="3480813" y="4263963"/>
            <a:ext cx="5909" cy="1043799"/>
            <a:chOff x="5940926" y="2323002"/>
            <a:chExt cx="5909" cy="1043799"/>
          </a:xfrm>
        </p:grpSpPr>
        <p:cxnSp>
          <p:nvCxnSpPr>
            <p:cNvPr id="509" name="Straight Connector 508">
              <a:extLst>
                <a:ext uri="{FF2B5EF4-FFF2-40B4-BE49-F238E27FC236}">
                  <a16:creationId xmlns:a16="http://schemas.microsoft.com/office/drawing/2014/main" id="{EADC7F43-ECC7-BD70-61ED-6FF6F3E21A67}"/>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10" name="Straight Connector 509">
              <a:extLst>
                <a:ext uri="{FF2B5EF4-FFF2-40B4-BE49-F238E27FC236}">
                  <a16:creationId xmlns:a16="http://schemas.microsoft.com/office/drawing/2014/main" id="{B3E68026-A816-12DB-7B45-5A40A997893A}"/>
                </a:ext>
              </a:extLst>
            </p:cNvPr>
            <p:cNvCxnSpPr/>
            <p:nvPr/>
          </p:nvCxnSpPr>
          <p:spPr>
            <a:xfrm>
              <a:off x="5946835" y="26336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11" name="Straight Connector 510">
              <a:extLst>
                <a:ext uri="{FF2B5EF4-FFF2-40B4-BE49-F238E27FC236}">
                  <a16:creationId xmlns:a16="http://schemas.microsoft.com/office/drawing/2014/main" id="{720C44A1-93C1-5194-8258-1C263195F3AE}"/>
                </a:ext>
              </a:extLst>
            </p:cNvPr>
            <p:cNvCxnSpPr/>
            <p:nvPr/>
          </p:nvCxnSpPr>
          <p:spPr>
            <a:xfrm>
              <a:off x="5940926" y="29384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12" name="Straight Connector 511">
              <a:extLst>
                <a:ext uri="{FF2B5EF4-FFF2-40B4-BE49-F238E27FC236}">
                  <a16:creationId xmlns:a16="http://schemas.microsoft.com/office/drawing/2014/main" id="{1EDEC92D-0C67-22F9-D54A-5C04FB3D3935}"/>
                </a:ext>
              </a:extLst>
            </p:cNvPr>
            <p:cNvCxnSpPr/>
            <p:nvPr/>
          </p:nvCxnSpPr>
          <p:spPr>
            <a:xfrm>
              <a:off x="5940926" y="3243261"/>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182" name="Group 181">
            <a:extLst>
              <a:ext uri="{FF2B5EF4-FFF2-40B4-BE49-F238E27FC236}">
                <a16:creationId xmlns:a16="http://schemas.microsoft.com/office/drawing/2014/main" id="{9E536C06-63A1-FA0D-6A7F-4DE133570E21}"/>
              </a:ext>
            </a:extLst>
          </p:cNvPr>
          <p:cNvGrpSpPr/>
          <p:nvPr/>
        </p:nvGrpSpPr>
        <p:grpSpPr>
          <a:xfrm>
            <a:off x="724853" y="1989675"/>
            <a:ext cx="2551747" cy="3480343"/>
            <a:chOff x="5397437" y="1998819"/>
            <a:chExt cx="2551747" cy="3480343"/>
          </a:xfrm>
        </p:grpSpPr>
        <p:grpSp>
          <p:nvGrpSpPr>
            <p:cNvPr id="91" name="Group 90">
              <a:extLst>
                <a:ext uri="{FF2B5EF4-FFF2-40B4-BE49-F238E27FC236}">
                  <a16:creationId xmlns:a16="http://schemas.microsoft.com/office/drawing/2014/main" id="{0B055B8F-6955-518B-CAE2-F0AD297A078D}"/>
                </a:ext>
              </a:extLst>
            </p:cNvPr>
            <p:cNvGrpSpPr/>
            <p:nvPr/>
          </p:nvGrpSpPr>
          <p:grpSpPr>
            <a:xfrm>
              <a:off x="6741413" y="2892646"/>
              <a:ext cx="237745" cy="1393605"/>
              <a:chOff x="4162043" y="1532667"/>
              <a:chExt cx="237745" cy="1393605"/>
            </a:xfrm>
          </p:grpSpPr>
          <p:sp>
            <p:nvSpPr>
              <p:cNvPr id="92" name="Oval 91">
                <a:extLst>
                  <a:ext uri="{FF2B5EF4-FFF2-40B4-BE49-F238E27FC236}">
                    <a16:creationId xmlns:a16="http://schemas.microsoft.com/office/drawing/2014/main" id="{ED25D84E-2F24-EA45-361D-7EBD9A78B11E}"/>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3" name="Oval 92">
                <a:extLst>
                  <a:ext uri="{FF2B5EF4-FFF2-40B4-BE49-F238E27FC236}">
                    <a16:creationId xmlns:a16="http://schemas.microsoft.com/office/drawing/2014/main" id="{C5C8CD8E-0FA3-DE4A-93B2-C28A01057A7D}"/>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4" name="Oval 93">
                <a:extLst>
                  <a:ext uri="{FF2B5EF4-FFF2-40B4-BE49-F238E27FC236}">
                    <a16:creationId xmlns:a16="http://schemas.microsoft.com/office/drawing/2014/main" id="{1710ABA6-CA0E-78E9-54E4-250F4F77559A}"/>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5" name="Oval 94">
                <a:extLst>
                  <a:ext uri="{FF2B5EF4-FFF2-40B4-BE49-F238E27FC236}">
                    <a16:creationId xmlns:a16="http://schemas.microsoft.com/office/drawing/2014/main" id="{B22D0EB4-316D-75BA-57F6-2A0A2F418659}"/>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6" name="Oval 95">
                <a:extLst>
                  <a:ext uri="{FF2B5EF4-FFF2-40B4-BE49-F238E27FC236}">
                    <a16:creationId xmlns:a16="http://schemas.microsoft.com/office/drawing/2014/main" id="{E35DDB0F-3110-105F-EF09-A097E55674C7}"/>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10" name="Group 109">
              <a:extLst>
                <a:ext uri="{FF2B5EF4-FFF2-40B4-BE49-F238E27FC236}">
                  <a16:creationId xmlns:a16="http://schemas.microsoft.com/office/drawing/2014/main" id="{C1C3C20F-DFAE-FD49-5886-7CC183259E01}"/>
                </a:ext>
              </a:extLst>
            </p:cNvPr>
            <p:cNvGrpSpPr/>
            <p:nvPr/>
          </p:nvGrpSpPr>
          <p:grpSpPr>
            <a:xfrm>
              <a:off x="6400607" y="3192398"/>
              <a:ext cx="237745" cy="1393605"/>
              <a:chOff x="4162043" y="1532667"/>
              <a:chExt cx="237745" cy="1393605"/>
            </a:xfrm>
          </p:grpSpPr>
          <p:sp>
            <p:nvSpPr>
              <p:cNvPr id="111" name="Oval 110">
                <a:extLst>
                  <a:ext uri="{FF2B5EF4-FFF2-40B4-BE49-F238E27FC236}">
                    <a16:creationId xmlns:a16="http://schemas.microsoft.com/office/drawing/2014/main" id="{E43D98B5-1A75-017F-D928-4FB4393915CA}"/>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2" name="Oval 111">
                <a:extLst>
                  <a:ext uri="{FF2B5EF4-FFF2-40B4-BE49-F238E27FC236}">
                    <a16:creationId xmlns:a16="http://schemas.microsoft.com/office/drawing/2014/main" id="{0F20EDA5-3A5B-E996-B92A-79522E9C31F5}"/>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13" name="Oval 112">
                <a:extLst>
                  <a:ext uri="{FF2B5EF4-FFF2-40B4-BE49-F238E27FC236}">
                    <a16:creationId xmlns:a16="http://schemas.microsoft.com/office/drawing/2014/main" id="{9FBA344D-2923-E829-5E0D-91F6E3E35830}"/>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4" name="Oval 113">
                <a:extLst>
                  <a:ext uri="{FF2B5EF4-FFF2-40B4-BE49-F238E27FC236}">
                    <a16:creationId xmlns:a16="http://schemas.microsoft.com/office/drawing/2014/main" id="{E8D978FF-44B9-B1D5-7DBD-0221A62565AE}"/>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5" name="Oval 114">
                <a:extLst>
                  <a:ext uri="{FF2B5EF4-FFF2-40B4-BE49-F238E27FC236}">
                    <a16:creationId xmlns:a16="http://schemas.microsoft.com/office/drawing/2014/main" id="{F88EF59B-DA60-104F-CF33-480545131483}"/>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16" name="Group 115">
              <a:extLst>
                <a:ext uri="{FF2B5EF4-FFF2-40B4-BE49-F238E27FC236}">
                  <a16:creationId xmlns:a16="http://schemas.microsoft.com/office/drawing/2014/main" id="{F9F75328-3959-259F-A559-1CFDD387B78D}"/>
                </a:ext>
              </a:extLst>
            </p:cNvPr>
            <p:cNvGrpSpPr/>
            <p:nvPr/>
          </p:nvGrpSpPr>
          <p:grpSpPr>
            <a:xfrm>
              <a:off x="6069707" y="3500007"/>
              <a:ext cx="237745" cy="1393605"/>
              <a:chOff x="4162043" y="1532667"/>
              <a:chExt cx="237745" cy="1393605"/>
            </a:xfrm>
          </p:grpSpPr>
          <p:sp>
            <p:nvSpPr>
              <p:cNvPr id="117" name="Oval 116">
                <a:extLst>
                  <a:ext uri="{FF2B5EF4-FFF2-40B4-BE49-F238E27FC236}">
                    <a16:creationId xmlns:a16="http://schemas.microsoft.com/office/drawing/2014/main" id="{D1085B78-C1F2-F531-D46E-E264F7AF54C5}"/>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8" name="Oval 117">
                <a:extLst>
                  <a:ext uri="{FF2B5EF4-FFF2-40B4-BE49-F238E27FC236}">
                    <a16:creationId xmlns:a16="http://schemas.microsoft.com/office/drawing/2014/main" id="{62351D18-2B4E-2909-5169-EB3E627230A6}"/>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19" name="Oval 118">
                <a:extLst>
                  <a:ext uri="{FF2B5EF4-FFF2-40B4-BE49-F238E27FC236}">
                    <a16:creationId xmlns:a16="http://schemas.microsoft.com/office/drawing/2014/main" id="{09878C15-2E1A-9443-8C22-7A926BB74E80}"/>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0" name="Oval 119">
                <a:extLst>
                  <a:ext uri="{FF2B5EF4-FFF2-40B4-BE49-F238E27FC236}">
                    <a16:creationId xmlns:a16="http://schemas.microsoft.com/office/drawing/2014/main" id="{B013A49D-2858-4AFB-66E5-A6E9AEA2ABE5}"/>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1" name="Oval 120">
                <a:extLst>
                  <a:ext uri="{FF2B5EF4-FFF2-40B4-BE49-F238E27FC236}">
                    <a16:creationId xmlns:a16="http://schemas.microsoft.com/office/drawing/2014/main" id="{15368A6A-87AE-A936-62DA-601D2EFEE27A}"/>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28" name="Group 127">
              <a:extLst>
                <a:ext uri="{FF2B5EF4-FFF2-40B4-BE49-F238E27FC236}">
                  <a16:creationId xmlns:a16="http://schemas.microsoft.com/office/drawing/2014/main" id="{0AD78DB9-E5A0-4871-4614-2F56326B41CF}"/>
                </a:ext>
              </a:extLst>
            </p:cNvPr>
            <p:cNvGrpSpPr/>
            <p:nvPr/>
          </p:nvGrpSpPr>
          <p:grpSpPr>
            <a:xfrm>
              <a:off x="5728901" y="3799759"/>
              <a:ext cx="237745" cy="1393605"/>
              <a:chOff x="4162043" y="1532667"/>
              <a:chExt cx="237745" cy="1393605"/>
            </a:xfrm>
          </p:grpSpPr>
          <p:sp>
            <p:nvSpPr>
              <p:cNvPr id="129" name="Oval 128">
                <a:extLst>
                  <a:ext uri="{FF2B5EF4-FFF2-40B4-BE49-F238E27FC236}">
                    <a16:creationId xmlns:a16="http://schemas.microsoft.com/office/drawing/2014/main" id="{43631B35-6834-92C4-84DB-6E7B974CCCE7}"/>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0" name="Oval 129">
                <a:extLst>
                  <a:ext uri="{FF2B5EF4-FFF2-40B4-BE49-F238E27FC236}">
                    <a16:creationId xmlns:a16="http://schemas.microsoft.com/office/drawing/2014/main" id="{2B937053-7EB6-C7DD-BF54-15FA0E873EB3}"/>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1" name="Oval 130">
                <a:extLst>
                  <a:ext uri="{FF2B5EF4-FFF2-40B4-BE49-F238E27FC236}">
                    <a16:creationId xmlns:a16="http://schemas.microsoft.com/office/drawing/2014/main" id="{2AEA3C8A-34DC-2D40-CCDD-8EDEABBBEF33}"/>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2" name="Oval 131">
                <a:extLst>
                  <a:ext uri="{FF2B5EF4-FFF2-40B4-BE49-F238E27FC236}">
                    <a16:creationId xmlns:a16="http://schemas.microsoft.com/office/drawing/2014/main" id="{DF47E8D8-7417-CFE7-1DDA-45CF1BD327E9}"/>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3" name="Oval 132">
                <a:extLst>
                  <a:ext uri="{FF2B5EF4-FFF2-40B4-BE49-F238E27FC236}">
                    <a16:creationId xmlns:a16="http://schemas.microsoft.com/office/drawing/2014/main" id="{1E763F80-CCBE-B942-DF6D-F16480183DC2}"/>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34" name="Group 133">
              <a:extLst>
                <a:ext uri="{FF2B5EF4-FFF2-40B4-BE49-F238E27FC236}">
                  <a16:creationId xmlns:a16="http://schemas.microsoft.com/office/drawing/2014/main" id="{3DC4C3BB-A39D-DD10-4A6E-0A764B1CB77C}"/>
                </a:ext>
              </a:extLst>
            </p:cNvPr>
            <p:cNvGrpSpPr/>
            <p:nvPr/>
          </p:nvGrpSpPr>
          <p:grpSpPr>
            <a:xfrm>
              <a:off x="5397437" y="4085557"/>
              <a:ext cx="237745" cy="1393605"/>
              <a:chOff x="4162043" y="1532667"/>
              <a:chExt cx="237745" cy="1393605"/>
            </a:xfrm>
          </p:grpSpPr>
          <p:sp>
            <p:nvSpPr>
              <p:cNvPr id="135" name="Oval 134">
                <a:extLst>
                  <a:ext uri="{FF2B5EF4-FFF2-40B4-BE49-F238E27FC236}">
                    <a16:creationId xmlns:a16="http://schemas.microsoft.com/office/drawing/2014/main" id="{DEEAFE87-E27E-801F-A8EE-704DBA35EBEE}"/>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6" name="Oval 135">
                <a:extLst>
                  <a:ext uri="{FF2B5EF4-FFF2-40B4-BE49-F238E27FC236}">
                    <a16:creationId xmlns:a16="http://schemas.microsoft.com/office/drawing/2014/main" id="{855E828B-7101-F9FA-94A7-3CE46DE65383}"/>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7" name="Oval 136">
                <a:extLst>
                  <a:ext uri="{FF2B5EF4-FFF2-40B4-BE49-F238E27FC236}">
                    <a16:creationId xmlns:a16="http://schemas.microsoft.com/office/drawing/2014/main" id="{88580D09-8F4E-B395-3E57-D05BBF6A6F6F}"/>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8" name="Oval 137">
                <a:extLst>
                  <a:ext uri="{FF2B5EF4-FFF2-40B4-BE49-F238E27FC236}">
                    <a16:creationId xmlns:a16="http://schemas.microsoft.com/office/drawing/2014/main" id="{4C17A9B7-2FB3-F3E7-F006-DF716FBF51F1}"/>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9" name="Oval 138">
                <a:extLst>
                  <a:ext uri="{FF2B5EF4-FFF2-40B4-BE49-F238E27FC236}">
                    <a16:creationId xmlns:a16="http://schemas.microsoft.com/office/drawing/2014/main" id="{F07A2ABE-9663-EE84-EEE7-CE40F5B2CC86}"/>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46" name="Group 145">
              <a:extLst>
                <a:ext uri="{FF2B5EF4-FFF2-40B4-BE49-F238E27FC236}">
                  <a16:creationId xmlns:a16="http://schemas.microsoft.com/office/drawing/2014/main" id="{79E91DD0-3A17-F7FC-A021-D55584C6B80D}"/>
                </a:ext>
              </a:extLst>
            </p:cNvPr>
            <p:cNvGrpSpPr/>
            <p:nvPr/>
          </p:nvGrpSpPr>
          <p:grpSpPr>
            <a:xfrm>
              <a:off x="7077455" y="2592418"/>
              <a:ext cx="237745" cy="1393605"/>
              <a:chOff x="4162043" y="1532667"/>
              <a:chExt cx="237745" cy="1393605"/>
            </a:xfrm>
          </p:grpSpPr>
          <p:sp>
            <p:nvSpPr>
              <p:cNvPr id="147" name="Oval 146">
                <a:extLst>
                  <a:ext uri="{FF2B5EF4-FFF2-40B4-BE49-F238E27FC236}">
                    <a16:creationId xmlns:a16="http://schemas.microsoft.com/office/drawing/2014/main" id="{CC8796F6-09F3-BC85-7714-96A48868BAC6}"/>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8" name="Oval 147">
                <a:extLst>
                  <a:ext uri="{FF2B5EF4-FFF2-40B4-BE49-F238E27FC236}">
                    <a16:creationId xmlns:a16="http://schemas.microsoft.com/office/drawing/2014/main" id="{A54885BC-2D94-A758-FA75-0BA7C4B8530D}"/>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49" name="Oval 148">
                <a:extLst>
                  <a:ext uri="{FF2B5EF4-FFF2-40B4-BE49-F238E27FC236}">
                    <a16:creationId xmlns:a16="http://schemas.microsoft.com/office/drawing/2014/main" id="{F71923C5-D4D9-487A-D52B-8CBAEF4D9035}"/>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0" name="Oval 149">
                <a:extLst>
                  <a:ext uri="{FF2B5EF4-FFF2-40B4-BE49-F238E27FC236}">
                    <a16:creationId xmlns:a16="http://schemas.microsoft.com/office/drawing/2014/main" id="{DAF7AC04-193C-1301-F6E2-1A33AAD5E87B}"/>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1" name="Oval 150">
                <a:extLst>
                  <a:ext uri="{FF2B5EF4-FFF2-40B4-BE49-F238E27FC236}">
                    <a16:creationId xmlns:a16="http://schemas.microsoft.com/office/drawing/2014/main" id="{E6280819-70D8-4105-1E33-A75853E5E4CE}"/>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0" name="Group 169">
              <a:extLst>
                <a:ext uri="{FF2B5EF4-FFF2-40B4-BE49-F238E27FC236}">
                  <a16:creationId xmlns:a16="http://schemas.microsoft.com/office/drawing/2014/main" id="{A01BDC4F-56C5-86B2-D19A-8C0DD7B52E52}"/>
                </a:ext>
              </a:extLst>
            </p:cNvPr>
            <p:cNvGrpSpPr/>
            <p:nvPr/>
          </p:nvGrpSpPr>
          <p:grpSpPr>
            <a:xfrm>
              <a:off x="7394447" y="2300953"/>
              <a:ext cx="237745" cy="1393605"/>
              <a:chOff x="4162043" y="1532667"/>
              <a:chExt cx="237745" cy="1393605"/>
            </a:xfrm>
          </p:grpSpPr>
          <p:sp>
            <p:nvSpPr>
              <p:cNvPr id="171" name="Oval 170">
                <a:extLst>
                  <a:ext uri="{FF2B5EF4-FFF2-40B4-BE49-F238E27FC236}">
                    <a16:creationId xmlns:a16="http://schemas.microsoft.com/office/drawing/2014/main" id="{A513017D-CB48-DE9F-EA44-7553C6399E25}"/>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2" name="Oval 171">
                <a:extLst>
                  <a:ext uri="{FF2B5EF4-FFF2-40B4-BE49-F238E27FC236}">
                    <a16:creationId xmlns:a16="http://schemas.microsoft.com/office/drawing/2014/main" id="{8806DD4E-75F8-F112-90CE-2D84027251C2}"/>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73" name="Oval 172">
                <a:extLst>
                  <a:ext uri="{FF2B5EF4-FFF2-40B4-BE49-F238E27FC236}">
                    <a16:creationId xmlns:a16="http://schemas.microsoft.com/office/drawing/2014/main" id="{A22EF269-23AE-A081-DD94-814F1C2F23EA}"/>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4" name="Oval 173">
                <a:extLst>
                  <a:ext uri="{FF2B5EF4-FFF2-40B4-BE49-F238E27FC236}">
                    <a16:creationId xmlns:a16="http://schemas.microsoft.com/office/drawing/2014/main" id="{666750C6-BE3C-639B-B9D6-140FF4C16212}"/>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5" name="Oval 174">
                <a:extLst>
                  <a:ext uri="{FF2B5EF4-FFF2-40B4-BE49-F238E27FC236}">
                    <a16:creationId xmlns:a16="http://schemas.microsoft.com/office/drawing/2014/main" id="{4C61C47D-BCD6-C74E-3C58-133123AB23EB}"/>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6" name="Group 175">
              <a:extLst>
                <a:ext uri="{FF2B5EF4-FFF2-40B4-BE49-F238E27FC236}">
                  <a16:creationId xmlns:a16="http://schemas.microsoft.com/office/drawing/2014/main" id="{9938D194-740D-94C3-3810-910D8B3D22A9}"/>
                </a:ext>
              </a:extLst>
            </p:cNvPr>
            <p:cNvGrpSpPr/>
            <p:nvPr/>
          </p:nvGrpSpPr>
          <p:grpSpPr>
            <a:xfrm>
              <a:off x="7711439" y="1998819"/>
              <a:ext cx="237745" cy="1393605"/>
              <a:chOff x="4162043" y="1532667"/>
              <a:chExt cx="237745" cy="1393605"/>
            </a:xfrm>
          </p:grpSpPr>
          <p:sp>
            <p:nvSpPr>
              <p:cNvPr id="177" name="Oval 176">
                <a:extLst>
                  <a:ext uri="{FF2B5EF4-FFF2-40B4-BE49-F238E27FC236}">
                    <a16:creationId xmlns:a16="http://schemas.microsoft.com/office/drawing/2014/main" id="{C81DF0BE-C741-59F8-3F2B-9EEE39A5017E}"/>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8" name="Oval 177">
                <a:extLst>
                  <a:ext uri="{FF2B5EF4-FFF2-40B4-BE49-F238E27FC236}">
                    <a16:creationId xmlns:a16="http://schemas.microsoft.com/office/drawing/2014/main" id="{86816368-B814-F906-C6D5-C8696E99F96D}"/>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79" name="Oval 178">
                <a:extLst>
                  <a:ext uri="{FF2B5EF4-FFF2-40B4-BE49-F238E27FC236}">
                    <a16:creationId xmlns:a16="http://schemas.microsoft.com/office/drawing/2014/main" id="{E5E0BDE9-47AD-E64D-F9A8-5B834B560A62}"/>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0" name="Oval 179">
                <a:extLst>
                  <a:ext uri="{FF2B5EF4-FFF2-40B4-BE49-F238E27FC236}">
                    <a16:creationId xmlns:a16="http://schemas.microsoft.com/office/drawing/2014/main" id="{F0FE0CFC-151C-1E5B-02DC-5874187D4C49}"/>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1" name="Oval 180">
                <a:extLst>
                  <a:ext uri="{FF2B5EF4-FFF2-40B4-BE49-F238E27FC236}">
                    <a16:creationId xmlns:a16="http://schemas.microsoft.com/office/drawing/2014/main" id="{D3CBADE5-F385-76A5-343B-6DF1D1C93034}"/>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183" name="Group 182">
            <a:extLst>
              <a:ext uri="{FF2B5EF4-FFF2-40B4-BE49-F238E27FC236}">
                <a16:creationId xmlns:a16="http://schemas.microsoft.com/office/drawing/2014/main" id="{628AB02B-260C-9915-119E-0F0E8FC7432A}"/>
              </a:ext>
            </a:extLst>
          </p:cNvPr>
          <p:cNvGrpSpPr/>
          <p:nvPr/>
        </p:nvGrpSpPr>
        <p:grpSpPr>
          <a:xfrm>
            <a:off x="3366133" y="1994199"/>
            <a:ext cx="2551747" cy="3480343"/>
            <a:chOff x="5397437" y="1998819"/>
            <a:chExt cx="2551747" cy="3480343"/>
          </a:xfrm>
        </p:grpSpPr>
        <p:grpSp>
          <p:nvGrpSpPr>
            <p:cNvPr id="184" name="Group 183">
              <a:extLst>
                <a:ext uri="{FF2B5EF4-FFF2-40B4-BE49-F238E27FC236}">
                  <a16:creationId xmlns:a16="http://schemas.microsoft.com/office/drawing/2014/main" id="{683F7A5D-D748-AA8F-C67F-B335A82F9C93}"/>
                </a:ext>
              </a:extLst>
            </p:cNvPr>
            <p:cNvGrpSpPr/>
            <p:nvPr/>
          </p:nvGrpSpPr>
          <p:grpSpPr>
            <a:xfrm>
              <a:off x="6741413" y="2892646"/>
              <a:ext cx="237745" cy="1393605"/>
              <a:chOff x="4162043" y="1532667"/>
              <a:chExt cx="237745" cy="1393605"/>
            </a:xfrm>
          </p:grpSpPr>
          <p:sp>
            <p:nvSpPr>
              <p:cNvPr id="227" name="Oval 226">
                <a:extLst>
                  <a:ext uri="{FF2B5EF4-FFF2-40B4-BE49-F238E27FC236}">
                    <a16:creationId xmlns:a16="http://schemas.microsoft.com/office/drawing/2014/main" id="{A9C4F893-77A3-FD4D-B918-362426C031EC}"/>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8" name="Oval 227">
                <a:extLst>
                  <a:ext uri="{FF2B5EF4-FFF2-40B4-BE49-F238E27FC236}">
                    <a16:creationId xmlns:a16="http://schemas.microsoft.com/office/drawing/2014/main" id="{C222B252-5DFE-9066-1B25-B658D8A27F5D}"/>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29" name="Oval 228">
                <a:extLst>
                  <a:ext uri="{FF2B5EF4-FFF2-40B4-BE49-F238E27FC236}">
                    <a16:creationId xmlns:a16="http://schemas.microsoft.com/office/drawing/2014/main" id="{9E46A290-B892-22F9-B039-A5110EC960CD}"/>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0" name="Oval 229">
                <a:extLst>
                  <a:ext uri="{FF2B5EF4-FFF2-40B4-BE49-F238E27FC236}">
                    <a16:creationId xmlns:a16="http://schemas.microsoft.com/office/drawing/2014/main" id="{76F5AED7-7BB7-EA61-7EAA-EBE60B539ABF}"/>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1" name="Oval 230">
                <a:extLst>
                  <a:ext uri="{FF2B5EF4-FFF2-40B4-BE49-F238E27FC236}">
                    <a16:creationId xmlns:a16="http://schemas.microsoft.com/office/drawing/2014/main" id="{9C4AE024-47B7-597C-5EE6-30285D46721E}"/>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85" name="Group 184">
              <a:extLst>
                <a:ext uri="{FF2B5EF4-FFF2-40B4-BE49-F238E27FC236}">
                  <a16:creationId xmlns:a16="http://schemas.microsoft.com/office/drawing/2014/main" id="{7A668016-418B-A43F-C96C-9D90385E85C6}"/>
                </a:ext>
              </a:extLst>
            </p:cNvPr>
            <p:cNvGrpSpPr/>
            <p:nvPr/>
          </p:nvGrpSpPr>
          <p:grpSpPr>
            <a:xfrm>
              <a:off x="6400607" y="3192398"/>
              <a:ext cx="237745" cy="1393605"/>
              <a:chOff x="4162043" y="1532667"/>
              <a:chExt cx="237745" cy="1393605"/>
            </a:xfrm>
          </p:grpSpPr>
          <p:sp>
            <p:nvSpPr>
              <p:cNvPr id="222" name="Oval 221">
                <a:extLst>
                  <a:ext uri="{FF2B5EF4-FFF2-40B4-BE49-F238E27FC236}">
                    <a16:creationId xmlns:a16="http://schemas.microsoft.com/office/drawing/2014/main" id="{CF81662F-66DE-2ED0-D306-B51030A7476E}"/>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3" name="Oval 222">
                <a:extLst>
                  <a:ext uri="{FF2B5EF4-FFF2-40B4-BE49-F238E27FC236}">
                    <a16:creationId xmlns:a16="http://schemas.microsoft.com/office/drawing/2014/main" id="{E23BB4E1-435A-5094-0581-CF2BE16D8009}"/>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24" name="Oval 223">
                <a:extLst>
                  <a:ext uri="{FF2B5EF4-FFF2-40B4-BE49-F238E27FC236}">
                    <a16:creationId xmlns:a16="http://schemas.microsoft.com/office/drawing/2014/main" id="{71B4089A-F08E-963F-FC85-388C46DB7D0E}"/>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5" name="Oval 224">
                <a:extLst>
                  <a:ext uri="{FF2B5EF4-FFF2-40B4-BE49-F238E27FC236}">
                    <a16:creationId xmlns:a16="http://schemas.microsoft.com/office/drawing/2014/main" id="{5F165B8B-C4F9-C77E-C9E2-17539D91A357}"/>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6" name="Oval 225">
                <a:extLst>
                  <a:ext uri="{FF2B5EF4-FFF2-40B4-BE49-F238E27FC236}">
                    <a16:creationId xmlns:a16="http://schemas.microsoft.com/office/drawing/2014/main" id="{87F28B7F-6B6E-CD40-DD3A-31CE75FB248F}"/>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86" name="Group 185">
              <a:extLst>
                <a:ext uri="{FF2B5EF4-FFF2-40B4-BE49-F238E27FC236}">
                  <a16:creationId xmlns:a16="http://schemas.microsoft.com/office/drawing/2014/main" id="{48ABE19C-8D7E-F761-3525-D3DEF466CB7D}"/>
                </a:ext>
              </a:extLst>
            </p:cNvPr>
            <p:cNvGrpSpPr/>
            <p:nvPr/>
          </p:nvGrpSpPr>
          <p:grpSpPr>
            <a:xfrm>
              <a:off x="6069707" y="3500007"/>
              <a:ext cx="237745" cy="1393605"/>
              <a:chOff x="4162043" y="1532667"/>
              <a:chExt cx="237745" cy="1393605"/>
            </a:xfrm>
          </p:grpSpPr>
          <p:sp>
            <p:nvSpPr>
              <p:cNvPr id="217" name="Oval 216">
                <a:extLst>
                  <a:ext uri="{FF2B5EF4-FFF2-40B4-BE49-F238E27FC236}">
                    <a16:creationId xmlns:a16="http://schemas.microsoft.com/office/drawing/2014/main" id="{662330BE-B9C0-9FC7-9F7C-D6ABEEB0042E}"/>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8" name="Oval 217">
                <a:extLst>
                  <a:ext uri="{FF2B5EF4-FFF2-40B4-BE49-F238E27FC236}">
                    <a16:creationId xmlns:a16="http://schemas.microsoft.com/office/drawing/2014/main" id="{4B1E5BB8-FEE3-5E4B-554A-A6681DDF04F6}"/>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9" name="Oval 218">
                <a:extLst>
                  <a:ext uri="{FF2B5EF4-FFF2-40B4-BE49-F238E27FC236}">
                    <a16:creationId xmlns:a16="http://schemas.microsoft.com/office/drawing/2014/main" id="{CAAA138F-BDF3-0303-20BE-7242E8BAB31A}"/>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0" name="Oval 219">
                <a:extLst>
                  <a:ext uri="{FF2B5EF4-FFF2-40B4-BE49-F238E27FC236}">
                    <a16:creationId xmlns:a16="http://schemas.microsoft.com/office/drawing/2014/main" id="{3D3AF898-D8E4-2D3F-0105-A9E8FC34C2B3}"/>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1" name="Oval 220">
                <a:extLst>
                  <a:ext uri="{FF2B5EF4-FFF2-40B4-BE49-F238E27FC236}">
                    <a16:creationId xmlns:a16="http://schemas.microsoft.com/office/drawing/2014/main" id="{31DA3303-480B-90E1-F903-F2D1CA6E7CC5}"/>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87" name="Group 186">
              <a:extLst>
                <a:ext uri="{FF2B5EF4-FFF2-40B4-BE49-F238E27FC236}">
                  <a16:creationId xmlns:a16="http://schemas.microsoft.com/office/drawing/2014/main" id="{0E9758E8-E1DD-BB52-0759-012431E473FB}"/>
                </a:ext>
              </a:extLst>
            </p:cNvPr>
            <p:cNvGrpSpPr/>
            <p:nvPr/>
          </p:nvGrpSpPr>
          <p:grpSpPr>
            <a:xfrm>
              <a:off x="5728901" y="3799759"/>
              <a:ext cx="237745" cy="1393605"/>
              <a:chOff x="4162043" y="1532667"/>
              <a:chExt cx="237745" cy="1393605"/>
            </a:xfrm>
          </p:grpSpPr>
          <p:sp>
            <p:nvSpPr>
              <p:cNvPr id="212" name="Oval 211">
                <a:extLst>
                  <a:ext uri="{FF2B5EF4-FFF2-40B4-BE49-F238E27FC236}">
                    <a16:creationId xmlns:a16="http://schemas.microsoft.com/office/drawing/2014/main" id="{C5E2B28A-6939-6753-6469-798D40478425}"/>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3" name="Oval 212">
                <a:extLst>
                  <a:ext uri="{FF2B5EF4-FFF2-40B4-BE49-F238E27FC236}">
                    <a16:creationId xmlns:a16="http://schemas.microsoft.com/office/drawing/2014/main" id="{C499E833-9DC6-511B-796D-0D9D2E95741F}"/>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4" name="Oval 213">
                <a:extLst>
                  <a:ext uri="{FF2B5EF4-FFF2-40B4-BE49-F238E27FC236}">
                    <a16:creationId xmlns:a16="http://schemas.microsoft.com/office/drawing/2014/main" id="{90E35408-3A48-0304-FBE9-F305E1B28510}"/>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5" name="Oval 214">
                <a:extLst>
                  <a:ext uri="{FF2B5EF4-FFF2-40B4-BE49-F238E27FC236}">
                    <a16:creationId xmlns:a16="http://schemas.microsoft.com/office/drawing/2014/main" id="{20285FCE-156F-E768-C4C0-0FD3DC61FAA3}"/>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6" name="Oval 215">
                <a:extLst>
                  <a:ext uri="{FF2B5EF4-FFF2-40B4-BE49-F238E27FC236}">
                    <a16:creationId xmlns:a16="http://schemas.microsoft.com/office/drawing/2014/main" id="{29FFCA71-FEAD-C653-1B66-5BB41CD6E324}"/>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88" name="Group 187">
              <a:extLst>
                <a:ext uri="{FF2B5EF4-FFF2-40B4-BE49-F238E27FC236}">
                  <a16:creationId xmlns:a16="http://schemas.microsoft.com/office/drawing/2014/main" id="{6A36FCB3-5889-4856-AF54-7910D5601FB4}"/>
                </a:ext>
              </a:extLst>
            </p:cNvPr>
            <p:cNvGrpSpPr/>
            <p:nvPr/>
          </p:nvGrpSpPr>
          <p:grpSpPr>
            <a:xfrm>
              <a:off x="5397437" y="4085557"/>
              <a:ext cx="237745" cy="1393605"/>
              <a:chOff x="4162043" y="1532667"/>
              <a:chExt cx="237745" cy="1393605"/>
            </a:xfrm>
          </p:grpSpPr>
          <p:sp>
            <p:nvSpPr>
              <p:cNvPr id="207" name="Oval 206">
                <a:extLst>
                  <a:ext uri="{FF2B5EF4-FFF2-40B4-BE49-F238E27FC236}">
                    <a16:creationId xmlns:a16="http://schemas.microsoft.com/office/drawing/2014/main" id="{1242A2B8-FC41-7DA9-89EB-27C838900811}"/>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8" name="Oval 207">
                <a:extLst>
                  <a:ext uri="{FF2B5EF4-FFF2-40B4-BE49-F238E27FC236}">
                    <a16:creationId xmlns:a16="http://schemas.microsoft.com/office/drawing/2014/main" id="{46A46718-9549-A30F-D49A-C1651F6E7774}"/>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09" name="Oval 208">
                <a:extLst>
                  <a:ext uri="{FF2B5EF4-FFF2-40B4-BE49-F238E27FC236}">
                    <a16:creationId xmlns:a16="http://schemas.microsoft.com/office/drawing/2014/main" id="{99C7D049-9C33-F8C3-2755-DE1A813F2E1D}"/>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0" name="Oval 209">
                <a:extLst>
                  <a:ext uri="{FF2B5EF4-FFF2-40B4-BE49-F238E27FC236}">
                    <a16:creationId xmlns:a16="http://schemas.microsoft.com/office/drawing/2014/main" id="{7BBC9BA1-ACB1-4A9C-BFE3-6EFDE45D01F0}"/>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1" name="Oval 210">
                <a:extLst>
                  <a:ext uri="{FF2B5EF4-FFF2-40B4-BE49-F238E27FC236}">
                    <a16:creationId xmlns:a16="http://schemas.microsoft.com/office/drawing/2014/main" id="{703466B5-A9AD-8260-CCF6-E711F07B84F2}"/>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89" name="Group 188">
              <a:extLst>
                <a:ext uri="{FF2B5EF4-FFF2-40B4-BE49-F238E27FC236}">
                  <a16:creationId xmlns:a16="http://schemas.microsoft.com/office/drawing/2014/main" id="{BC3A8E2D-1262-C8B0-D112-EECEAD9491C4}"/>
                </a:ext>
              </a:extLst>
            </p:cNvPr>
            <p:cNvGrpSpPr/>
            <p:nvPr/>
          </p:nvGrpSpPr>
          <p:grpSpPr>
            <a:xfrm>
              <a:off x="7077455" y="2592418"/>
              <a:ext cx="237745" cy="1393605"/>
              <a:chOff x="4162043" y="1532667"/>
              <a:chExt cx="237745" cy="1393605"/>
            </a:xfrm>
          </p:grpSpPr>
          <p:sp>
            <p:nvSpPr>
              <p:cNvPr id="202" name="Oval 201">
                <a:extLst>
                  <a:ext uri="{FF2B5EF4-FFF2-40B4-BE49-F238E27FC236}">
                    <a16:creationId xmlns:a16="http://schemas.microsoft.com/office/drawing/2014/main" id="{320068BD-AA08-B0B6-7B98-3B69112CC319}"/>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3" name="Oval 202">
                <a:extLst>
                  <a:ext uri="{FF2B5EF4-FFF2-40B4-BE49-F238E27FC236}">
                    <a16:creationId xmlns:a16="http://schemas.microsoft.com/office/drawing/2014/main" id="{445857A9-6112-6E61-8FD2-C006A14D2311}"/>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04" name="Oval 203">
                <a:extLst>
                  <a:ext uri="{FF2B5EF4-FFF2-40B4-BE49-F238E27FC236}">
                    <a16:creationId xmlns:a16="http://schemas.microsoft.com/office/drawing/2014/main" id="{E5ADD94B-2265-8311-1C7D-055ACBE74D32}"/>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5" name="Oval 204">
                <a:extLst>
                  <a:ext uri="{FF2B5EF4-FFF2-40B4-BE49-F238E27FC236}">
                    <a16:creationId xmlns:a16="http://schemas.microsoft.com/office/drawing/2014/main" id="{CF3785FE-DDF0-8D5B-501D-2ECA043A9EF8}"/>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6" name="Oval 205">
                <a:extLst>
                  <a:ext uri="{FF2B5EF4-FFF2-40B4-BE49-F238E27FC236}">
                    <a16:creationId xmlns:a16="http://schemas.microsoft.com/office/drawing/2014/main" id="{F64583D7-11A5-8A9C-596C-64759478D282}"/>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90" name="Group 189">
              <a:extLst>
                <a:ext uri="{FF2B5EF4-FFF2-40B4-BE49-F238E27FC236}">
                  <a16:creationId xmlns:a16="http://schemas.microsoft.com/office/drawing/2014/main" id="{E317C1AC-D8A3-0B73-432D-6F8A296527C0}"/>
                </a:ext>
              </a:extLst>
            </p:cNvPr>
            <p:cNvGrpSpPr/>
            <p:nvPr/>
          </p:nvGrpSpPr>
          <p:grpSpPr>
            <a:xfrm>
              <a:off x="7394447" y="2300953"/>
              <a:ext cx="237745" cy="1393605"/>
              <a:chOff x="4162043" y="1532667"/>
              <a:chExt cx="237745" cy="1393605"/>
            </a:xfrm>
          </p:grpSpPr>
          <p:sp>
            <p:nvSpPr>
              <p:cNvPr id="197" name="Oval 196">
                <a:extLst>
                  <a:ext uri="{FF2B5EF4-FFF2-40B4-BE49-F238E27FC236}">
                    <a16:creationId xmlns:a16="http://schemas.microsoft.com/office/drawing/2014/main" id="{3F61619C-3B8B-4387-BBD7-F1E8A4836ED0}"/>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8" name="Oval 197">
                <a:extLst>
                  <a:ext uri="{FF2B5EF4-FFF2-40B4-BE49-F238E27FC236}">
                    <a16:creationId xmlns:a16="http://schemas.microsoft.com/office/drawing/2014/main" id="{C37FAB0A-5533-CAF0-71E6-03286CC79B33}"/>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99" name="Oval 198">
                <a:extLst>
                  <a:ext uri="{FF2B5EF4-FFF2-40B4-BE49-F238E27FC236}">
                    <a16:creationId xmlns:a16="http://schemas.microsoft.com/office/drawing/2014/main" id="{8C26E35E-15DA-7221-32FB-53A4256B274F}"/>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00" name="Oval 199">
                <a:extLst>
                  <a:ext uri="{FF2B5EF4-FFF2-40B4-BE49-F238E27FC236}">
                    <a16:creationId xmlns:a16="http://schemas.microsoft.com/office/drawing/2014/main" id="{A061D9F6-B210-1D3D-A11B-AA7992404A16}"/>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1" name="Oval 200">
                <a:extLst>
                  <a:ext uri="{FF2B5EF4-FFF2-40B4-BE49-F238E27FC236}">
                    <a16:creationId xmlns:a16="http://schemas.microsoft.com/office/drawing/2014/main" id="{3534813E-DB62-2BC9-C74A-DB0EBE6F4D5E}"/>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91" name="Group 190">
              <a:extLst>
                <a:ext uri="{FF2B5EF4-FFF2-40B4-BE49-F238E27FC236}">
                  <a16:creationId xmlns:a16="http://schemas.microsoft.com/office/drawing/2014/main" id="{4EB02948-D2F0-7532-12F4-90B513DC4CAC}"/>
                </a:ext>
              </a:extLst>
            </p:cNvPr>
            <p:cNvGrpSpPr/>
            <p:nvPr/>
          </p:nvGrpSpPr>
          <p:grpSpPr>
            <a:xfrm>
              <a:off x="7711439" y="1998819"/>
              <a:ext cx="237745" cy="1393605"/>
              <a:chOff x="4162043" y="1532667"/>
              <a:chExt cx="237745" cy="1393605"/>
            </a:xfrm>
          </p:grpSpPr>
          <p:sp>
            <p:nvSpPr>
              <p:cNvPr id="192" name="Oval 191">
                <a:extLst>
                  <a:ext uri="{FF2B5EF4-FFF2-40B4-BE49-F238E27FC236}">
                    <a16:creationId xmlns:a16="http://schemas.microsoft.com/office/drawing/2014/main" id="{B6B38B29-D8C5-F8C6-39D8-BBB4DB64F059}"/>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3" name="Oval 192">
                <a:extLst>
                  <a:ext uri="{FF2B5EF4-FFF2-40B4-BE49-F238E27FC236}">
                    <a16:creationId xmlns:a16="http://schemas.microsoft.com/office/drawing/2014/main" id="{6BD2A631-2441-6722-2770-18D1A3F3011A}"/>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94" name="Oval 193">
                <a:extLst>
                  <a:ext uri="{FF2B5EF4-FFF2-40B4-BE49-F238E27FC236}">
                    <a16:creationId xmlns:a16="http://schemas.microsoft.com/office/drawing/2014/main" id="{A863D17D-A78F-5863-A86A-705DCC0E571D}"/>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95" name="Oval 194">
                <a:extLst>
                  <a:ext uri="{FF2B5EF4-FFF2-40B4-BE49-F238E27FC236}">
                    <a16:creationId xmlns:a16="http://schemas.microsoft.com/office/drawing/2014/main" id="{BFB46B24-EBA8-4477-DF3C-E626BD3AD716}"/>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96" name="Oval 195">
                <a:extLst>
                  <a:ext uri="{FF2B5EF4-FFF2-40B4-BE49-F238E27FC236}">
                    <a16:creationId xmlns:a16="http://schemas.microsoft.com/office/drawing/2014/main" id="{33DE4758-885D-CB3D-6184-599081D815DF}"/>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282" name="Group 281">
            <a:extLst>
              <a:ext uri="{FF2B5EF4-FFF2-40B4-BE49-F238E27FC236}">
                <a16:creationId xmlns:a16="http://schemas.microsoft.com/office/drawing/2014/main" id="{A7A6A615-8E37-F4F6-670C-616F97CB8A05}"/>
              </a:ext>
            </a:extLst>
          </p:cNvPr>
          <p:cNvGrpSpPr/>
          <p:nvPr/>
        </p:nvGrpSpPr>
        <p:grpSpPr>
          <a:xfrm>
            <a:off x="5988749" y="2014059"/>
            <a:ext cx="2551747" cy="3480343"/>
            <a:chOff x="5397437" y="1998819"/>
            <a:chExt cx="2551747" cy="3480343"/>
          </a:xfrm>
        </p:grpSpPr>
        <p:grpSp>
          <p:nvGrpSpPr>
            <p:cNvPr id="283" name="Group 282">
              <a:extLst>
                <a:ext uri="{FF2B5EF4-FFF2-40B4-BE49-F238E27FC236}">
                  <a16:creationId xmlns:a16="http://schemas.microsoft.com/office/drawing/2014/main" id="{236995AE-242F-7D4B-525A-C8613F35E41E}"/>
                </a:ext>
              </a:extLst>
            </p:cNvPr>
            <p:cNvGrpSpPr/>
            <p:nvPr/>
          </p:nvGrpSpPr>
          <p:grpSpPr>
            <a:xfrm>
              <a:off x="6741413" y="2892646"/>
              <a:ext cx="237745" cy="1393605"/>
              <a:chOff x="4162043" y="1532667"/>
              <a:chExt cx="237745" cy="1393605"/>
            </a:xfrm>
          </p:grpSpPr>
          <p:sp>
            <p:nvSpPr>
              <p:cNvPr id="326" name="Oval 325">
                <a:extLst>
                  <a:ext uri="{FF2B5EF4-FFF2-40B4-BE49-F238E27FC236}">
                    <a16:creationId xmlns:a16="http://schemas.microsoft.com/office/drawing/2014/main" id="{A811376C-DDB2-A572-1526-CCD39AA6628B}"/>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7" name="Oval 326">
                <a:extLst>
                  <a:ext uri="{FF2B5EF4-FFF2-40B4-BE49-F238E27FC236}">
                    <a16:creationId xmlns:a16="http://schemas.microsoft.com/office/drawing/2014/main" id="{B38E4866-F6BA-1481-08DA-6A4B29C2C47A}"/>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8" name="Oval 327">
                <a:extLst>
                  <a:ext uri="{FF2B5EF4-FFF2-40B4-BE49-F238E27FC236}">
                    <a16:creationId xmlns:a16="http://schemas.microsoft.com/office/drawing/2014/main" id="{D19C2402-0F17-ADA4-AC34-EE9C9FF709CA}"/>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9" name="Oval 328">
                <a:extLst>
                  <a:ext uri="{FF2B5EF4-FFF2-40B4-BE49-F238E27FC236}">
                    <a16:creationId xmlns:a16="http://schemas.microsoft.com/office/drawing/2014/main" id="{CEE68CCA-F366-82F9-8B99-CA896741DE4C}"/>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0" name="Oval 329">
                <a:extLst>
                  <a:ext uri="{FF2B5EF4-FFF2-40B4-BE49-F238E27FC236}">
                    <a16:creationId xmlns:a16="http://schemas.microsoft.com/office/drawing/2014/main" id="{4A610662-FD6A-EB42-0683-BCB2470F4399}"/>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84" name="Group 283">
              <a:extLst>
                <a:ext uri="{FF2B5EF4-FFF2-40B4-BE49-F238E27FC236}">
                  <a16:creationId xmlns:a16="http://schemas.microsoft.com/office/drawing/2014/main" id="{987D5AF1-7E1A-6223-5F67-FD04DB9889F6}"/>
                </a:ext>
              </a:extLst>
            </p:cNvPr>
            <p:cNvGrpSpPr/>
            <p:nvPr/>
          </p:nvGrpSpPr>
          <p:grpSpPr>
            <a:xfrm>
              <a:off x="6400607" y="3192398"/>
              <a:ext cx="237745" cy="1393605"/>
              <a:chOff x="4162043" y="1532667"/>
              <a:chExt cx="237745" cy="1393605"/>
            </a:xfrm>
          </p:grpSpPr>
          <p:sp>
            <p:nvSpPr>
              <p:cNvPr id="321" name="Oval 320">
                <a:extLst>
                  <a:ext uri="{FF2B5EF4-FFF2-40B4-BE49-F238E27FC236}">
                    <a16:creationId xmlns:a16="http://schemas.microsoft.com/office/drawing/2014/main" id="{E44ECF20-8667-D755-64E2-A83108352BF4}"/>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2" name="Oval 321">
                <a:extLst>
                  <a:ext uri="{FF2B5EF4-FFF2-40B4-BE49-F238E27FC236}">
                    <a16:creationId xmlns:a16="http://schemas.microsoft.com/office/drawing/2014/main" id="{F1583A5E-047F-7B86-B4DA-1118F977A623}"/>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3" name="Oval 322">
                <a:extLst>
                  <a:ext uri="{FF2B5EF4-FFF2-40B4-BE49-F238E27FC236}">
                    <a16:creationId xmlns:a16="http://schemas.microsoft.com/office/drawing/2014/main" id="{570FA8DD-E5AE-93BB-C666-AC6EF335663B}"/>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4" name="Oval 323">
                <a:extLst>
                  <a:ext uri="{FF2B5EF4-FFF2-40B4-BE49-F238E27FC236}">
                    <a16:creationId xmlns:a16="http://schemas.microsoft.com/office/drawing/2014/main" id="{2FE7EDD3-E6C7-29D0-CCFD-EC0E7CDF738E}"/>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5" name="Oval 324">
                <a:extLst>
                  <a:ext uri="{FF2B5EF4-FFF2-40B4-BE49-F238E27FC236}">
                    <a16:creationId xmlns:a16="http://schemas.microsoft.com/office/drawing/2014/main" id="{8800B135-679F-BE0D-6C17-65AF4D23BE69}"/>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85" name="Group 284">
              <a:extLst>
                <a:ext uri="{FF2B5EF4-FFF2-40B4-BE49-F238E27FC236}">
                  <a16:creationId xmlns:a16="http://schemas.microsoft.com/office/drawing/2014/main" id="{1156B615-2F3B-E212-99EB-9111CB489177}"/>
                </a:ext>
              </a:extLst>
            </p:cNvPr>
            <p:cNvGrpSpPr/>
            <p:nvPr/>
          </p:nvGrpSpPr>
          <p:grpSpPr>
            <a:xfrm>
              <a:off x="6069707" y="3500007"/>
              <a:ext cx="237745" cy="1393605"/>
              <a:chOff x="4162043" y="1532667"/>
              <a:chExt cx="237745" cy="1393605"/>
            </a:xfrm>
          </p:grpSpPr>
          <p:sp>
            <p:nvSpPr>
              <p:cNvPr id="316" name="Oval 315">
                <a:extLst>
                  <a:ext uri="{FF2B5EF4-FFF2-40B4-BE49-F238E27FC236}">
                    <a16:creationId xmlns:a16="http://schemas.microsoft.com/office/drawing/2014/main" id="{7DA7B963-4F3A-3D67-95F4-A2AA1D5A7971}"/>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7" name="Oval 316">
                <a:extLst>
                  <a:ext uri="{FF2B5EF4-FFF2-40B4-BE49-F238E27FC236}">
                    <a16:creationId xmlns:a16="http://schemas.microsoft.com/office/drawing/2014/main" id="{B22BAB5A-ABCF-6F5A-EEF6-3024F6E447E8}"/>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18" name="Oval 317">
                <a:extLst>
                  <a:ext uri="{FF2B5EF4-FFF2-40B4-BE49-F238E27FC236}">
                    <a16:creationId xmlns:a16="http://schemas.microsoft.com/office/drawing/2014/main" id="{62956BBA-74A3-3FEE-A3D0-D5688E5FA020}"/>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9" name="Oval 318">
                <a:extLst>
                  <a:ext uri="{FF2B5EF4-FFF2-40B4-BE49-F238E27FC236}">
                    <a16:creationId xmlns:a16="http://schemas.microsoft.com/office/drawing/2014/main" id="{85E4D577-A62D-04C9-C616-86F7F1F929A0}"/>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0" name="Oval 319">
                <a:extLst>
                  <a:ext uri="{FF2B5EF4-FFF2-40B4-BE49-F238E27FC236}">
                    <a16:creationId xmlns:a16="http://schemas.microsoft.com/office/drawing/2014/main" id="{6794FB9F-EA14-8966-D62D-E9E93491DB97}"/>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86" name="Group 285">
              <a:extLst>
                <a:ext uri="{FF2B5EF4-FFF2-40B4-BE49-F238E27FC236}">
                  <a16:creationId xmlns:a16="http://schemas.microsoft.com/office/drawing/2014/main" id="{8752DD2C-35A4-E476-F99E-5645094EC9C9}"/>
                </a:ext>
              </a:extLst>
            </p:cNvPr>
            <p:cNvGrpSpPr/>
            <p:nvPr/>
          </p:nvGrpSpPr>
          <p:grpSpPr>
            <a:xfrm>
              <a:off x="5728901" y="3799759"/>
              <a:ext cx="237745" cy="1393605"/>
              <a:chOff x="4162043" y="1532667"/>
              <a:chExt cx="237745" cy="1393605"/>
            </a:xfrm>
          </p:grpSpPr>
          <p:sp>
            <p:nvSpPr>
              <p:cNvPr id="311" name="Oval 310">
                <a:extLst>
                  <a:ext uri="{FF2B5EF4-FFF2-40B4-BE49-F238E27FC236}">
                    <a16:creationId xmlns:a16="http://schemas.microsoft.com/office/drawing/2014/main" id="{F0317233-5053-3D80-461B-B2B509D98A69}"/>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2" name="Oval 311">
                <a:extLst>
                  <a:ext uri="{FF2B5EF4-FFF2-40B4-BE49-F238E27FC236}">
                    <a16:creationId xmlns:a16="http://schemas.microsoft.com/office/drawing/2014/main" id="{C4668E4A-A489-48A9-3A3D-2DF814FAA445}"/>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13" name="Oval 312">
                <a:extLst>
                  <a:ext uri="{FF2B5EF4-FFF2-40B4-BE49-F238E27FC236}">
                    <a16:creationId xmlns:a16="http://schemas.microsoft.com/office/drawing/2014/main" id="{80178535-2562-9219-5474-F5BD3881962F}"/>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4" name="Oval 313">
                <a:extLst>
                  <a:ext uri="{FF2B5EF4-FFF2-40B4-BE49-F238E27FC236}">
                    <a16:creationId xmlns:a16="http://schemas.microsoft.com/office/drawing/2014/main" id="{0064F03A-EE09-396E-F4CC-28FA179D76BB}"/>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5" name="Oval 314">
                <a:extLst>
                  <a:ext uri="{FF2B5EF4-FFF2-40B4-BE49-F238E27FC236}">
                    <a16:creationId xmlns:a16="http://schemas.microsoft.com/office/drawing/2014/main" id="{23F185A7-1722-67C5-3F11-01B48BD8CEC1}"/>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87" name="Group 286">
              <a:extLst>
                <a:ext uri="{FF2B5EF4-FFF2-40B4-BE49-F238E27FC236}">
                  <a16:creationId xmlns:a16="http://schemas.microsoft.com/office/drawing/2014/main" id="{AB12D115-9D91-91D9-BEE9-C45E6FD67C61}"/>
                </a:ext>
              </a:extLst>
            </p:cNvPr>
            <p:cNvGrpSpPr/>
            <p:nvPr/>
          </p:nvGrpSpPr>
          <p:grpSpPr>
            <a:xfrm>
              <a:off x="5397437" y="4085557"/>
              <a:ext cx="237745" cy="1393605"/>
              <a:chOff x="4162043" y="1532667"/>
              <a:chExt cx="237745" cy="1393605"/>
            </a:xfrm>
          </p:grpSpPr>
          <p:sp>
            <p:nvSpPr>
              <p:cNvPr id="306" name="Oval 305">
                <a:extLst>
                  <a:ext uri="{FF2B5EF4-FFF2-40B4-BE49-F238E27FC236}">
                    <a16:creationId xmlns:a16="http://schemas.microsoft.com/office/drawing/2014/main" id="{50179E0A-F923-6C40-01DB-7A780E385095}"/>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7" name="Oval 306">
                <a:extLst>
                  <a:ext uri="{FF2B5EF4-FFF2-40B4-BE49-F238E27FC236}">
                    <a16:creationId xmlns:a16="http://schemas.microsoft.com/office/drawing/2014/main" id="{7DA7CA0D-9557-60FB-047E-CE0C92494192}"/>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08" name="Oval 307">
                <a:extLst>
                  <a:ext uri="{FF2B5EF4-FFF2-40B4-BE49-F238E27FC236}">
                    <a16:creationId xmlns:a16="http://schemas.microsoft.com/office/drawing/2014/main" id="{EA8B2143-D808-D304-BD66-ED9EA84AE935}"/>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9" name="Oval 308">
                <a:extLst>
                  <a:ext uri="{FF2B5EF4-FFF2-40B4-BE49-F238E27FC236}">
                    <a16:creationId xmlns:a16="http://schemas.microsoft.com/office/drawing/2014/main" id="{A33D963E-47AF-C36F-AA1F-05530FA8DC56}"/>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0" name="Oval 309">
                <a:extLst>
                  <a:ext uri="{FF2B5EF4-FFF2-40B4-BE49-F238E27FC236}">
                    <a16:creationId xmlns:a16="http://schemas.microsoft.com/office/drawing/2014/main" id="{5FE134B1-B1DA-AD60-8DC4-51601CDB88FB}"/>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88" name="Group 287">
              <a:extLst>
                <a:ext uri="{FF2B5EF4-FFF2-40B4-BE49-F238E27FC236}">
                  <a16:creationId xmlns:a16="http://schemas.microsoft.com/office/drawing/2014/main" id="{6EDB3F51-86E3-4DCD-2D4A-7C19C935C0C7}"/>
                </a:ext>
              </a:extLst>
            </p:cNvPr>
            <p:cNvGrpSpPr/>
            <p:nvPr/>
          </p:nvGrpSpPr>
          <p:grpSpPr>
            <a:xfrm>
              <a:off x="7077455" y="2592418"/>
              <a:ext cx="237745" cy="1393605"/>
              <a:chOff x="4162043" y="1532667"/>
              <a:chExt cx="237745" cy="1393605"/>
            </a:xfrm>
          </p:grpSpPr>
          <p:sp>
            <p:nvSpPr>
              <p:cNvPr id="301" name="Oval 300">
                <a:extLst>
                  <a:ext uri="{FF2B5EF4-FFF2-40B4-BE49-F238E27FC236}">
                    <a16:creationId xmlns:a16="http://schemas.microsoft.com/office/drawing/2014/main" id="{79A6B483-D910-115A-10B7-54D1D1E0A6D6}"/>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2" name="Oval 301">
                <a:extLst>
                  <a:ext uri="{FF2B5EF4-FFF2-40B4-BE49-F238E27FC236}">
                    <a16:creationId xmlns:a16="http://schemas.microsoft.com/office/drawing/2014/main" id="{D73777CC-D00B-21B6-7568-FC3155FECF5A}"/>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03" name="Oval 302">
                <a:extLst>
                  <a:ext uri="{FF2B5EF4-FFF2-40B4-BE49-F238E27FC236}">
                    <a16:creationId xmlns:a16="http://schemas.microsoft.com/office/drawing/2014/main" id="{3AB76331-07E2-D097-AD68-51351C90F170}"/>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4" name="Oval 303">
                <a:extLst>
                  <a:ext uri="{FF2B5EF4-FFF2-40B4-BE49-F238E27FC236}">
                    <a16:creationId xmlns:a16="http://schemas.microsoft.com/office/drawing/2014/main" id="{ED2342EF-8124-56C9-336B-B606292FB0CF}"/>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5" name="Oval 304">
                <a:extLst>
                  <a:ext uri="{FF2B5EF4-FFF2-40B4-BE49-F238E27FC236}">
                    <a16:creationId xmlns:a16="http://schemas.microsoft.com/office/drawing/2014/main" id="{6E9172EC-38BA-D395-5CEB-9159AAABBFA5}"/>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89" name="Group 288">
              <a:extLst>
                <a:ext uri="{FF2B5EF4-FFF2-40B4-BE49-F238E27FC236}">
                  <a16:creationId xmlns:a16="http://schemas.microsoft.com/office/drawing/2014/main" id="{7C06147D-A3D0-0410-84C5-2DAF774FA63A}"/>
                </a:ext>
              </a:extLst>
            </p:cNvPr>
            <p:cNvGrpSpPr/>
            <p:nvPr/>
          </p:nvGrpSpPr>
          <p:grpSpPr>
            <a:xfrm>
              <a:off x="7394447" y="2300953"/>
              <a:ext cx="237745" cy="1393605"/>
              <a:chOff x="4162043" y="1532667"/>
              <a:chExt cx="237745" cy="1393605"/>
            </a:xfrm>
          </p:grpSpPr>
          <p:sp>
            <p:nvSpPr>
              <p:cNvPr id="296" name="Oval 295">
                <a:extLst>
                  <a:ext uri="{FF2B5EF4-FFF2-40B4-BE49-F238E27FC236}">
                    <a16:creationId xmlns:a16="http://schemas.microsoft.com/office/drawing/2014/main" id="{8FEF9FCE-18F6-E914-182B-B71FE059B562}"/>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7" name="Oval 296">
                <a:extLst>
                  <a:ext uri="{FF2B5EF4-FFF2-40B4-BE49-F238E27FC236}">
                    <a16:creationId xmlns:a16="http://schemas.microsoft.com/office/drawing/2014/main" id="{AB29A796-87BD-8F04-4A45-0937D272A9FB}"/>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98" name="Oval 297">
                <a:extLst>
                  <a:ext uri="{FF2B5EF4-FFF2-40B4-BE49-F238E27FC236}">
                    <a16:creationId xmlns:a16="http://schemas.microsoft.com/office/drawing/2014/main" id="{96A98FEB-C3AB-5E9E-B8AE-428F16EFFE36}"/>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9" name="Oval 298">
                <a:extLst>
                  <a:ext uri="{FF2B5EF4-FFF2-40B4-BE49-F238E27FC236}">
                    <a16:creationId xmlns:a16="http://schemas.microsoft.com/office/drawing/2014/main" id="{54E146F5-9599-EFC5-E60D-BAB55955F431}"/>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0" name="Oval 299">
                <a:extLst>
                  <a:ext uri="{FF2B5EF4-FFF2-40B4-BE49-F238E27FC236}">
                    <a16:creationId xmlns:a16="http://schemas.microsoft.com/office/drawing/2014/main" id="{BFB54D51-8E24-4188-FA68-87FED496E62D}"/>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90" name="Group 289">
              <a:extLst>
                <a:ext uri="{FF2B5EF4-FFF2-40B4-BE49-F238E27FC236}">
                  <a16:creationId xmlns:a16="http://schemas.microsoft.com/office/drawing/2014/main" id="{36AD6F5A-C0E2-3DB8-F12C-7E0827245251}"/>
                </a:ext>
              </a:extLst>
            </p:cNvPr>
            <p:cNvGrpSpPr/>
            <p:nvPr/>
          </p:nvGrpSpPr>
          <p:grpSpPr>
            <a:xfrm>
              <a:off x="7711439" y="1998819"/>
              <a:ext cx="237745" cy="1393605"/>
              <a:chOff x="4162043" y="1532667"/>
              <a:chExt cx="237745" cy="1393605"/>
            </a:xfrm>
          </p:grpSpPr>
          <p:sp>
            <p:nvSpPr>
              <p:cNvPr id="291" name="Oval 290">
                <a:extLst>
                  <a:ext uri="{FF2B5EF4-FFF2-40B4-BE49-F238E27FC236}">
                    <a16:creationId xmlns:a16="http://schemas.microsoft.com/office/drawing/2014/main" id="{96129998-3E0B-980A-A4E0-859DCD13BAE6}"/>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2" name="Oval 291">
                <a:extLst>
                  <a:ext uri="{FF2B5EF4-FFF2-40B4-BE49-F238E27FC236}">
                    <a16:creationId xmlns:a16="http://schemas.microsoft.com/office/drawing/2014/main" id="{2B24AEB0-C5C2-74DF-7F5A-030217741DF3}"/>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93" name="Oval 292">
                <a:extLst>
                  <a:ext uri="{FF2B5EF4-FFF2-40B4-BE49-F238E27FC236}">
                    <a16:creationId xmlns:a16="http://schemas.microsoft.com/office/drawing/2014/main" id="{03F689F6-DB79-105F-51D8-FAB9357197AE}"/>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4" name="Oval 293">
                <a:extLst>
                  <a:ext uri="{FF2B5EF4-FFF2-40B4-BE49-F238E27FC236}">
                    <a16:creationId xmlns:a16="http://schemas.microsoft.com/office/drawing/2014/main" id="{DDD2294B-0855-784A-124E-CA9FADC2EB3F}"/>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5" name="Oval 294">
                <a:extLst>
                  <a:ext uri="{FF2B5EF4-FFF2-40B4-BE49-F238E27FC236}">
                    <a16:creationId xmlns:a16="http://schemas.microsoft.com/office/drawing/2014/main" id="{82EFD439-0949-A379-E270-030CE7EB0521}"/>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331" name="Group 330">
            <a:extLst>
              <a:ext uri="{FF2B5EF4-FFF2-40B4-BE49-F238E27FC236}">
                <a16:creationId xmlns:a16="http://schemas.microsoft.com/office/drawing/2014/main" id="{1539C594-21E8-AE3D-E1CD-15A4332FC455}"/>
              </a:ext>
            </a:extLst>
          </p:cNvPr>
          <p:cNvGrpSpPr/>
          <p:nvPr/>
        </p:nvGrpSpPr>
        <p:grpSpPr>
          <a:xfrm>
            <a:off x="8630029" y="2027727"/>
            <a:ext cx="2551747" cy="3480343"/>
            <a:chOff x="5397437" y="1998819"/>
            <a:chExt cx="2551747" cy="3480343"/>
          </a:xfrm>
        </p:grpSpPr>
        <p:grpSp>
          <p:nvGrpSpPr>
            <p:cNvPr id="332" name="Group 331">
              <a:extLst>
                <a:ext uri="{FF2B5EF4-FFF2-40B4-BE49-F238E27FC236}">
                  <a16:creationId xmlns:a16="http://schemas.microsoft.com/office/drawing/2014/main" id="{8570101C-9A4D-ADDE-3CC0-FB2CEAC28D83}"/>
                </a:ext>
              </a:extLst>
            </p:cNvPr>
            <p:cNvGrpSpPr/>
            <p:nvPr/>
          </p:nvGrpSpPr>
          <p:grpSpPr>
            <a:xfrm>
              <a:off x="6741413" y="2892646"/>
              <a:ext cx="237745" cy="1393605"/>
              <a:chOff x="4162043" y="1532667"/>
              <a:chExt cx="237745" cy="1393605"/>
            </a:xfrm>
          </p:grpSpPr>
          <p:sp>
            <p:nvSpPr>
              <p:cNvPr id="375" name="Oval 374">
                <a:extLst>
                  <a:ext uri="{FF2B5EF4-FFF2-40B4-BE49-F238E27FC236}">
                    <a16:creationId xmlns:a16="http://schemas.microsoft.com/office/drawing/2014/main" id="{746F4FDA-99BA-EA89-320D-89235BA9C6AD}"/>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6" name="Oval 375">
                <a:extLst>
                  <a:ext uri="{FF2B5EF4-FFF2-40B4-BE49-F238E27FC236}">
                    <a16:creationId xmlns:a16="http://schemas.microsoft.com/office/drawing/2014/main" id="{24703F90-6260-CFE4-8955-BF437EA78849}"/>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77" name="Oval 376">
                <a:extLst>
                  <a:ext uri="{FF2B5EF4-FFF2-40B4-BE49-F238E27FC236}">
                    <a16:creationId xmlns:a16="http://schemas.microsoft.com/office/drawing/2014/main" id="{ABCF0E16-675B-DBD4-6CB6-EDE1941A22B9}"/>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8" name="Oval 377">
                <a:extLst>
                  <a:ext uri="{FF2B5EF4-FFF2-40B4-BE49-F238E27FC236}">
                    <a16:creationId xmlns:a16="http://schemas.microsoft.com/office/drawing/2014/main" id="{3E6EE4E1-C2DE-A1AB-229B-69722084A17C}"/>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9" name="Oval 378">
                <a:extLst>
                  <a:ext uri="{FF2B5EF4-FFF2-40B4-BE49-F238E27FC236}">
                    <a16:creationId xmlns:a16="http://schemas.microsoft.com/office/drawing/2014/main" id="{021F691A-449F-1BDF-B5D0-F02EB6020CC1}"/>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33" name="Group 332">
              <a:extLst>
                <a:ext uri="{FF2B5EF4-FFF2-40B4-BE49-F238E27FC236}">
                  <a16:creationId xmlns:a16="http://schemas.microsoft.com/office/drawing/2014/main" id="{B69484E6-1714-8A7A-455D-2471383EB391}"/>
                </a:ext>
              </a:extLst>
            </p:cNvPr>
            <p:cNvGrpSpPr/>
            <p:nvPr/>
          </p:nvGrpSpPr>
          <p:grpSpPr>
            <a:xfrm>
              <a:off x="6400607" y="3192398"/>
              <a:ext cx="237745" cy="1393605"/>
              <a:chOff x="4162043" y="1532667"/>
              <a:chExt cx="237745" cy="1393605"/>
            </a:xfrm>
          </p:grpSpPr>
          <p:sp>
            <p:nvSpPr>
              <p:cNvPr id="370" name="Oval 369">
                <a:extLst>
                  <a:ext uri="{FF2B5EF4-FFF2-40B4-BE49-F238E27FC236}">
                    <a16:creationId xmlns:a16="http://schemas.microsoft.com/office/drawing/2014/main" id="{1F2C3E65-56FD-E7C1-5572-E88F720C044D}"/>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1" name="Oval 370">
                <a:extLst>
                  <a:ext uri="{FF2B5EF4-FFF2-40B4-BE49-F238E27FC236}">
                    <a16:creationId xmlns:a16="http://schemas.microsoft.com/office/drawing/2014/main" id="{65D67116-8710-DE46-8BA5-CFA1E2E4AAB0}"/>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72" name="Oval 371">
                <a:extLst>
                  <a:ext uri="{FF2B5EF4-FFF2-40B4-BE49-F238E27FC236}">
                    <a16:creationId xmlns:a16="http://schemas.microsoft.com/office/drawing/2014/main" id="{D664BB2F-0F30-1E0C-4F18-37E3597BA46D}"/>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3" name="Oval 372">
                <a:extLst>
                  <a:ext uri="{FF2B5EF4-FFF2-40B4-BE49-F238E27FC236}">
                    <a16:creationId xmlns:a16="http://schemas.microsoft.com/office/drawing/2014/main" id="{32462DE7-7D33-49FE-1790-A55C41C2F48C}"/>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4" name="Oval 373">
                <a:extLst>
                  <a:ext uri="{FF2B5EF4-FFF2-40B4-BE49-F238E27FC236}">
                    <a16:creationId xmlns:a16="http://schemas.microsoft.com/office/drawing/2014/main" id="{D90847A0-AED6-2A3F-750D-3DB84F6BF9C7}"/>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34" name="Group 333">
              <a:extLst>
                <a:ext uri="{FF2B5EF4-FFF2-40B4-BE49-F238E27FC236}">
                  <a16:creationId xmlns:a16="http://schemas.microsoft.com/office/drawing/2014/main" id="{98D62517-FCCD-78BB-19B2-BAFEED4A4210}"/>
                </a:ext>
              </a:extLst>
            </p:cNvPr>
            <p:cNvGrpSpPr/>
            <p:nvPr/>
          </p:nvGrpSpPr>
          <p:grpSpPr>
            <a:xfrm>
              <a:off x="6069707" y="3500007"/>
              <a:ext cx="237745" cy="1393605"/>
              <a:chOff x="4162043" y="1532667"/>
              <a:chExt cx="237745" cy="1393605"/>
            </a:xfrm>
          </p:grpSpPr>
          <p:sp>
            <p:nvSpPr>
              <p:cNvPr id="365" name="Oval 364">
                <a:extLst>
                  <a:ext uri="{FF2B5EF4-FFF2-40B4-BE49-F238E27FC236}">
                    <a16:creationId xmlns:a16="http://schemas.microsoft.com/office/drawing/2014/main" id="{682184CE-2569-EBC0-663D-93A7D0016D67}"/>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6" name="Oval 365">
                <a:extLst>
                  <a:ext uri="{FF2B5EF4-FFF2-40B4-BE49-F238E27FC236}">
                    <a16:creationId xmlns:a16="http://schemas.microsoft.com/office/drawing/2014/main" id="{A4245EA9-D0D7-52EF-6506-D886D38C7EEE}"/>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67" name="Oval 366">
                <a:extLst>
                  <a:ext uri="{FF2B5EF4-FFF2-40B4-BE49-F238E27FC236}">
                    <a16:creationId xmlns:a16="http://schemas.microsoft.com/office/drawing/2014/main" id="{1920AF1D-C534-CD05-4752-1F91F6153F38}"/>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8" name="Oval 367">
                <a:extLst>
                  <a:ext uri="{FF2B5EF4-FFF2-40B4-BE49-F238E27FC236}">
                    <a16:creationId xmlns:a16="http://schemas.microsoft.com/office/drawing/2014/main" id="{DA6C012E-274B-A81B-F2F9-F8A740376455}"/>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9" name="Oval 368">
                <a:extLst>
                  <a:ext uri="{FF2B5EF4-FFF2-40B4-BE49-F238E27FC236}">
                    <a16:creationId xmlns:a16="http://schemas.microsoft.com/office/drawing/2014/main" id="{85400EAD-1B27-B061-717E-9ACA1480B7FB}"/>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35" name="Group 334">
              <a:extLst>
                <a:ext uri="{FF2B5EF4-FFF2-40B4-BE49-F238E27FC236}">
                  <a16:creationId xmlns:a16="http://schemas.microsoft.com/office/drawing/2014/main" id="{FE6F4811-80C2-67AD-F0EF-9A76FC6E2282}"/>
                </a:ext>
              </a:extLst>
            </p:cNvPr>
            <p:cNvGrpSpPr/>
            <p:nvPr/>
          </p:nvGrpSpPr>
          <p:grpSpPr>
            <a:xfrm>
              <a:off x="5728901" y="3799759"/>
              <a:ext cx="237745" cy="1393605"/>
              <a:chOff x="4162043" y="1532667"/>
              <a:chExt cx="237745" cy="1393605"/>
            </a:xfrm>
          </p:grpSpPr>
          <p:sp>
            <p:nvSpPr>
              <p:cNvPr id="360" name="Oval 359">
                <a:extLst>
                  <a:ext uri="{FF2B5EF4-FFF2-40B4-BE49-F238E27FC236}">
                    <a16:creationId xmlns:a16="http://schemas.microsoft.com/office/drawing/2014/main" id="{E1E6CD35-EB0B-62D2-60E2-E50CEA33F760}"/>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1" name="Oval 360">
                <a:extLst>
                  <a:ext uri="{FF2B5EF4-FFF2-40B4-BE49-F238E27FC236}">
                    <a16:creationId xmlns:a16="http://schemas.microsoft.com/office/drawing/2014/main" id="{A740486D-AB59-5AE1-ED72-A413B194D192}"/>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62" name="Oval 361">
                <a:extLst>
                  <a:ext uri="{FF2B5EF4-FFF2-40B4-BE49-F238E27FC236}">
                    <a16:creationId xmlns:a16="http://schemas.microsoft.com/office/drawing/2014/main" id="{C44CE11C-5601-A51D-43CB-150A6050A38C}"/>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3" name="Oval 362">
                <a:extLst>
                  <a:ext uri="{FF2B5EF4-FFF2-40B4-BE49-F238E27FC236}">
                    <a16:creationId xmlns:a16="http://schemas.microsoft.com/office/drawing/2014/main" id="{2F687F3E-4976-C58A-BC45-B1F037562BF8}"/>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4" name="Oval 363">
                <a:extLst>
                  <a:ext uri="{FF2B5EF4-FFF2-40B4-BE49-F238E27FC236}">
                    <a16:creationId xmlns:a16="http://schemas.microsoft.com/office/drawing/2014/main" id="{88B946F9-E38A-8339-CA7A-F857044B9EF8}"/>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336" name="Group 335">
              <a:extLst>
                <a:ext uri="{FF2B5EF4-FFF2-40B4-BE49-F238E27FC236}">
                  <a16:creationId xmlns:a16="http://schemas.microsoft.com/office/drawing/2014/main" id="{94E03DAB-415E-FD40-4832-7967E5FB90B5}"/>
                </a:ext>
              </a:extLst>
            </p:cNvPr>
            <p:cNvGrpSpPr/>
            <p:nvPr/>
          </p:nvGrpSpPr>
          <p:grpSpPr>
            <a:xfrm>
              <a:off x="5397437" y="4085557"/>
              <a:ext cx="237745" cy="1393605"/>
              <a:chOff x="4162043" y="1532667"/>
              <a:chExt cx="237745" cy="1393605"/>
            </a:xfrm>
          </p:grpSpPr>
          <p:sp>
            <p:nvSpPr>
              <p:cNvPr id="355" name="Oval 354">
                <a:extLst>
                  <a:ext uri="{FF2B5EF4-FFF2-40B4-BE49-F238E27FC236}">
                    <a16:creationId xmlns:a16="http://schemas.microsoft.com/office/drawing/2014/main" id="{820F9282-3407-4282-B74A-F22545978AC9}"/>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6" name="Oval 355">
                <a:extLst>
                  <a:ext uri="{FF2B5EF4-FFF2-40B4-BE49-F238E27FC236}">
                    <a16:creationId xmlns:a16="http://schemas.microsoft.com/office/drawing/2014/main" id="{345C8C95-A602-8B2E-2ED3-0FCBEBB35CF5}"/>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57" name="Oval 356">
                <a:extLst>
                  <a:ext uri="{FF2B5EF4-FFF2-40B4-BE49-F238E27FC236}">
                    <a16:creationId xmlns:a16="http://schemas.microsoft.com/office/drawing/2014/main" id="{C89311EB-778B-50A6-373C-39AF5A1DC581}"/>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8" name="Oval 357">
                <a:extLst>
                  <a:ext uri="{FF2B5EF4-FFF2-40B4-BE49-F238E27FC236}">
                    <a16:creationId xmlns:a16="http://schemas.microsoft.com/office/drawing/2014/main" id="{345D2FA2-356A-1191-3207-BD70771BC2A8}"/>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9" name="Oval 358">
                <a:extLst>
                  <a:ext uri="{FF2B5EF4-FFF2-40B4-BE49-F238E27FC236}">
                    <a16:creationId xmlns:a16="http://schemas.microsoft.com/office/drawing/2014/main" id="{3C5D65CC-C850-2EEC-1307-08D3C5472413}"/>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37" name="Group 336">
              <a:extLst>
                <a:ext uri="{FF2B5EF4-FFF2-40B4-BE49-F238E27FC236}">
                  <a16:creationId xmlns:a16="http://schemas.microsoft.com/office/drawing/2014/main" id="{8DA21859-D370-1F52-506C-536CF0347E40}"/>
                </a:ext>
              </a:extLst>
            </p:cNvPr>
            <p:cNvGrpSpPr/>
            <p:nvPr/>
          </p:nvGrpSpPr>
          <p:grpSpPr>
            <a:xfrm>
              <a:off x="7077455" y="2592418"/>
              <a:ext cx="237745" cy="1393605"/>
              <a:chOff x="4162043" y="1532667"/>
              <a:chExt cx="237745" cy="1393605"/>
            </a:xfrm>
          </p:grpSpPr>
          <p:sp>
            <p:nvSpPr>
              <p:cNvPr id="350" name="Oval 349">
                <a:extLst>
                  <a:ext uri="{FF2B5EF4-FFF2-40B4-BE49-F238E27FC236}">
                    <a16:creationId xmlns:a16="http://schemas.microsoft.com/office/drawing/2014/main" id="{601DA996-C84F-9C27-8BE3-0F54FCEE360A}"/>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1" name="Oval 350">
                <a:extLst>
                  <a:ext uri="{FF2B5EF4-FFF2-40B4-BE49-F238E27FC236}">
                    <a16:creationId xmlns:a16="http://schemas.microsoft.com/office/drawing/2014/main" id="{908A129F-46BF-2E4E-BFA9-6FFC8B5BD515}"/>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52" name="Oval 351">
                <a:extLst>
                  <a:ext uri="{FF2B5EF4-FFF2-40B4-BE49-F238E27FC236}">
                    <a16:creationId xmlns:a16="http://schemas.microsoft.com/office/drawing/2014/main" id="{9D9E6CA6-02B1-2AD5-905D-91D6ADB308B2}"/>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3" name="Oval 352">
                <a:extLst>
                  <a:ext uri="{FF2B5EF4-FFF2-40B4-BE49-F238E27FC236}">
                    <a16:creationId xmlns:a16="http://schemas.microsoft.com/office/drawing/2014/main" id="{219DBB3C-7A8D-A13C-49B2-2696218AC919}"/>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4" name="Oval 353">
                <a:extLst>
                  <a:ext uri="{FF2B5EF4-FFF2-40B4-BE49-F238E27FC236}">
                    <a16:creationId xmlns:a16="http://schemas.microsoft.com/office/drawing/2014/main" id="{C321B95F-3E3E-6591-65A1-9EA92589B231}"/>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38" name="Group 337">
              <a:extLst>
                <a:ext uri="{FF2B5EF4-FFF2-40B4-BE49-F238E27FC236}">
                  <a16:creationId xmlns:a16="http://schemas.microsoft.com/office/drawing/2014/main" id="{75E33107-6029-6D8C-9EEC-B22738D32981}"/>
                </a:ext>
              </a:extLst>
            </p:cNvPr>
            <p:cNvGrpSpPr/>
            <p:nvPr/>
          </p:nvGrpSpPr>
          <p:grpSpPr>
            <a:xfrm>
              <a:off x="7394447" y="2300953"/>
              <a:ext cx="237745" cy="1393605"/>
              <a:chOff x="4162043" y="1532667"/>
              <a:chExt cx="237745" cy="1393605"/>
            </a:xfrm>
          </p:grpSpPr>
          <p:sp>
            <p:nvSpPr>
              <p:cNvPr id="345" name="Oval 344">
                <a:extLst>
                  <a:ext uri="{FF2B5EF4-FFF2-40B4-BE49-F238E27FC236}">
                    <a16:creationId xmlns:a16="http://schemas.microsoft.com/office/drawing/2014/main" id="{8AB03A22-F3D2-0F1B-34BD-7C0607203628}"/>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6" name="Oval 345">
                <a:extLst>
                  <a:ext uri="{FF2B5EF4-FFF2-40B4-BE49-F238E27FC236}">
                    <a16:creationId xmlns:a16="http://schemas.microsoft.com/office/drawing/2014/main" id="{41A71058-A46E-EE2E-12F5-06CD80D3EF92}"/>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47" name="Oval 346">
                <a:extLst>
                  <a:ext uri="{FF2B5EF4-FFF2-40B4-BE49-F238E27FC236}">
                    <a16:creationId xmlns:a16="http://schemas.microsoft.com/office/drawing/2014/main" id="{017073AE-970A-FC00-C5A7-E76FA9CBBE77}"/>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8" name="Oval 347">
                <a:extLst>
                  <a:ext uri="{FF2B5EF4-FFF2-40B4-BE49-F238E27FC236}">
                    <a16:creationId xmlns:a16="http://schemas.microsoft.com/office/drawing/2014/main" id="{B0C9C923-38B6-6092-7D00-D61F161FF445}"/>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9" name="Oval 348">
                <a:extLst>
                  <a:ext uri="{FF2B5EF4-FFF2-40B4-BE49-F238E27FC236}">
                    <a16:creationId xmlns:a16="http://schemas.microsoft.com/office/drawing/2014/main" id="{98154092-9583-AD12-D5F2-802FA829767C}"/>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39" name="Group 338">
              <a:extLst>
                <a:ext uri="{FF2B5EF4-FFF2-40B4-BE49-F238E27FC236}">
                  <a16:creationId xmlns:a16="http://schemas.microsoft.com/office/drawing/2014/main" id="{AE334C5E-7CF9-C8D5-1FA1-C290B3051F05}"/>
                </a:ext>
              </a:extLst>
            </p:cNvPr>
            <p:cNvGrpSpPr/>
            <p:nvPr/>
          </p:nvGrpSpPr>
          <p:grpSpPr>
            <a:xfrm>
              <a:off x="7711439" y="1998819"/>
              <a:ext cx="237745" cy="1393605"/>
              <a:chOff x="4162043" y="1532667"/>
              <a:chExt cx="237745" cy="1393605"/>
            </a:xfrm>
          </p:grpSpPr>
          <p:sp>
            <p:nvSpPr>
              <p:cNvPr id="340" name="Oval 339">
                <a:extLst>
                  <a:ext uri="{FF2B5EF4-FFF2-40B4-BE49-F238E27FC236}">
                    <a16:creationId xmlns:a16="http://schemas.microsoft.com/office/drawing/2014/main" id="{0B4CB2F1-219E-20B3-894B-22FC4EAF1BE6}"/>
                  </a:ext>
                </a:extLst>
              </p:cNvPr>
              <p:cNvSpPr/>
              <p:nvPr/>
            </p:nvSpPr>
            <p:spPr>
              <a:xfrm>
                <a:off x="4162043" y="2449641"/>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1" name="Oval 340">
                <a:extLst>
                  <a:ext uri="{FF2B5EF4-FFF2-40B4-BE49-F238E27FC236}">
                    <a16:creationId xmlns:a16="http://schemas.microsoft.com/office/drawing/2014/main" id="{3074F402-94B3-BBC3-F617-FBDA1AF3E298}"/>
                  </a:ext>
                </a:extLst>
              </p:cNvPr>
              <p:cNvSpPr/>
              <p:nvPr/>
            </p:nvSpPr>
            <p:spPr>
              <a:xfrm>
                <a:off x="4162043" y="1532667"/>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42" name="Oval 341">
                <a:extLst>
                  <a:ext uri="{FF2B5EF4-FFF2-40B4-BE49-F238E27FC236}">
                    <a16:creationId xmlns:a16="http://schemas.microsoft.com/office/drawing/2014/main" id="{0684BA31-9468-C483-D868-7E775E304BE7}"/>
                  </a:ext>
                </a:extLst>
              </p:cNvPr>
              <p:cNvSpPr/>
              <p:nvPr/>
            </p:nvSpPr>
            <p:spPr>
              <a:xfrm>
                <a:off x="4171188" y="1832610"/>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3" name="Oval 342">
                <a:extLst>
                  <a:ext uri="{FF2B5EF4-FFF2-40B4-BE49-F238E27FC236}">
                    <a16:creationId xmlns:a16="http://schemas.microsoft.com/office/drawing/2014/main" id="{86286780-3255-B812-B17B-80A2B2275641}"/>
                  </a:ext>
                </a:extLst>
              </p:cNvPr>
              <p:cNvSpPr/>
              <p:nvPr/>
            </p:nvSpPr>
            <p:spPr>
              <a:xfrm>
                <a:off x="4163568" y="213283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4" name="Oval 343">
                <a:extLst>
                  <a:ext uri="{FF2B5EF4-FFF2-40B4-BE49-F238E27FC236}">
                    <a16:creationId xmlns:a16="http://schemas.microsoft.com/office/drawing/2014/main" id="{0361C09E-D590-06DB-3AF7-509E5095F1B3}"/>
                  </a:ext>
                </a:extLst>
              </p:cNvPr>
              <p:cNvSpPr/>
              <p:nvPr/>
            </p:nvSpPr>
            <p:spPr>
              <a:xfrm>
                <a:off x="4163568" y="274986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530" name="Group 529">
            <a:extLst>
              <a:ext uri="{FF2B5EF4-FFF2-40B4-BE49-F238E27FC236}">
                <a16:creationId xmlns:a16="http://schemas.microsoft.com/office/drawing/2014/main" id="{A40FF6E7-3EA3-8761-B0E2-2C96C1FA1805}"/>
              </a:ext>
            </a:extLst>
          </p:cNvPr>
          <p:cNvGrpSpPr/>
          <p:nvPr/>
        </p:nvGrpSpPr>
        <p:grpSpPr>
          <a:xfrm>
            <a:off x="3481187" y="2144768"/>
            <a:ext cx="2232426" cy="1945335"/>
            <a:chOff x="3481187" y="2144768"/>
            <a:chExt cx="2232426" cy="1945335"/>
          </a:xfrm>
        </p:grpSpPr>
        <p:cxnSp>
          <p:nvCxnSpPr>
            <p:cNvPr id="515" name="Straight Connector 514">
              <a:extLst>
                <a:ext uri="{FF2B5EF4-FFF2-40B4-BE49-F238E27FC236}">
                  <a16:creationId xmlns:a16="http://schemas.microsoft.com/office/drawing/2014/main" id="{9A4A5396-8C71-4250-C3DB-FBCE32386FA1}"/>
                </a:ext>
              </a:extLst>
            </p:cNvPr>
            <p:cNvCxnSpPr>
              <a:cxnSpLocks/>
              <a:stCxn id="193" idx="3"/>
              <a:endCxn id="198" idx="0"/>
            </p:cNvCxnSpPr>
            <p:nvPr/>
          </p:nvCxnSpPr>
          <p:spPr>
            <a:xfrm flipH="1">
              <a:off x="5477443" y="2144768"/>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2" name="Straight Connector 521">
              <a:extLst>
                <a:ext uri="{FF2B5EF4-FFF2-40B4-BE49-F238E27FC236}">
                  <a16:creationId xmlns:a16="http://schemas.microsoft.com/office/drawing/2014/main" id="{453E2547-4B35-89AC-0366-DB45E308975D}"/>
                </a:ext>
              </a:extLst>
            </p:cNvPr>
            <p:cNvCxnSpPr>
              <a:cxnSpLocks/>
            </p:cNvCxnSpPr>
            <p:nvPr/>
          </p:nvCxnSpPr>
          <p:spPr>
            <a:xfrm flipH="1">
              <a:off x="5169851" y="2443985"/>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3" name="Straight Connector 522">
              <a:extLst>
                <a:ext uri="{FF2B5EF4-FFF2-40B4-BE49-F238E27FC236}">
                  <a16:creationId xmlns:a16="http://schemas.microsoft.com/office/drawing/2014/main" id="{38672CDD-26A2-F854-5D9C-2B2E111598EC}"/>
                </a:ext>
              </a:extLst>
            </p:cNvPr>
            <p:cNvCxnSpPr>
              <a:cxnSpLocks/>
            </p:cNvCxnSpPr>
            <p:nvPr/>
          </p:nvCxnSpPr>
          <p:spPr>
            <a:xfrm flipH="1">
              <a:off x="4853942" y="2743377"/>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4" name="Straight Connector 523">
              <a:extLst>
                <a:ext uri="{FF2B5EF4-FFF2-40B4-BE49-F238E27FC236}">
                  <a16:creationId xmlns:a16="http://schemas.microsoft.com/office/drawing/2014/main" id="{B3D82963-F083-AF9C-C11E-237C35F08AAD}"/>
                </a:ext>
              </a:extLst>
            </p:cNvPr>
            <p:cNvCxnSpPr>
              <a:cxnSpLocks/>
            </p:cNvCxnSpPr>
            <p:nvPr/>
          </p:nvCxnSpPr>
          <p:spPr>
            <a:xfrm flipH="1">
              <a:off x="4504353" y="3035404"/>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5" name="Straight Connector 524">
              <a:extLst>
                <a:ext uri="{FF2B5EF4-FFF2-40B4-BE49-F238E27FC236}">
                  <a16:creationId xmlns:a16="http://schemas.microsoft.com/office/drawing/2014/main" id="{FCE178AB-BC32-799D-1CBB-9938EC9EBD55}"/>
                </a:ext>
              </a:extLst>
            </p:cNvPr>
            <p:cNvCxnSpPr>
              <a:cxnSpLocks/>
            </p:cNvCxnSpPr>
            <p:nvPr/>
          </p:nvCxnSpPr>
          <p:spPr>
            <a:xfrm flipH="1">
              <a:off x="4172897" y="3342155"/>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6" name="Straight Connector 525">
              <a:extLst>
                <a:ext uri="{FF2B5EF4-FFF2-40B4-BE49-F238E27FC236}">
                  <a16:creationId xmlns:a16="http://schemas.microsoft.com/office/drawing/2014/main" id="{21ED8BA5-042A-8E4F-BDE9-A4C8EAFFF35F}"/>
                </a:ext>
              </a:extLst>
            </p:cNvPr>
            <p:cNvCxnSpPr>
              <a:cxnSpLocks/>
            </p:cNvCxnSpPr>
            <p:nvPr/>
          </p:nvCxnSpPr>
          <p:spPr>
            <a:xfrm flipH="1">
              <a:off x="3831942" y="3646339"/>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7" name="Straight Connector 526">
              <a:extLst>
                <a:ext uri="{FF2B5EF4-FFF2-40B4-BE49-F238E27FC236}">
                  <a16:creationId xmlns:a16="http://schemas.microsoft.com/office/drawing/2014/main" id="{8E4945B1-6398-D2F3-2E12-7053FB914DE9}"/>
                </a:ext>
              </a:extLst>
            </p:cNvPr>
            <p:cNvCxnSpPr>
              <a:cxnSpLocks/>
            </p:cNvCxnSpPr>
            <p:nvPr/>
          </p:nvCxnSpPr>
          <p:spPr>
            <a:xfrm flipH="1">
              <a:off x="3481187" y="3938538"/>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31" name="Group 530">
            <a:extLst>
              <a:ext uri="{FF2B5EF4-FFF2-40B4-BE49-F238E27FC236}">
                <a16:creationId xmlns:a16="http://schemas.microsoft.com/office/drawing/2014/main" id="{D969A7B0-77D6-577F-BEAF-8FC42CB79E4A}"/>
              </a:ext>
            </a:extLst>
          </p:cNvPr>
          <p:cNvGrpSpPr/>
          <p:nvPr/>
        </p:nvGrpSpPr>
        <p:grpSpPr>
          <a:xfrm>
            <a:off x="872305" y="2152531"/>
            <a:ext cx="2232426" cy="1945335"/>
            <a:chOff x="3481187" y="2144768"/>
            <a:chExt cx="2232426" cy="1945335"/>
          </a:xfrm>
        </p:grpSpPr>
        <p:cxnSp>
          <p:nvCxnSpPr>
            <p:cNvPr id="532" name="Straight Connector 531">
              <a:extLst>
                <a:ext uri="{FF2B5EF4-FFF2-40B4-BE49-F238E27FC236}">
                  <a16:creationId xmlns:a16="http://schemas.microsoft.com/office/drawing/2014/main" id="{A9981EDB-C6ED-8223-CD3B-C18A575991DA}"/>
                </a:ext>
              </a:extLst>
            </p:cNvPr>
            <p:cNvCxnSpPr>
              <a:cxnSpLocks/>
            </p:cNvCxnSpPr>
            <p:nvPr/>
          </p:nvCxnSpPr>
          <p:spPr>
            <a:xfrm flipH="1">
              <a:off x="5477443" y="2144768"/>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3" name="Straight Connector 532">
              <a:extLst>
                <a:ext uri="{FF2B5EF4-FFF2-40B4-BE49-F238E27FC236}">
                  <a16:creationId xmlns:a16="http://schemas.microsoft.com/office/drawing/2014/main" id="{05CD754B-24C7-15A6-849B-19E3C7D1E56C}"/>
                </a:ext>
              </a:extLst>
            </p:cNvPr>
            <p:cNvCxnSpPr>
              <a:cxnSpLocks/>
            </p:cNvCxnSpPr>
            <p:nvPr/>
          </p:nvCxnSpPr>
          <p:spPr>
            <a:xfrm flipH="1">
              <a:off x="5169851" y="2443985"/>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4" name="Straight Connector 533">
              <a:extLst>
                <a:ext uri="{FF2B5EF4-FFF2-40B4-BE49-F238E27FC236}">
                  <a16:creationId xmlns:a16="http://schemas.microsoft.com/office/drawing/2014/main" id="{0EAF717D-8087-ACCE-7042-82754C4E8B58}"/>
                </a:ext>
              </a:extLst>
            </p:cNvPr>
            <p:cNvCxnSpPr>
              <a:cxnSpLocks/>
            </p:cNvCxnSpPr>
            <p:nvPr/>
          </p:nvCxnSpPr>
          <p:spPr>
            <a:xfrm flipH="1">
              <a:off x="4853942" y="2743377"/>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5" name="Straight Connector 534">
              <a:extLst>
                <a:ext uri="{FF2B5EF4-FFF2-40B4-BE49-F238E27FC236}">
                  <a16:creationId xmlns:a16="http://schemas.microsoft.com/office/drawing/2014/main" id="{EE86B0E0-BB1F-89BC-7C75-795081AE4CE0}"/>
                </a:ext>
              </a:extLst>
            </p:cNvPr>
            <p:cNvCxnSpPr>
              <a:cxnSpLocks/>
            </p:cNvCxnSpPr>
            <p:nvPr/>
          </p:nvCxnSpPr>
          <p:spPr>
            <a:xfrm flipH="1">
              <a:off x="4504353" y="3035404"/>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6" name="Straight Connector 535">
              <a:extLst>
                <a:ext uri="{FF2B5EF4-FFF2-40B4-BE49-F238E27FC236}">
                  <a16:creationId xmlns:a16="http://schemas.microsoft.com/office/drawing/2014/main" id="{84B28A9C-6944-A001-F11C-2E0CA0927078}"/>
                </a:ext>
              </a:extLst>
            </p:cNvPr>
            <p:cNvCxnSpPr>
              <a:cxnSpLocks/>
            </p:cNvCxnSpPr>
            <p:nvPr/>
          </p:nvCxnSpPr>
          <p:spPr>
            <a:xfrm flipH="1">
              <a:off x="4172897" y="3342155"/>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7" name="Straight Connector 536">
              <a:extLst>
                <a:ext uri="{FF2B5EF4-FFF2-40B4-BE49-F238E27FC236}">
                  <a16:creationId xmlns:a16="http://schemas.microsoft.com/office/drawing/2014/main" id="{5BDE9C63-8442-4D3A-8607-30BB6F898610}"/>
                </a:ext>
              </a:extLst>
            </p:cNvPr>
            <p:cNvCxnSpPr>
              <a:cxnSpLocks/>
            </p:cNvCxnSpPr>
            <p:nvPr/>
          </p:nvCxnSpPr>
          <p:spPr>
            <a:xfrm flipH="1">
              <a:off x="3831942" y="3646339"/>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8" name="Straight Connector 537">
              <a:extLst>
                <a:ext uri="{FF2B5EF4-FFF2-40B4-BE49-F238E27FC236}">
                  <a16:creationId xmlns:a16="http://schemas.microsoft.com/office/drawing/2014/main" id="{E0F3FC0F-7C90-EAAB-054B-1BE5027BAEAD}"/>
                </a:ext>
              </a:extLst>
            </p:cNvPr>
            <p:cNvCxnSpPr>
              <a:cxnSpLocks/>
            </p:cNvCxnSpPr>
            <p:nvPr/>
          </p:nvCxnSpPr>
          <p:spPr>
            <a:xfrm flipH="1">
              <a:off x="3481187" y="3938538"/>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39" name="Group 538">
            <a:extLst>
              <a:ext uri="{FF2B5EF4-FFF2-40B4-BE49-F238E27FC236}">
                <a16:creationId xmlns:a16="http://schemas.microsoft.com/office/drawing/2014/main" id="{79806719-86B1-5220-BB55-9DBDFEB6D0EF}"/>
              </a:ext>
            </a:extLst>
          </p:cNvPr>
          <p:cNvGrpSpPr/>
          <p:nvPr/>
        </p:nvGrpSpPr>
        <p:grpSpPr>
          <a:xfrm>
            <a:off x="6138538" y="2169595"/>
            <a:ext cx="2232426" cy="1945335"/>
            <a:chOff x="3481187" y="2144768"/>
            <a:chExt cx="2232426" cy="1945335"/>
          </a:xfrm>
        </p:grpSpPr>
        <p:cxnSp>
          <p:nvCxnSpPr>
            <p:cNvPr id="540" name="Straight Connector 539">
              <a:extLst>
                <a:ext uri="{FF2B5EF4-FFF2-40B4-BE49-F238E27FC236}">
                  <a16:creationId xmlns:a16="http://schemas.microsoft.com/office/drawing/2014/main" id="{50A452FF-DF4C-817E-75E1-9DAC876184F3}"/>
                </a:ext>
              </a:extLst>
            </p:cNvPr>
            <p:cNvCxnSpPr>
              <a:cxnSpLocks/>
            </p:cNvCxnSpPr>
            <p:nvPr/>
          </p:nvCxnSpPr>
          <p:spPr>
            <a:xfrm flipH="1">
              <a:off x="5477443" y="2144768"/>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1" name="Straight Connector 540">
              <a:extLst>
                <a:ext uri="{FF2B5EF4-FFF2-40B4-BE49-F238E27FC236}">
                  <a16:creationId xmlns:a16="http://schemas.microsoft.com/office/drawing/2014/main" id="{C539E21F-7356-39D7-CE73-32834672A837}"/>
                </a:ext>
              </a:extLst>
            </p:cNvPr>
            <p:cNvCxnSpPr>
              <a:cxnSpLocks/>
            </p:cNvCxnSpPr>
            <p:nvPr/>
          </p:nvCxnSpPr>
          <p:spPr>
            <a:xfrm flipH="1">
              <a:off x="5169851" y="2443985"/>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2" name="Straight Connector 541">
              <a:extLst>
                <a:ext uri="{FF2B5EF4-FFF2-40B4-BE49-F238E27FC236}">
                  <a16:creationId xmlns:a16="http://schemas.microsoft.com/office/drawing/2014/main" id="{C575F650-BF72-1D87-5BB2-9C839BDB3963}"/>
                </a:ext>
              </a:extLst>
            </p:cNvPr>
            <p:cNvCxnSpPr>
              <a:cxnSpLocks/>
            </p:cNvCxnSpPr>
            <p:nvPr/>
          </p:nvCxnSpPr>
          <p:spPr>
            <a:xfrm flipH="1">
              <a:off x="4853942" y="2743377"/>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3" name="Straight Connector 542">
              <a:extLst>
                <a:ext uri="{FF2B5EF4-FFF2-40B4-BE49-F238E27FC236}">
                  <a16:creationId xmlns:a16="http://schemas.microsoft.com/office/drawing/2014/main" id="{3A15B087-2F56-A16C-B048-D3DC273F962B}"/>
                </a:ext>
              </a:extLst>
            </p:cNvPr>
            <p:cNvCxnSpPr>
              <a:cxnSpLocks/>
            </p:cNvCxnSpPr>
            <p:nvPr/>
          </p:nvCxnSpPr>
          <p:spPr>
            <a:xfrm flipH="1">
              <a:off x="4504353" y="3035404"/>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4" name="Straight Connector 543">
              <a:extLst>
                <a:ext uri="{FF2B5EF4-FFF2-40B4-BE49-F238E27FC236}">
                  <a16:creationId xmlns:a16="http://schemas.microsoft.com/office/drawing/2014/main" id="{58DB6034-0491-C73B-23C8-31599A70173C}"/>
                </a:ext>
              </a:extLst>
            </p:cNvPr>
            <p:cNvCxnSpPr>
              <a:cxnSpLocks/>
            </p:cNvCxnSpPr>
            <p:nvPr/>
          </p:nvCxnSpPr>
          <p:spPr>
            <a:xfrm flipH="1">
              <a:off x="4172897" y="3342155"/>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5" name="Straight Connector 544">
              <a:extLst>
                <a:ext uri="{FF2B5EF4-FFF2-40B4-BE49-F238E27FC236}">
                  <a16:creationId xmlns:a16="http://schemas.microsoft.com/office/drawing/2014/main" id="{0E66AC9D-1427-BCB1-2C21-57D15E9F2F8B}"/>
                </a:ext>
              </a:extLst>
            </p:cNvPr>
            <p:cNvCxnSpPr>
              <a:cxnSpLocks/>
            </p:cNvCxnSpPr>
            <p:nvPr/>
          </p:nvCxnSpPr>
          <p:spPr>
            <a:xfrm flipH="1">
              <a:off x="3831942" y="3646339"/>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6" name="Straight Connector 545">
              <a:extLst>
                <a:ext uri="{FF2B5EF4-FFF2-40B4-BE49-F238E27FC236}">
                  <a16:creationId xmlns:a16="http://schemas.microsoft.com/office/drawing/2014/main" id="{4345D712-EC46-AB59-17E9-BD7993DF08D6}"/>
                </a:ext>
              </a:extLst>
            </p:cNvPr>
            <p:cNvCxnSpPr>
              <a:cxnSpLocks/>
            </p:cNvCxnSpPr>
            <p:nvPr/>
          </p:nvCxnSpPr>
          <p:spPr>
            <a:xfrm flipH="1">
              <a:off x="3481187" y="3938538"/>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47" name="Group 546">
            <a:extLst>
              <a:ext uri="{FF2B5EF4-FFF2-40B4-BE49-F238E27FC236}">
                <a16:creationId xmlns:a16="http://schemas.microsoft.com/office/drawing/2014/main" id="{3384A983-8669-F053-A4F2-019DF2EE6DD1}"/>
              </a:ext>
            </a:extLst>
          </p:cNvPr>
          <p:cNvGrpSpPr/>
          <p:nvPr/>
        </p:nvGrpSpPr>
        <p:grpSpPr>
          <a:xfrm>
            <a:off x="8773653" y="2202451"/>
            <a:ext cx="2223282" cy="1917903"/>
            <a:chOff x="3490331" y="2144768"/>
            <a:chExt cx="2223282" cy="1917903"/>
          </a:xfrm>
        </p:grpSpPr>
        <p:cxnSp>
          <p:nvCxnSpPr>
            <p:cNvPr id="548" name="Straight Connector 547">
              <a:extLst>
                <a:ext uri="{FF2B5EF4-FFF2-40B4-BE49-F238E27FC236}">
                  <a16:creationId xmlns:a16="http://schemas.microsoft.com/office/drawing/2014/main" id="{3D0071A9-737A-9165-D270-145A2CA2973C}"/>
                </a:ext>
              </a:extLst>
            </p:cNvPr>
            <p:cNvCxnSpPr>
              <a:cxnSpLocks/>
            </p:cNvCxnSpPr>
            <p:nvPr/>
          </p:nvCxnSpPr>
          <p:spPr>
            <a:xfrm flipH="1">
              <a:off x="5477443" y="2144768"/>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9" name="Straight Connector 548">
              <a:extLst>
                <a:ext uri="{FF2B5EF4-FFF2-40B4-BE49-F238E27FC236}">
                  <a16:creationId xmlns:a16="http://schemas.microsoft.com/office/drawing/2014/main" id="{8243E37E-3173-CA7C-086B-A7929B0BBE17}"/>
                </a:ext>
              </a:extLst>
            </p:cNvPr>
            <p:cNvCxnSpPr>
              <a:cxnSpLocks/>
            </p:cNvCxnSpPr>
            <p:nvPr/>
          </p:nvCxnSpPr>
          <p:spPr>
            <a:xfrm flipH="1">
              <a:off x="5169851" y="2443985"/>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0" name="Straight Connector 549">
              <a:extLst>
                <a:ext uri="{FF2B5EF4-FFF2-40B4-BE49-F238E27FC236}">
                  <a16:creationId xmlns:a16="http://schemas.microsoft.com/office/drawing/2014/main" id="{503BBBEC-1CB2-593C-2018-14FB1DBA6C13}"/>
                </a:ext>
              </a:extLst>
            </p:cNvPr>
            <p:cNvCxnSpPr>
              <a:cxnSpLocks/>
            </p:cNvCxnSpPr>
            <p:nvPr/>
          </p:nvCxnSpPr>
          <p:spPr>
            <a:xfrm flipH="1">
              <a:off x="4853942" y="2743377"/>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1" name="Straight Connector 550">
              <a:extLst>
                <a:ext uri="{FF2B5EF4-FFF2-40B4-BE49-F238E27FC236}">
                  <a16:creationId xmlns:a16="http://schemas.microsoft.com/office/drawing/2014/main" id="{47644436-ECB1-899A-9383-409957504BEF}"/>
                </a:ext>
              </a:extLst>
            </p:cNvPr>
            <p:cNvCxnSpPr>
              <a:cxnSpLocks/>
            </p:cNvCxnSpPr>
            <p:nvPr/>
          </p:nvCxnSpPr>
          <p:spPr>
            <a:xfrm flipH="1">
              <a:off x="4504353" y="3035404"/>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2" name="Straight Connector 551">
              <a:extLst>
                <a:ext uri="{FF2B5EF4-FFF2-40B4-BE49-F238E27FC236}">
                  <a16:creationId xmlns:a16="http://schemas.microsoft.com/office/drawing/2014/main" id="{CE16BD40-71F0-04C7-C722-1CCD5A6A89D1}"/>
                </a:ext>
              </a:extLst>
            </p:cNvPr>
            <p:cNvCxnSpPr>
              <a:cxnSpLocks/>
            </p:cNvCxnSpPr>
            <p:nvPr/>
          </p:nvCxnSpPr>
          <p:spPr>
            <a:xfrm flipH="1">
              <a:off x="4172897" y="3342155"/>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3" name="Straight Connector 552">
              <a:extLst>
                <a:ext uri="{FF2B5EF4-FFF2-40B4-BE49-F238E27FC236}">
                  <a16:creationId xmlns:a16="http://schemas.microsoft.com/office/drawing/2014/main" id="{EF1082C1-F4D6-7A62-AD62-16F6EBEA55A7}"/>
                </a:ext>
              </a:extLst>
            </p:cNvPr>
            <p:cNvCxnSpPr>
              <a:cxnSpLocks/>
            </p:cNvCxnSpPr>
            <p:nvPr/>
          </p:nvCxnSpPr>
          <p:spPr>
            <a:xfrm flipH="1">
              <a:off x="3831942" y="3646339"/>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4" name="Straight Connector 553">
              <a:extLst>
                <a:ext uri="{FF2B5EF4-FFF2-40B4-BE49-F238E27FC236}">
                  <a16:creationId xmlns:a16="http://schemas.microsoft.com/office/drawing/2014/main" id="{F58E4BDB-0A80-9BE9-9B42-CC083330062A}"/>
                </a:ext>
              </a:extLst>
            </p:cNvPr>
            <p:cNvCxnSpPr>
              <a:cxnSpLocks/>
            </p:cNvCxnSpPr>
            <p:nvPr/>
          </p:nvCxnSpPr>
          <p:spPr>
            <a:xfrm flipH="1">
              <a:off x="3490331" y="3911106"/>
              <a:ext cx="236170" cy="15156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98" name="Group 597">
            <a:extLst>
              <a:ext uri="{FF2B5EF4-FFF2-40B4-BE49-F238E27FC236}">
                <a16:creationId xmlns:a16="http://schemas.microsoft.com/office/drawing/2014/main" id="{A3587429-D111-10D5-4468-C0EFC778A0C8}"/>
              </a:ext>
            </a:extLst>
          </p:cNvPr>
          <p:cNvGrpSpPr/>
          <p:nvPr/>
        </p:nvGrpSpPr>
        <p:grpSpPr>
          <a:xfrm>
            <a:off x="6091428" y="2199077"/>
            <a:ext cx="2334222" cy="3121329"/>
            <a:chOff x="6091428" y="2199077"/>
            <a:chExt cx="2334222" cy="3121329"/>
          </a:xfrm>
        </p:grpSpPr>
        <p:grpSp>
          <p:nvGrpSpPr>
            <p:cNvPr id="557" name="Group 556">
              <a:extLst>
                <a:ext uri="{FF2B5EF4-FFF2-40B4-BE49-F238E27FC236}">
                  <a16:creationId xmlns:a16="http://schemas.microsoft.com/office/drawing/2014/main" id="{47122CC3-6530-DABA-1C1F-7F60EF68E4F7}"/>
                </a:ext>
              </a:extLst>
            </p:cNvPr>
            <p:cNvGrpSpPr/>
            <p:nvPr/>
          </p:nvGrpSpPr>
          <p:grpSpPr>
            <a:xfrm>
              <a:off x="8416506" y="2199077"/>
              <a:ext cx="9144" cy="1034655"/>
              <a:chOff x="5940926" y="2323002"/>
              <a:chExt cx="9144" cy="1034655"/>
            </a:xfrm>
          </p:grpSpPr>
          <p:cxnSp>
            <p:nvCxnSpPr>
              <p:cNvPr id="558" name="Straight Connector 557">
                <a:extLst>
                  <a:ext uri="{FF2B5EF4-FFF2-40B4-BE49-F238E27FC236}">
                    <a16:creationId xmlns:a16="http://schemas.microsoft.com/office/drawing/2014/main" id="{3A31E7C3-5C03-AE7F-0D00-E9CF5C6DBF88}"/>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59" name="Straight Connector 558">
                <a:extLst>
                  <a:ext uri="{FF2B5EF4-FFF2-40B4-BE49-F238E27FC236}">
                    <a16:creationId xmlns:a16="http://schemas.microsoft.com/office/drawing/2014/main" id="{B6BC0071-B3A7-20C3-E981-E2964C0A4D2A}"/>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60" name="Straight Connector 559">
                <a:extLst>
                  <a:ext uri="{FF2B5EF4-FFF2-40B4-BE49-F238E27FC236}">
                    <a16:creationId xmlns:a16="http://schemas.microsoft.com/office/drawing/2014/main" id="{446A8D71-0AF1-8DCC-4F2B-EE75A41BDBA2}"/>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61" name="Straight Connector 560">
                <a:extLst>
                  <a:ext uri="{FF2B5EF4-FFF2-40B4-BE49-F238E27FC236}">
                    <a16:creationId xmlns:a16="http://schemas.microsoft.com/office/drawing/2014/main" id="{40AB6F49-9939-2AEE-D2A3-CCA1DED7746E}"/>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62" name="Group 561">
              <a:extLst>
                <a:ext uri="{FF2B5EF4-FFF2-40B4-BE49-F238E27FC236}">
                  <a16:creationId xmlns:a16="http://schemas.microsoft.com/office/drawing/2014/main" id="{62E2D492-B0E8-558D-2EF3-3C97B9739491}"/>
                </a:ext>
              </a:extLst>
            </p:cNvPr>
            <p:cNvGrpSpPr/>
            <p:nvPr/>
          </p:nvGrpSpPr>
          <p:grpSpPr>
            <a:xfrm>
              <a:off x="8096318" y="2488776"/>
              <a:ext cx="9144" cy="1034655"/>
              <a:chOff x="5940926" y="2323002"/>
              <a:chExt cx="9144" cy="1034655"/>
            </a:xfrm>
          </p:grpSpPr>
          <p:cxnSp>
            <p:nvCxnSpPr>
              <p:cNvPr id="563" name="Straight Connector 562">
                <a:extLst>
                  <a:ext uri="{FF2B5EF4-FFF2-40B4-BE49-F238E27FC236}">
                    <a16:creationId xmlns:a16="http://schemas.microsoft.com/office/drawing/2014/main" id="{A8445464-0545-AC32-72FC-8C4E75583BFB}"/>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64" name="Straight Connector 563">
                <a:extLst>
                  <a:ext uri="{FF2B5EF4-FFF2-40B4-BE49-F238E27FC236}">
                    <a16:creationId xmlns:a16="http://schemas.microsoft.com/office/drawing/2014/main" id="{3C98BE32-7B35-4B24-8B7C-232490D6AF4E}"/>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65" name="Straight Connector 564">
                <a:extLst>
                  <a:ext uri="{FF2B5EF4-FFF2-40B4-BE49-F238E27FC236}">
                    <a16:creationId xmlns:a16="http://schemas.microsoft.com/office/drawing/2014/main" id="{75F80AE4-6B29-0BCD-2915-0D3BCDFF56BB}"/>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66" name="Straight Connector 565">
                <a:extLst>
                  <a:ext uri="{FF2B5EF4-FFF2-40B4-BE49-F238E27FC236}">
                    <a16:creationId xmlns:a16="http://schemas.microsoft.com/office/drawing/2014/main" id="{14F89C20-36DB-7193-FE07-9AB69D40FBB5}"/>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67" name="Group 566">
              <a:extLst>
                <a:ext uri="{FF2B5EF4-FFF2-40B4-BE49-F238E27FC236}">
                  <a16:creationId xmlns:a16="http://schemas.microsoft.com/office/drawing/2014/main" id="{060FD8D2-7FC7-3DD6-0F2B-D43D6191FC51}"/>
                </a:ext>
              </a:extLst>
            </p:cNvPr>
            <p:cNvGrpSpPr/>
            <p:nvPr/>
          </p:nvGrpSpPr>
          <p:grpSpPr>
            <a:xfrm>
              <a:off x="7773378" y="2776917"/>
              <a:ext cx="9144" cy="1034655"/>
              <a:chOff x="5940926" y="2323002"/>
              <a:chExt cx="9144" cy="1034655"/>
            </a:xfrm>
          </p:grpSpPr>
          <p:cxnSp>
            <p:nvCxnSpPr>
              <p:cNvPr id="568" name="Straight Connector 567">
                <a:extLst>
                  <a:ext uri="{FF2B5EF4-FFF2-40B4-BE49-F238E27FC236}">
                    <a16:creationId xmlns:a16="http://schemas.microsoft.com/office/drawing/2014/main" id="{02FD683E-8117-D9EA-892F-11D75CE0EC3B}"/>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69" name="Straight Connector 568">
                <a:extLst>
                  <a:ext uri="{FF2B5EF4-FFF2-40B4-BE49-F238E27FC236}">
                    <a16:creationId xmlns:a16="http://schemas.microsoft.com/office/drawing/2014/main" id="{57EEFD9A-CED1-4639-65BF-80965C55171D}"/>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70" name="Straight Connector 569">
                <a:extLst>
                  <a:ext uri="{FF2B5EF4-FFF2-40B4-BE49-F238E27FC236}">
                    <a16:creationId xmlns:a16="http://schemas.microsoft.com/office/drawing/2014/main" id="{B717E411-C369-C1E6-EC11-3A2854B5678C}"/>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71" name="Straight Connector 570">
                <a:extLst>
                  <a:ext uri="{FF2B5EF4-FFF2-40B4-BE49-F238E27FC236}">
                    <a16:creationId xmlns:a16="http://schemas.microsoft.com/office/drawing/2014/main" id="{F2EEAED5-B004-C41D-D172-B2D47879DE4F}"/>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73" name="Group 572">
              <a:extLst>
                <a:ext uri="{FF2B5EF4-FFF2-40B4-BE49-F238E27FC236}">
                  <a16:creationId xmlns:a16="http://schemas.microsoft.com/office/drawing/2014/main" id="{215EE03A-E48E-5B85-9F79-C0C5ECF0CAB3}"/>
                </a:ext>
              </a:extLst>
            </p:cNvPr>
            <p:cNvGrpSpPr/>
            <p:nvPr/>
          </p:nvGrpSpPr>
          <p:grpSpPr>
            <a:xfrm>
              <a:off x="7434071" y="3082997"/>
              <a:ext cx="9144" cy="1034655"/>
              <a:chOff x="5940926" y="2323002"/>
              <a:chExt cx="9144" cy="1034655"/>
            </a:xfrm>
          </p:grpSpPr>
          <p:cxnSp>
            <p:nvCxnSpPr>
              <p:cNvPr id="574" name="Straight Connector 573">
                <a:extLst>
                  <a:ext uri="{FF2B5EF4-FFF2-40B4-BE49-F238E27FC236}">
                    <a16:creationId xmlns:a16="http://schemas.microsoft.com/office/drawing/2014/main" id="{7353FF86-0881-CA6A-2FD1-BFCB39FDFF4B}"/>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75" name="Straight Connector 574">
                <a:extLst>
                  <a:ext uri="{FF2B5EF4-FFF2-40B4-BE49-F238E27FC236}">
                    <a16:creationId xmlns:a16="http://schemas.microsoft.com/office/drawing/2014/main" id="{A017FA75-8808-7770-73FA-C9B9C432B798}"/>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76" name="Straight Connector 575">
                <a:extLst>
                  <a:ext uri="{FF2B5EF4-FFF2-40B4-BE49-F238E27FC236}">
                    <a16:creationId xmlns:a16="http://schemas.microsoft.com/office/drawing/2014/main" id="{7ACD0E32-64C4-0CE1-A6AE-9F2500630357}"/>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77" name="Straight Connector 576">
                <a:extLst>
                  <a:ext uri="{FF2B5EF4-FFF2-40B4-BE49-F238E27FC236}">
                    <a16:creationId xmlns:a16="http://schemas.microsoft.com/office/drawing/2014/main" id="{67C8DA4E-2553-DEC4-C0B0-0AD876991FFB}"/>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78" name="Group 577">
              <a:extLst>
                <a:ext uri="{FF2B5EF4-FFF2-40B4-BE49-F238E27FC236}">
                  <a16:creationId xmlns:a16="http://schemas.microsoft.com/office/drawing/2014/main" id="{0AF94C16-88D4-8E0E-1D94-958D5461DC92}"/>
                </a:ext>
              </a:extLst>
            </p:cNvPr>
            <p:cNvGrpSpPr/>
            <p:nvPr/>
          </p:nvGrpSpPr>
          <p:grpSpPr>
            <a:xfrm>
              <a:off x="7105866" y="3375605"/>
              <a:ext cx="9144" cy="1034655"/>
              <a:chOff x="5940926" y="2323002"/>
              <a:chExt cx="9144" cy="1034655"/>
            </a:xfrm>
          </p:grpSpPr>
          <p:cxnSp>
            <p:nvCxnSpPr>
              <p:cNvPr id="579" name="Straight Connector 578">
                <a:extLst>
                  <a:ext uri="{FF2B5EF4-FFF2-40B4-BE49-F238E27FC236}">
                    <a16:creationId xmlns:a16="http://schemas.microsoft.com/office/drawing/2014/main" id="{CCAA8F29-5EFB-DC47-B073-757ED2CEE7D9}"/>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80" name="Straight Connector 579">
                <a:extLst>
                  <a:ext uri="{FF2B5EF4-FFF2-40B4-BE49-F238E27FC236}">
                    <a16:creationId xmlns:a16="http://schemas.microsoft.com/office/drawing/2014/main" id="{C27B8E5F-8F41-39B7-8434-6DCF17332295}"/>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81" name="Straight Connector 580">
                <a:extLst>
                  <a:ext uri="{FF2B5EF4-FFF2-40B4-BE49-F238E27FC236}">
                    <a16:creationId xmlns:a16="http://schemas.microsoft.com/office/drawing/2014/main" id="{ADB35818-0A13-E63A-44AA-E4A6C83BF1F1}"/>
                  </a:ext>
                </a:extLst>
              </p:cNvPr>
              <p:cNvCxnSpPr/>
              <p:nvPr/>
            </p:nvCxnSpPr>
            <p:spPr>
              <a:xfrm>
                <a:off x="5950070" y="2947605"/>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82" name="Straight Connector 581">
                <a:extLst>
                  <a:ext uri="{FF2B5EF4-FFF2-40B4-BE49-F238E27FC236}">
                    <a16:creationId xmlns:a16="http://schemas.microsoft.com/office/drawing/2014/main" id="{BD7E8590-7B57-C1AB-3463-B5534340BD0D}"/>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83" name="Group 582">
              <a:extLst>
                <a:ext uri="{FF2B5EF4-FFF2-40B4-BE49-F238E27FC236}">
                  <a16:creationId xmlns:a16="http://schemas.microsoft.com/office/drawing/2014/main" id="{3B200019-29D6-1199-FC2D-8B85B8DD0815}"/>
                </a:ext>
              </a:extLst>
            </p:cNvPr>
            <p:cNvGrpSpPr/>
            <p:nvPr/>
          </p:nvGrpSpPr>
          <p:grpSpPr>
            <a:xfrm>
              <a:off x="6757416" y="3681936"/>
              <a:ext cx="9144" cy="1034655"/>
              <a:chOff x="5940926" y="2323002"/>
              <a:chExt cx="9144" cy="1034655"/>
            </a:xfrm>
          </p:grpSpPr>
          <p:cxnSp>
            <p:nvCxnSpPr>
              <p:cNvPr id="584" name="Straight Connector 583">
                <a:extLst>
                  <a:ext uri="{FF2B5EF4-FFF2-40B4-BE49-F238E27FC236}">
                    <a16:creationId xmlns:a16="http://schemas.microsoft.com/office/drawing/2014/main" id="{C918FB05-71F1-7418-96FD-8B91BE976B49}"/>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85" name="Straight Connector 584">
                <a:extLst>
                  <a:ext uri="{FF2B5EF4-FFF2-40B4-BE49-F238E27FC236}">
                    <a16:creationId xmlns:a16="http://schemas.microsoft.com/office/drawing/2014/main" id="{1176FC9F-810E-60EF-B13C-E6339328FC7F}"/>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86" name="Straight Connector 585">
                <a:extLst>
                  <a:ext uri="{FF2B5EF4-FFF2-40B4-BE49-F238E27FC236}">
                    <a16:creationId xmlns:a16="http://schemas.microsoft.com/office/drawing/2014/main" id="{DB5C2692-AFF5-BBFE-6AC1-DA16120B6CDD}"/>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87" name="Straight Connector 586">
                <a:extLst>
                  <a:ext uri="{FF2B5EF4-FFF2-40B4-BE49-F238E27FC236}">
                    <a16:creationId xmlns:a16="http://schemas.microsoft.com/office/drawing/2014/main" id="{8DD67586-38A1-CF7A-1010-5A3AF34D2620}"/>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88" name="Group 587">
              <a:extLst>
                <a:ext uri="{FF2B5EF4-FFF2-40B4-BE49-F238E27FC236}">
                  <a16:creationId xmlns:a16="http://schemas.microsoft.com/office/drawing/2014/main" id="{729AA717-8927-35EF-54A9-01420C769F33}"/>
                </a:ext>
              </a:extLst>
            </p:cNvPr>
            <p:cNvGrpSpPr/>
            <p:nvPr/>
          </p:nvGrpSpPr>
          <p:grpSpPr>
            <a:xfrm>
              <a:off x="6423660" y="3988253"/>
              <a:ext cx="9144" cy="1034655"/>
              <a:chOff x="5940926" y="2323002"/>
              <a:chExt cx="9144" cy="1034655"/>
            </a:xfrm>
          </p:grpSpPr>
          <p:cxnSp>
            <p:nvCxnSpPr>
              <p:cNvPr id="589" name="Straight Connector 588">
                <a:extLst>
                  <a:ext uri="{FF2B5EF4-FFF2-40B4-BE49-F238E27FC236}">
                    <a16:creationId xmlns:a16="http://schemas.microsoft.com/office/drawing/2014/main" id="{ACE2EEB2-A25E-4A2F-7EAA-47EEE90E98A9}"/>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90" name="Straight Connector 589">
                <a:extLst>
                  <a:ext uri="{FF2B5EF4-FFF2-40B4-BE49-F238E27FC236}">
                    <a16:creationId xmlns:a16="http://schemas.microsoft.com/office/drawing/2014/main" id="{7572DFF0-989C-C1D9-78F8-3231B406F803}"/>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91" name="Straight Connector 590">
                <a:extLst>
                  <a:ext uri="{FF2B5EF4-FFF2-40B4-BE49-F238E27FC236}">
                    <a16:creationId xmlns:a16="http://schemas.microsoft.com/office/drawing/2014/main" id="{CD1B08B5-EE8F-73ED-F889-6C48F305A996}"/>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92" name="Straight Connector 591">
                <a:extLst>
                  <a:ext uri="{FF2B5EF4-FFF2-40B4-BE49-F238E27FC236}">
                    <a16:creationId xmlns:a16="http://schemas.microsoft.com/office/drawing/2014/main" id="{E139E1A1-A4E5-C561-15A1-7492807EE51F}"/>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593" name="Group 592">
              <a:extLst>
                <a:ext uri="{FF2B5EF4-FFF2-40B4-BE49-F238E27FC236}">
                  <a16:creationId xmlns:a16="http://schemas.microsoft.com/office/drawing/2014/main" id="{F0F1D9F7-C8F9-FD05-43DD-1111BF43F9DD}"/>
                </a:ext>
              </a:extLst>
            </p:cNvPr>
            <p:cNvGrpSpPr/>
            <p:nvPr/>
          </p:nvGrpSpPr>
          <p:grpSpPr>
            <a:xfrm>
              <a:off x="6091428" y="4285751"/>
              <a:ext cx="9144" cy="1034655"/>
              <a:chOff x="5940926" y="2323002"/>
              <a:chExt cx="9144" cy="1034655"/>
            </a:xfrm>
          </p:grpSpPr>
          <p:cxnSp>
            <p:nvCxnSpPr>
              <p:cNvPr id="594" name="Straight Connector 593">
                <a:extLst>
                  <a:ext uri="{FF2B5EF4-FFF2-40B4-BE49-F238E27FC236}">
                    <a16:creationId xmlns:a16="http://schemas.microsoft.com/office/drawing/2014/main" id="{1995C851-5CA7-A6EA-9B5A-F73953225266}"/>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95" name="Straight Connector 594">
                <a:extLst>
                  <a:ext uri="{FF2B5EF4-FFF2-40B4-BE49-F238E27FC236}">
                    <a16:creationId xmlns:a16="http://schemas.microsoft.com/office/drawing/2014/main" id="{D7640C0C-5BAD-7AC0-EE6F-9468F75CDB13}"/>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96" name="Straight Connector 595">
                <a:extLst>
                  <a:ext uri="{FF2B5EF4-FFF2-40B4-BE49-F238E27FC236}">
                    <a16:creationId xmlns:a16="http://schemas.microsoft.com/office/drawing/2014/main" id="{21804B4F-A25A-41C6-2D42-2D4E798438B9}"/>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97" name="Straight Connector 596">
                <a:extLst>
                  <a:ext uri="{FF2B5EF4-FFF2-40B4-BE49-F238E27FC236}">
                    <a16:creationId xmlns:a16="http://schemas.microsoft.com/office/drawing/2014/main" id="{37E79C92-DA19-11A0-3F1D-E7CE8D25C3B5}"/>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grpSp>
        <p:nvGrpSpPr>
          <p:cNvPr id="599" name="Group 598">
            <a:extLst>
              <a:ext uri="{FF2B5EF4-FFF2-40B4-BE49-F238E27FC236}">
                <a16:creationId xmlns:a16="http://schemas.microsoft.com/office/drawing/2014/main" id="{A36BA9A5-7489-317E-E47D-76C1753F531F}"/>
              </a:ext>
            </a:extLst>
          </p:cNvPr>
          <p:cNvGrpSpPr/>
          <p:nvPr/>
        </p:nvGrpSpPr>
        <p:grpSpPr>
          <a:xfrm>
            <a:off x="8740380" y="2207425"/>
            <a:ext cx="2334222" cy="3121329"/>
            <a:chOff x="6091428" y="2199077"/>
            <a:chExt cx="2334222" cy="3121329"/>
          </a:xfrm>
        </p:grpSpPr>
        <p:grpSp>
          <p:nvGrpSpPr>
            <p:cNvPr id="600" name="Group 599">
              <a:extLst>
                <a:ext uri="{FF2B5EF4-FFF2-40B4-BE49-F238E27FC236}">
                  <a16:creationId xmlns:a16="http://schemas.microsoft.com/office/drawing/2014/main" id="{3B624E6B-22F9-C24A-17F9-3F8D966B7D0A}"/>
                </a:ext>
              </a:extLst>
            </p:cNvPr>
            <p:cNvGrpSpPr/>
            <p:nvPr/>
          </p:nvGrpSpPr>
          <p:grpSpPr>
            <a:xfrm>
              <a:off x="8416506" y="2199077"/>
              <a:ext cx="9144" cy="1034655"/>
              <a:chOff x="5940926" y="2323002"/>
              <a:chExt cx="9144" cy="1034655"/>
            </a:xfrm>
          </p:grpSpPr>
          <p:cxnSp>
            <p:nvCxnSpPr>
              <p:cNvPr id="636" name="Straight Connector 635">
                <a:extLst>
                  <a:ext uri="{FF2B5EF4-FFF2-40B4-BE49-F238E27FC236}">
                    <a16:creationId xmlns:a16="http://schemas.microsoft.com/office/drawing/2014/main" id="{DC0322E7-2C03-9F3B-99A4-FA885CAEA588}"/>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37" name="Straight Connector 636">
                <a:extLst>
                  <a:ext uri="{FF2B5EF4-FFF2-40B4-BE49-F238E27FC236}">
                    <a16:creationId xmlns:a16="http://schemas.microsoft.com/office/drawing/2014/main" id="{518FE02A-CAE4-420F-CB49-92FF6AAECB49}"/>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38" name="Straight Connector 637">
                <a:extLst>
                  <a:ext uri="{FF2B5EF4-FFF2-40B4-BE49-F238E27FC236}">
                    <a16:creationId xmlns:a16="http://schemas.microsoft.com/office/drawing/2014/main" id="{64E98892-EF6A-EBFD-879F-1414E3E9B930}"/>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39" name="Straight Connector 638">
                <a:extLst>
                  <a:ext uri="{FF2B5EF4-FFF2-40B4-BE49-F238E27FC236}">
                    <a16:creationId xmlns:a16="http://schemas.microsoft.com/office/drawing/2014/main" id="{88689915-B184-195C-5D34-AC5200A38431}"/>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01" name="Group 600">
              <a:extLst>
                <a:ext uri="{FF2B5EF4-FFF2-40B4-BE49-F238E27FC236}">
                  <a16:creationId xmlns:a16="http://schemas.microsoft.com/office/drawing/2014/main" id="{3E432777-C1EF-2F99-EF07-845C236D3383}"/>
                </a:ext>
              </a:extLst>
            </p:cNvPr>
            <p:cNvGrpSpPr/>
            <p:nvPr/>
          </p:nvGrpSpPr>
          <p:grpSpPr>
            <a:xfrm>
              <a:off x="8096318" y="2488776"/>
              <a:ext cx="9144" cy="1034655"/>
              <a:chOff x="5940926" y="2323002"/>
              <a:chExt cx="9144" cy="1034655"/>
            </a:xfrm>
          </p:grpSpPr>
          <p:cxnSp>
            <p:nvCxnSpPr>
              <p:cNvPr id="632" name="Straight Connector 631">
                <a:extLst>
                  <a:ext uri="{FF2B5EF4-FFF2-40B4-BE49-F238E27FC236}">
                    <a16:creationId xmlns:a16="http://schemas.microsoft.com/office/drawing/2014/main" id="{D9B1372A-F960-FDE5-2B7B-D9E295B57444}"/>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33" name="Straight Connector 632">
                <a:extLst>
                  <a:ext uri="{FF2B5EF4-FFF2-40B4-BE49-F238E27FC236}">
                    <a16:creationId xmlns:a16="http://schemas.microsoft.com/office/drawing/2014/main" id="{CD57C1F0-9B23-A05B-16A7-825C88ADC072}"/>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34" name="Straight Connector 633">
                <a:extLst>
                  <a:ext uri="{FF2B5EF4-FFF2-40B4-BE49-F238E27FC236}">
                    <a16:creationId xmlns:a16="http://schemas.microsoft.com/office/drawing/2014/main" id="{3DF7C9F8-0735-A733-2414-76B2801B3EA0}"/>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35" name="Straight Connector 634">
                <a:extLst>
                  <a:ext uri="{FF2B5EF4-FFF2-40B4-BE49-F238E27FC236}">
                    <a16:creationId xmlns:a16="http://schemas.microsoft.com/office/drawing/2014/main" id="{F9CCB73E-941C-980A-4054-A0159DDE6211}"/>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02" name="Group 601">
              <a:extLst>
                <a:ext uri="{FF2B5EF4-FFF2-40B4-BE49-F238E27FC236}">
                  <a16:creationId xmlns:a16="http://schemas.microsoft.com/office/drawing/2014/main" id="{6409E679-2314-3DAB-DCD7-E86E04585DFA}"/>
                </a:ext>
              </a:extLst>
            </p:cNvPr>
            <p:cNvGrpSpPr/>
            <p:nvPr/>
          </p:nvGrpSpPr>
          <p:grpSpPr>
            <a:xfrm>
              <a:off x="7773378" y="2776917"/>
              <a:ext cx="9144" cy="1034655"/>
              <a:chOff x="5940926" y="2323002"/>
              <a:chExt cx="9144" cy="1034655"/>
            </a:xfrm>
          </p:grpSpPr>
          <p:cxnSp>
            <p:nvCxnSpPr>
              <p:cNvPr id="628" name="Straight Connector 627">
                <a:extLst>
                  <a:ext uri="{FF2B5EF4-FFF2-40B4-BE49-F238E27FC236}">
                    <a16:creationId xmlns:a16="http://schemas.microsoft.com/office/drawing/2014/main" id="{02724845-EBE4-EB6D-3A82-DC6F32710979}"/>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29" name="Straight Connector 628">
                <a:extLst>
                  <a:ext uri="{FF2B5EF4-FFF2-40B4-BE49-F238E27FC236}">
                    <a16:creationId xmlns:a16="http://schemas.microsoft.com/office/drawing/2014/main" id="{99FC3A81-D600-5E74-135E-9773D5A2AC71}"/>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30" name="Straight Connector 629">
                <a:extLst>
                  <a:ext uri="{FF2B5EF4-FFF2-40B4-BE49-F238E27FC236}">
                    <a16:creationId xmlns:a16="http://schemas.microsoft.com/office/drawing/2014/main" id="{D421134F-398A-EC28-437A-D232DE163157}"/>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31" name="Straight Connector 630">
                <a:extLst>
                  <a:ext uri="{FF2B5EF4-FFF2-40B4-BE49-F238E27FC236}">
                    <a16:creationId xmlns:a16="http://schemas.microsoft.com/office/drawing/2014/main" id="{7BCF1F7C-0789-BC3B-BC71-3BACD6E461CC}"/>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03" name="Group 602">
              <a:extLst>
                <a:ext uri="{FF2B5EF4-FFF2-40B4-BE49-F238E27FC236}">
                  <a16:creationId xmlns:a16="http://schemas.microsoft.com/office/drawing/2014/main" id="{5681C5FA-27B3-F27C-75E7-95CD94BDA54B}"/>
                </a:ext>
              </a:extLst>
            </p:cNvPr>
            <p:cNvGrpSpPr/>
            <p:nvPr/>
          </p:nvGrpSpPr>
          <p:grpSpPr>
            <a:xfrm>
              <a:off x="7434071" y="3082997"/>
              <a:ext cx="9144" cy="1034655"/>
              <a:chOff x="5940926" y="2323002"/>
              <a:chExt cx="9144" cy="1034655"/>
            </a:xfrm>
          </p:grpSpPr>
          <p:cxnSp>
            <p:nvCxnSpPr>
              <p:cNvPr id="624" name="Straight Connector 623">
                <a:extLst>
                  <a:ext uri="{FF2B5EF4-FFF2-40B4-BE49-F238E27FC236}">
                    <a16:creationId xmlns:a16="http://schemas.microsoft.com/office/drawing/2014/main" id="{72ABA537-77C3-A1D9-8908-D416D4B49DCC}"/>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25" name="Straight Connector 624">
                <a:extLst>
                  <a:ext uri="{FF2B5EF4-FFF2-40B4-BE49-F238E27FC236}">
                    <a16:creationId xmlns:a16="http://schemas.microsoft.com/office/drawing/2014/main" id="{E5DFD5D1-E642-209A-28F1-D7EC9E4C6D4F}"/>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26" name="Straight Connector 625">
                <a:extLst>
                  <a:ext uri="{FF2B5EF4-FFF2-40B4-BE49-F238E27FC236}">
                    <a16:creationId xmlns:a16="http://schemas.microsoft.com/office/drawing/2014/main" id="{3D2C4B59-877D-9FE8-61F6-13E7DFD615B0}"/>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27" name="Straight Connector 626">
                <a:extLst>
                  <a:ext uri="{FF2B5EF4-FFF2-40B4-BE49-F238E27FC236}">
                    <a16:creationId xmlns:a16="http://schemas.microsoft.com/office/drawing/2014/main" id="{B2DD0391-BEEA-EE67-ACEE-A4F430F79064}"/>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04" name="Group 603">
              <a:extLst>
                <a:ext uri="{FF2B5EF4-FFF2-40B4-BE49-F238E27FC236}">
                  <a16:creationId xmlns:a16="http://schemas.microsoft.com/office/drawing/2014/main" id="{7CA14863-5711-99F3-7A89-F9777CC2FFEC}"/>
                </a:ext>
              </a:extLst>
            </p:cNvPr>
            <p:cNvGrpSpPr/>
            <p:nvPr/>
          </p:nvGrpSpPr>
          <p:grpSpPr>
            <a:xfrm>
              <a:off x="7105866" y="3375605"/>
              <a:ext cx="9144" cy="1034655"/>
              <a:chOff x="5940926" y="2323002"/>
              <a:chExt cx="9144" cy="1034655"/>
            </a:xfrm>
          </p:grpSpPr>
          <p:cxnSp>
            <p:nvCxnSpPr>
              <p:cNvPr id="620" name="Straight Connector 619">
                <a:extLst>
                  <a:ext uri="{FF2B5EF4-FFF2-40B4-BE49-F238E27FC236}">
                    <a16:creationId xmlns:a16="http://schemas.microsoft.com/office/drawing/2014/main" id="{292591DF-C4D8-8F2E-1A91-BBBCFED80E9C}"/>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21" name="Straight Connector 620">
                <a:extLst>
                  <a:ext uri="{FF2B5EF4-FFF2-40B4-BE49-F238E27FC236}">
                    <a16:creationId xmlns:a16="http://schemas.microsoft.com/office/drawing/2014/main" id="{C3EA465F-876A-21E5-379B-6A87CB72BB57}"/>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22" name="Straight Connector 621">
                <a:extLst>
                  <a:ext uri="{FF2B5EF4-FFF2-40B4-BE49-F238E27FC236}">
                    <a16:creationId xmlns:a16="http://schemas.microsoft.com/office/drawing/2014/main" id="{FF4586BA-8B7E-6E9F-E4A1-63E16D2CAC35}"/>
                  </a:ext>
                </a:extLst>
              </p:cNvPr>
              <p:cNvCxnSpPr/>
              <p:nvPr/>
            </p:nvCxnSpPr>
            <p:spPr>
              <a:xfrm>
                <a:off x="5950070" y="2947605"/>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23" name="Straight Connector 622">
                <a:extLst>
                  <a:ext uri="{FF2B5EF4-FFF2-40B4-BE49-F238E27FC236}">
                    <a16:creationId xmlns:a16="http://schemas.microsoft.com/office/drawing/2014/main" id="{B5DA2B0A-DC3E-A454-8B3A-0BB007DEA8F2}"/>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05" name="Group 604">
              <a:extLst>
                <a:ext uri="{FF2B5EF4-FFF2-40B4-BE49-F238E27FC236}">
                  <a16:creationId xmlns:a16="http://schemas.microsoft.com/office/drawing/2014/main" id="{CA1E52F9-DE0A-AB46-D9EE-FBA41DB69365}"/>
                </a:ext>
              </a:extLst>
            </p:cNvPr>
            <p:cNvGrpSpPr/>
            <p:nvPr/>
          </p:nvGrpSpPr>
          <p:grpSpPr>
            <a:xfrm>
              <a:off x="6757416" y="3681936"/>
              <a:ext cx="9144" cy="1034655"/>
              <a:chOff x="5940926" y="2323002"/>
              <a:chExt cx="9144" cy="1034655"/>
            </a:xfrm>
          </p:grpSpPr>
          <p:cxnSp>
            <p:nvCxnSpPr>
              <p:cNvPr id="616" name="Straight Connector 615">
                <a:extLst>
                  <a:ext uri="{FF2B5EF4-FFF2-40B4-BE49-F238E27FC236}">
                    <a16:creationId xmlns:a16="http://schemas.microsoft.com/office/drawing/2014/main" id="{65C22F1F-B35F-B600-0043-CC84840F17ED}"/>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17" name="Straight Connector 616">
                <a:extLst>
                  <a:ext uri="{FF2B5EF4-FFF2-40B4-BE49-F238E27FC236}">
                    <a16:creationId xmlns:a16="http://schemas.microsoft.com/office/drawing/2014/main" id="{CC5F4D0A-B907-71E3-0AF0-13969BF3295C}"/>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18" name="Straight Connector 617">
                <a:extLst>
                  <a:ext uri="{FF2B5EF4-FFF2-40B4-BE49-F238E27FC236}">
                    <a16:creationId xmlns:a16="http://schemas.microsoft.com/office/drawing/2014/main" id="{B8C3D50E-32B9-ECDC-8949-813381F52124}"/>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19" name="Straight Connector 618">
                <a:extLst>
                  <a:ext uri="{FF2B5EF4-FFF2-40B4-BE49-F238E27FC236}">
                    <a16:creationId xmlns:a16="http://schemas.microsoft.com/office/drawing/2014/main" id="{92747493-0D84-9D13-B542-E53F67D2F4AD}"/>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06" name="Group 605">
              <a:extLst>
                <a:ext uri="{FF2B5EF4-FFF2-40B4-BE49-F238E27FC236}">
                  <a16:creationId xmlns:a16="http://schemas.microsoft.com/office/drawing/2014/main" id="{9D6CB929-FFC9-A5C1-8157-08FD36B41290}"/>
                </a:ext>
              </a:extLst>
            </p:cNvPr>
            <p:cNvGrpSpPr/>
            <p:nvPr/>
          </p:nvGrpSpPr>
          <p:grpSpPr>
            <a:xfrm>
              <a:off x="6423660" y="3988253"/>
              <a:ext cx="9144" cy="1034655"/>
              <a:chOff x="5940926" y="2323002"/>
              <a:chExt cx="9144" cy="1034655"/>
            </a:xfrm>
          </p:grpSpPr>
          <p:cxnSp>
            <p:nvCxnSpPr>
              <p:cNvPr id="612" name="Straight Connector 611">
                <a:extLst>
                  <a:ext uri="{FF2B5EF4-FFF2-40B4-BE49-F238E27FC236}">
                    <a16:creationId xmlns:a16="http://schemas.microsoft.com/office/drawing/2014/main" id="{9AF365BD-5181-F781-BABB-F6AE94828876}"/>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13" name="Straight Connector 612">
                <a:extLst>
                  <a:ext uri="{FF2B5EF4-FFF2-40B4-BE49-F238E27FC236}">
                    <a16:creationId xmlns:a16="http://schemas.microsoft.com/office/drawing/2014/main" id="{A4EF089B-DBE7-155D-CEC1-328070BDF6F9}"/>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14" name="Straight Connector 613">
                <a:extLst>
                  <a:ext uri="{FF2B5EF4-FFF2-40B4-BE49-F238E27FC236}">
                    <a16:creationId xmlns:a16="http://schemas.microsoft.com/office/drawing/2014/main" id="{E29331F7-5C4C-E89C-563A-148B704838DB}"/>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15" name="Straight Connector 614">
                <a:extLst>
                  <a:ext uri="{FF2B5EF4-FFF2-40B4-BE49-F238E27FC236}">
                    <a16:creationId xmlns:a16="http://schemas.microsoft.com/office/drawing/2014/main" id="{3A5B37CB-69B5-9FEC-0A34-9AEDA53F3D97}"/>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07" name="Group 606">
              <a:extLst>
                <a:ext uri="{FF2B5EF4-FFF2-40B4-BE49-F238E27FC236}">
                  <a16:creationId xmlns:a16="http://schemas.microsoft.com/office/drawing/2014/main" id="{D58F8ECF-EA43-2751-0147-E67EF0B4C3D6}"/>
                </a:ext>
              </a:extLst>
            </p:cNvPr>
            <p:cNvGrpSpPr/>
            <p:nvPr/>
          </p:nvGrpSpPr>
          <p:grpSpPr>
            <a:xfrm>
              <a:off x="6091428" y="4285751"/>
              <a:ext cx="9144" cy="1034655"/>
              <a:chOff x="5940926" y="2323002"/>
              <a:chExt cx="9144" cy="1034655"/>
            </a:xfrm>
          </p:grpSpPr>
          <p:cxnSp>
            <p:nvCxnSpPr>
              <p:cNvPr id="608" name="Straight Connector 607">
                <a:extLst>
                  <a:ext uri="{FF2B5EF4-FFF2-40B4-BE49-F238E27FC236}">
                    <a16:creationId xmlns:a16="http://schemas.microsoft.com/office/drawing/2014/main" id="{BEFF5BE7-E58D-E173-F8E7-3800D57994ED}"/>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09" name="Straight Connector 608">
                <a:extLst>
                  <a:ext uri="{FF2B5EF4-FFF2-40B4-BE49-F238E27FC236}">
                    <a16:creationId xmlns:a16="http://schemas.microsoft.com/office/drawing/2014/main" id="{1D40D3EE-04F7-CC9E-90F6-D9A7142D2792}"/>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10" name="Straight Connector 609">
                <a:extLst>
                  <a:ext uri="{FF2B5EF4-FFF2-40B4-BE49-F238E27FC236}">
                    <a16:creationId xmlns:a16="http://schemas.microsoft.com/office/drawing/2014/main" id="{FBD599F2-B838-D0B1-EA41-A6A025ED57CA}"/>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11" name="Straight Connector 610">
                <a:extLst>
                  <a:ext uri="{FF2B5EF4-FFF2-40B4-BE49-F238E27FC236}">
                    <a16:creationId xmlns:a16="http://schemas.microsoft.com/office/drawing/2014/main" id="{6843C666-0794-7AA0-1A02-EF38F95E2332}"/>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grpSp>
        <p:nvGrpSpPr>
          <p:cNvPr id="640" name="Group 639">
            <a:extLst>
              <a:ext uri="{FF2B5EF4-FFF2-40B4-BE49-F238E27FC236}">
                <a16:creationId xmlns:a16="http://schemas.microsoft.com/office/drawing/2014/main" id="{2BDABE4D-7596-8AA7-E9FE-536268878233}"/>
              </a:ext>
            </a:extLst>
          </p:cNvPr>
          <p:cNvGrpSpPr/>
          <p:nvPr/>
        </p:nvGrpSpPr>
        <p:grpSpPr>
          <a:xfrm>
            <a:off x="821058" y="2179744"/>
            <a:ext cx="2334222" cy="3121329"/>
            <a:chOff x="6091428" y="2199077"/>
            <a:chExt cx="2334222" cy="3121329"/>
          </a:xfrm>
        </p:grpSpPr>
        <p:grpSp>
          <p:nvGrpSpPr>
            <p:cNvPr id="641" name="Group 640">
              <a:extLst>
                <a:ext uri="{FF2B5EF4-FFF2-40B4-BE49-F238E27FC236}">
                  <a16:creationId xmlns:a16="http://schemas.microsoft.com/office/drawing/2014/main" id="{731A12C7-B32D-7AD8-8402-C3C1CAC07D32}"/>
                </a:ext>
              </a:extLst>
            </p:cNvPr>
            <p:cNvGrpSpPr/>
            <p:nvPr/>
          </p:nvGrpSpPr>
          <p:grpSpPr>
            <a:xfrm>
              <a:off x="8416506" y="2199077"/>
              <a:ext cx="9144" cy="1034655"/>
              <a:chOff x="5940926" y="2323002"/>
              <a:chExt cx="9144" cy="1034655"/>
            </a:xfrm>
          </p:grpSpPr>
          <p:cxnSp>
            <p:nvCxnSpPr>
              <p:cNvPr id="677" name="Straight Connector 676">
                <a:extLst>
                  <a:ext uri="{FF2B5EF4-FFF2-40B4-BE49-F238E27FC236}">
                    <a16:creationId xmlns:a16="http://schemas.microsoft.com/office/drawing/2014/main" id="{4449AAFC-FB91-707D-AFBE-D2437E1284D4}"/>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78" name="Straight Connector 677">
                <a:extLst>
                  <a:ext uri="{FF2B5EF4-FFF2-40B4-BE49-F238E27FC236}">
                    <a16:creationId xmlns:a16="http://schemas.microsoft.com/office/drawing/2014/main" id="{CD1B9D34-6EC6-B93E-0503-430A9E4E93E7}"/>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79" name="Straight Connector 678">
                <a:extLst>
                  <a:ext uri="{FF2B5EF4-FFF2-40B4-BE49-F238E27FC236}">
                    <a16:creationId xmlns:a16="http://schemas.microsoft.com/office/drawing/2014/main" id="{8414661E-3B88-6BCB-B413-117E1AB61463}"/>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80" name="Straight Connector 679">
                <a:extLst>
                  <a:ext uri="{FF2B5EF4-FFF2-40B4-BE49-F238E27FC236}">
                    <a16:creationId xmlns:a16="http://schemas.microsoft.com/office/drawing/2014/main" id="{ECFFA7D2-1FA2-AFB2-F55A-F451BFAAC521}"/>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42" name="Group 641">
              <a:extLst>
                <a:ext uri="{FF2B5EF4-FFF2-40B4-BE49-F238E27FC236}">
                  <a16:creationId xmlns:a16="http://schemas.microsoft.com/office/drawing/2014/main" id="{BBF9C8B4-14F5-724A-50A4-A879D5A89064}"/>
                </a:ext>
              </a:extLst>
            </p:cNvPr>
            <p:cNvGrpSpPr/>
            <p:nvPr/>
          </p:nvGrpSpPr>
          <p:grpSpPr>
            <a:xfrm>
              <a:off x="8096318" y="2488776"/>
              <a:ext cx="9144" cy="1034655"/>
              <a:chOff x="5940926" y="2323002"/>
              <a:chExt cx="9144" cy="1034655"/>
            </a:xfrm>
          </p:grpSpPr>
          <p:cxnSp>
            <p:nvCxnSpPr>
              <p:cNvPr id="673" name="Straight Connector 672">
                <a:extLst>
                  <a:ext uri="{FF2B5EF4-FFF2-40B4-BE49-F238E27FC236}">
                    <a16:creationId xmlns:a16="http://schemas.microsoft.com/office/drawing/2014/main" id="{28C0BDCA-291C-3256-0755-F6D9343A5AB8}"/>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74" name="Straight Connector 673">
                <a:extLst>
                  <a:ext uri="{FF2B5EF4-FFF2-40B4-BE49-F238E27FC236}">
                    <a16:creationId xmlns:a16="http://schemas.microsoft.com/office/drawing/2014/main" id="{0D038AFD-9727-DDBB-E5FD-24D24461CAC3}"/>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75" name="Straight Connector 674">
                <a:extLst>
                  <a:ext uri="{FF2B5EF4-FFF2-40B4-BE49-F238E27FC236}">
                    <a16:creationId xmlns:a16="http://schemas.microsoft.com/office/drawing/2014/main" id="{977A6995-9BC3-E7BA-9EC2-C2FD39394657}"/>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76" name="Straight Connector 675">
                <a:extLst>
                  <a:ext uri="{FF2B5EF4-FFF2-40B4-BE49-F238E27FC236}">
                    <a16:creationId xmlns:a16="http://schemas.microsoft.com/office/drawing/2014/main" id="{2617DEDA-E585-4DCB-6D67-18AE7AF0E104}"/>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43" name="Group 642">
              <a:extLst>
                <a:ext uri="{FF2B5EF4-FFF2-40B4-BE49-F238E27FC236}">
                  <a16:creationId xmlns:a16="http://schemas.microsoft.com/office/drawing/2014/main" id="{ED1DE7C4-3BAD-95C1-33FF-B7FC03587C8C}"/>
                </a:ext>
              </a:extLst>
            </p:cNvPr>
            <p:cNvGrpSpPr/>
            <p:nvPr/>
          </p:nvGrpSpPr>
          <p:grpSpPr>
            <a:xfrm>
              <a:off x="7773378" y="2776917"/>
              <a:ext cx="9144" cy="1034655"/>
              <a:chOff x="5940926" y="2323002"/>
              <a:chExt cx="9144" cy="1034655"/>
            </a:xfrm>
          </p:grpSpPr>
          <p:cxnSp>
            <p:nvCxnSpPr>
              <p:cNvPr id="669" name="Straight Connector 668">
                <a:extLst>
                  <a:ext uri="{FF2B5EF4-FFF2-40B4-BE49-F238E27FC236}">
                    <a16:creationId xmlns:a16="http://schemas.microsoft.com/office/drawing/2014/main" id="{5CB1915F-1658-A44C-0404-ADFE84BB5B46}"/>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70" name="Straight Connector 669">
                <a:extLst>
                  <a:ext uri="{FF2B5EF4-FFF2-40B4-BE49-F238E27FC236}">
                    <a16:creationId xmlns:a16="http://schemas.microsoft.com/office/drawing/2014/main" id="{5CD18FFB-B562-2F13-6828-218C9FC3C1FE}"/>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71" name="Straight Connector 670">
                <a:extLst>
                  <a:ext uri="{FF2B5EF4-FFF2-40B4-BE49-F238E27FC236}">
                    <a16:creationId xmlns:a16="http://schemas.microsoft.com/office/drawing/2014/main" id="{830FD319-0D82-105A-AEF4-BC3CFF4C6D57}"/>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72" name="Straight Connector 671">
                <a:extLst>
                  <a:ext uri="{FF2B5EF4-FFF2-40B4-BE49-F238E27FC236}">
                    <a16:creationId xmlns:a16="http://schemas.microsoft.com/office/drawing/2014/main" id="{A84F59BE-AF0E-0572-368A-6D4EE12D2F03}"/>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44" name="Group 643">
              <a:extLst>
                <a:ext uri="{FF2B5EF4-FFF2-40B4-BE49-F238E27FC236}">
                  <a16:creationId xmlns:a16="http://schemas.microsoft.com/office/drawing/2014/main" id="{C2090557-3CBE-3C99-72B8-B7F08D0B7398}"/>
                </a:ext>
              </a:extLst>
            </p:cNvPr>
            <p:cNvGrpSpPr/>
            <p:nvPr/>
          </p:nvGrpSpPr>
          <p:grpSpPr>
            <a:xfrm>
              <a:off x="7434071" y="3082997"/>
              <a:ext cx="9144" cy="1034655"/>
              <a:chOff x="5940926" y="2323002"/>
              <a:chExt cx="9144" cy="1034655"/>
            </a:xfrm>
          </p:grpSpPr>
          <p:cxnSp>
            <p:nvCxnSpPr>
              <p:cNvPr id="665" name="Straight Connector 664">
                <a:extLst>
                  <a:ext uri="{FF2B5EF4-FFF2-40B4-BE49-F238E27FC236}">
                    <a16:creationId xmlns:a16="http://schemas.microsoft.com/office/drawing/2014/main" id="{CC7872FE-082E-DDA9-D262-B9D4B8D247FD}"/>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66" name="Straight Connector 665">
                <a:extLst>
                  <a:ext uri="{FF2B5EF4-FFF2-40B4-BE49-F238E27FC236}">
                    <a16:creationId xmlns:a16="http://schemas.microsoft.com/office/drawing/2014/main" id="{AC759116-8BB7-CCC0-3533-6BEE2CCACD82}"/>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67" name="Straight Connector 666">
                <a:extLst>
                  <a:ext uri="{FF2B5EF4-FFF2-40B4-BE49-F238E27FC236}">
                    <a16:creationId xmlns:a16="http://schemas.microsoft.com/office/drawing/2014/main" id="{AF35DF9A-6C05-FEB4-5C77-33131D7C2A18}"/>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68" name="Straight Connector 667">
                <a:extLst>
                  <a:ext uri="{FF2B5EF4-FFF2-40B4-BE49-F238E27FC236}">
                    <a16:creationId xmlns:a16="http://schemas.microsoft.com/office/drawing/2014/main" id="{1FBB1A3B-6627-6130-457C-F355A52A1521}"/>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45" name="Group 644">
              <a:extLst>
                <a:ext uri="{FF2B5EF4-FFF2-40B4-BE49-F238E27FC236}">
                  <a16:creationId xmlns:a16="http://schemas.microsoft.com/office/drawing/2014/main" id="{E3F3E7D2-C7FD-6E75-9E55-874CE8F446F6}"/>
                </a:ext>
              </a:extLst>
            </p:cNvPr>
            <p:cNvGrpSpPr/>
            <p:nvPr/>
          </p:nvGrpSpPr>
          <p:grpSpPr>
            <a:xfrm>
              <a:off x="7105866" y="3375605"/>
              <a:ext cx="9144" cy="1034655"/>
              <a:chOff x="5940926" y="2323002"/>
              <a:chExt cx="9144" cy="1034655"/>
            </a:xfrm>
          </p:grpSpPr>
          <p:cxnSp>
            <p:nvCxnSpPr>
              <p:cNvPr id="661" name="Straight Connector 660">
                <a:extLst>
                  <a:ext uri="{FF2B5EF4-FFF2-40B4-BE49-F238E27FC236}">
                    <a16:creationId xmlns:a16="http://schemas.microsoft.com/office/drawing/2014/main" id="{E377E061-229D-D839-76C0-2DA4E41560C5}"/>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62" name="Straight Connector 661">
                <a:extLst>
                  <a:ext uri="{FF2B5EF4-FFF2-40B4-BE49-F238E27FC236}">
                    <a16:creationId xmlns:a16="http://schemas.microsoft.com/office/drawing/2014/main" id="{1EA0CA77-9C66-9824-1E0D-09047FAE5439}"/>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63" name="Straight Connector 662">
                <a:extLst>
                  <a:ext uri="{FF2B5EF4-FFF2-40B4-BE49-F238E27FC236}">
                    <a16:creationId xmlns:a16="http://schemas.microsoft.com/office/drawing/2014/main" id="{8172222B-B83F-BCE4-2F3B-631A8D0A09C2}"/>
                  </a:ext>
                </a:extLst>
              </p:cNvPr>
              <p:cNvCxnSpPr/>
              <p:nvPr/>
            </p:nvCxnSpPr>
            <p:spPr>
              <a:xfrm>
                <a:off x="5950070" y="2947605"/>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64" name="Straight Connector 663">
                <a:extLst>
                  <a:ext uri="{FF2B5EF4-FFF2-40B4-BE49-F238E27FC236}">
                    <a16:creationId xmlns:a16="http://schemas.microsoft.com/office/drawing/2014/main" id="{7F2AE381-DD95-87B5-413C-EBEA3115A64B}"/>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46" name="Group 645">
              <a:extLst>
                <a:ext uri="{FF2B5EF4-FFF2-40B4-BE49-F238E27FC236}">
                  <a16:creationId xmlns:a16="http://schemas.microsoft.com/office/drawing/2014/main" id="{D3DCF600-016E-D9C0-02EC-F61367F45441}"/>
                </a:ext>
              </a:extLst>
            </p:cNvPr>
            <p:cNvGrpSpPr/>
            <p:nvPr/>
          </p:nvGrpSpPr>
          <p:grpSpPr>
            <a:xfrm>
              <a:off x="6757416" y="3681936"/>
              <a:ext cx="9144" cy="1034655"/>
              <a:chOff x="5940926" y="2323002"/>
              <a:chExt cx="9144" cy="1034655"/>
            </a:xfrm>
          </p:grpSpPr>
          <p:cxnSp>
            <p:nvCxnSpPr>
              <p:cNvPr id="657" name="Straight Connector 656">
                <a:extLst>
                  <a:ext uri="{FF2B5EF4-FFF2-40B4-BE49-F238E27FC236}">
                    <a16:creationId xmlns:a16="http://schemas.microsoft.com/office/drawing/2014/main" id="{7A88E344-A269-B123-5049-99B9E3A3EBFC}"/>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58" name="Straight Connector 657">
                <a:extLst>
                  <a:ext uri="{FF2B5EF4-FFF2-40B4-BE49-F238E27FC236}">
                    <a16:creationId xmlns:a16="http://schemas.microsoft.com/office/drawing/2014/main" id="{4EF9718C-E869-D588-BC77-33DEBFE15AC3}"/>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59" name="Straight Connector 658">
                <a:extLst>
                  <a:ext uri="{FF2B5EF4-FFF2-40B4-BE49-F238E27FC236}">
                    <a16:creationId xmlns:a16="http://schemas.microsoft.com/office/drawing/2014/main" id="{77158C50-BA81-4CAB-169E-8C364DED5A35}"/>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60" name="Straight Connector 659">
                <a:extLst>
                  <a:ext uri="{FF2B5EF4-FFF2-40B4-BE49-F238E27FC236}">
                    <a16:creationId xmlns:a16="http://schemas.microsoft.com/office/drawing/2014/main" id="{A12B4E6C-B511-7513-BBA3-E4F89E0910E4}"/>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47" name="Group 646">
              <a:extLst>
                <a:ext uri="{FF2B5EF4-FFF2-40B4-BE49-F238E27FC236}">
                  <a16:creationId xmlns:a16="http://schemas.microsoft.com/office/drawing/2014/main" id="{00A0B6D4-F2DC-131D-2117-FC8FD84E02E9}"/>
                </a:ext>
              </a:extLst>
            </p:cNvPr>
            <p:cNvGrpSpPr/>
            <p:nvPr/>
          </p:nvGrpSpPr>
          <p:grpSpPr>
            <a:xfrm>
              <a:off x="6423660" y="3988253"/>
              <a:ext cx="9144" cy="1034655"/>
              <a:chOff x="5940926" y="2323002"/>
              <a:chExt cx="9144" cy="1034655"/>
            </a:xfrm>
          </p:grpSpPr>
          <p:cxnSp>
            <p:nvCxnSpPr>
              <p:cNvPr id="653" name="Straight Connector 652">
                <a:extLst>
                  <a:ext uri="{FF2B5EF4-FFF2-40B4-BE49-F238E27FC236}">
                    <a16:creationId xmlns:a16="http://schemas.microsoft.com/office/drawing/2014/main" id="{4F6562C4-7EBA-6829-33EA-7856563EFE3A}"/>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54" name="Straight Connector 653">
                <a:extLst>
                  <a:ext uri="{FF2B5EF4-FFF2-40B4-BE49-F238E27FC236}">
                    <a16:creationId xmlns:a16="http://schemas.microsoft.com/office/drawing/2014/main" id="{93AB7900-09D6-1F42-1B1E-C1D49D5F4579}"/>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55" name="Straight Connector 654">
                <a:extLst>
                  <a:ext uri="{FF2B5EF4-FFF2-40B4-BE49-F238E27FC236}">
                    <a16:creationId xmlns:a16="http://schemas.microsoft.com/office/drawing/2014/main" id="{6E59712A-1A9E-AD1F-8266-C63022811DBC}"/>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56" name="Straight Connector 655">
                <a:extLst>
                  <a:ext uri="{FF2B5EF4-FFF2-40B4-BE49-F238E27FC236}">
                    <a16:creationId xmlns:a16="http://schemas.microsoft.com/office/drawing/2014/main" id="{E3CDA1BD-2C7C-3101-3B42-BF7B38BDE7A4}"/>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648" name="Group 647">
              <a:extLst>
                <a:ext uri="{FF2B5EF4-FFF2-40B4-BE49-F238E27FC236}">
                  <a16:creationId xmlns:a16="http://schemas.microsoft.com/office/drawing/2014/main" id="{D10D7EAC-B2AC-0BAB-5681-B9925AEB4B79}"/>
                </a:ext>
              </a:extLst>
            </p:cNvPr>
            <p:cNvGrpSpPr/>
            <p:nvPr/>
          </p:nvGrpSpPr>
          <p:grpSpPr>
            <a:xfrm>
              <a:off x="6091428" y="4285751"/>
              <a:ext cx="9144" cy="1034655"/>
              <a:chOff x="5940926" y="2323002"/>
              <a:chExt cx="9144" cy="1034655"/>
            </a:xfrm>
          </p:grpSpPr>
          <p:cxnSp>
            <p:nvCxnSpPr>
              <p:cNvPr id="649" name="Straight Connector 648">
                <a:extLst>
                  <a:ext uri="{FF2B5EF4-FFF2-40B4-BE49-F238E27FC236}">
                    <a16:creationId xmlns:a16="http://schemas.microsoft.com/office/drawing/2014/main" id="{EA23E687-3804-AA2B-7926-E1E84DABBC94}"/>
                  </a:ext>
                </a:extLst>
              </p:cNvPr>
              <p:cNvCxnSpPr/>
              <p:nvPr/>
            </p:nvCxnSpPr>
            <p:spPr>
              <a:xfrm>
                <a:off x="5946835" y="2323002"/>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50" name="Straight Connector 649">
                <a:extLst>
                  <a:ext uri="{FF2B5EF4-FFF2-40B4-BE49-F238E27FC236}">
                    <a16:creationId xmlns:a16="http://schemas.microsoft.com/office/drawing/2014/main" id="{D4377E3F-4BF5-2C02-2976-41E1DE52F9C6}"/>
                  </a:ext>
                </a:extLst>
              </p:cNvPr>
              <p:cNvCxnSpPr/>
              <p:nvPr/>
            </p:nvCxnSpPr>
            <p:spPr>
              <a:xfrm>
                <a:off x="5946835" y="26245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51" name="Straight Connector 650">
                <a:extLst>
                  <a:ext uri="{FF2B5EF4-FFF2-40B4-BE49-F238E27FC236}">
                    <a16:creationId xmlns:a16="http://schemas.microsoft.com/office/drawing/2014/main" id="{AEA89A8B-EC6C-888E-18E6-AB373E3ED20A}"/>
                  </a:ext>
                </a:extLst>
              </p:cNvPr>
              <p:cNvCxnSpPr/>
              <p:nvPr/>
            </p:nvCxnSpPr>
            <p:spPr>
              <a:xfrm>
                <a:off x="5950070" y="29293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652" name="Straight Connector 651">
                <a:extLst>
                  <a:ext uri="{FF2B5EF4-FFF2-40B4-BE49-F238E27FC236}">
                    <a16:creationId xmlns:a16="http://schemas.microsoft.com/office/drawing/2014/main" id="{C61D7C0F-7946-9076-E9BA-27579FC6F6C4}"/>
                  </a:ext>
                </a:extLst>
              </p:cNvPr>
              <p:cNvCxnSpPr/>
              <p:nvPr/>
            </p:nvCxnSpPr>
            <p:spPr>
              <a:xfrm>
                <a:off x="5940926" y="3234117"/>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sp>
        <p:nvSpPr>
          <p:cNvPr id="681" name="TextBox 680">
            <a:extLst>
              <a:ext uri="{FF2B5EF4-FFF2-40B4-BE49-F238E27FC236}">
                <a16:creationId xmlns:a16="http://schemas.microsoft.com/office/drawing/2014/main" id="{C50E5885-E961-25FD-C0FA-7AEB24C76895}"/>
              </a:ext>
            </a:extLst>
          </p:cNvPr>
          <p:cNvSpPr txBox="1"/>
          <p:nvPr/>
        </p:nvSpPr>
        <p:spPr>
          <a:xfrm>
            <a:off x="2549005" y="1896116"/>
            <a:ext cx="439544" cy="307777"/>
          </a:xfrm>
          <a:prstGeom prst="rect">
            <a:avLst/>
          </a:prstGeom>
          <a:noFill/>
        </p:spPr>
        <p:txBody>
          <a:bodyPr wrap="none" rtlCol="0">
            <a:spAutoFit/>
          </a:bodyPr>
          <a:lstStyle/>
          <a:p>
            <a:r>
              <a:rPr lang="en-US" sz="1400" dirty="0">
                <a:latin typeface="Arial Rounded MT Bold" panose="020F0704030504030204" pitchFamily="34" charset="0"/>
              </a:rPr>
              <a:t>1</a:t>
            </a:r>
            <a:r>
              <a:rPr lang="en-US" sz="1000" dirty="0">
                <a:latin typeface="Garamond" panose="02020404030301010803" pitchFamily="18" charset="0"/>
              </a:rPr>
              <a:t>A1</a:t>
            </a:r>
          </a:p>
        </p:txBody>
      </p:sp>
      <p:sp>
        <p:nvSpPr>
          <p:cNvPr id="683" name="TextBox 682">
            <a:extLst>
              <a:ext uri="{FF2B5EF4-FFF2-40B4-BE49-F238E27FC236}">
                <a16:creationId xmlns:a16="http://schemas.microsoft.com/office/drawing/2014/main" id="{0C923A00-57ED-7D91-164D-7EF1D48D4120}"/>
              </a:ext>
            </a:extLst>
          </p:cNvPr>
          <p:cNvSpPr txBox="1"/>
          <p:nvPr/>
        </p:nvSpPr>
        <p:spPr>
          <a:xfrm>
            <a:off x="5183191" y="1882298"/>
            <a:ext cx="548548" cy="307777"/>
          </a:xfrm>
          <a:prstGeom prst="rect">
            <a:avLst/>
          </a:prstGeom>
          <a:noFill/>
        </p:spPr>
        <p:txBody>
          <a:bodyPr wrap="none" rtlCol="0">
            <a:spAutoFit/>
          </a:bodyPr>
          <a:lstStyle/>
          <a:p>
            <a:r>
              <a:rPr lang="en-US" sz="1400" dirty="0">
                <a:latin typeface="Arial Rounded MT Bold" panose="020F0704030504030204" pitchFamily="34" charset="0"/>
              </a:rPr>
              <a:t>L1</a:t>
            </a:r>
            <a:r>
              <a:rPr lang="en-US" sz="1000" dirty="0">
                <a:latin typeface="Garamond" panose="02020404030301010803" pitchFamily="18" charset="0"/>
              </a:rPr>
              <a:t>A2</a:t>
            </a:r>
          </a:p>
        </p:txBody>
      </p:sp>
      <p:sp>
        <p:nvSpPr>
          <p:cNvPr id="685" name="TextBox 684">
            <a:extLst>
              <a:ext uri="{FF2B5EF4-FFF2-40B4-BE49-F238E27FC236}">
                <a16:creationId xmlns:a16="http://schemas.microsoft.com/office/drawing/2014/main" id="{E8C2128A-9242-0B68-E950-ED7C1C105719}"/>
              </a:ext>
            </a:extLst>
          </p:cNvPr>
          <p:cNvSpPr txBox="1"/>
          <p:nvPr/>
        </p:nvSpPr>
        <p:spPr>
          <a:xfrm>
            <a:off x="7819890" y="1912388"/>
            <a:ext cx="548548" cy="307777"/>
          </a:xfrm>
          <a:prstGeom prst="rect">
            <a:avLst/>
          </a:prstGeom>
          <a:noFill/>
        </p:spPr>
        <p:txBody>
          <a:bodyPr wrap="none" rtlCol="0">
            <a:spAutoFit/>
          </a:bodyPr>
          <a:lstStyle/>
          <a:p>
            <a:r>
              <a:rPr lang="en-US" sz="1400" dirty="0">
                <a:latin typeface="Arial Rounded MT Bold" panose="020F0704030504030204" pitchFamily="34" charset="0"/>
              </a:rPr>
              <a:t>L1</a:t>
            </a:r>
            <a:r>
              <a:rPr lang="en-US" sz="1000" dirty="0">
                <a:latin typeface="Garamond" panose="02020404030301010803" pitchFamily="18" charset="0"/>
              </a:rPr>
              <a:t>A3</a:t>
            </a:r>
          </a:p>
        </p:txBody>
      </p:sp>
      <p:sp>
        <p:nvSpPr>
          <p:cNvPr id="687" name="TextBox 686">
            <a:extLst>
              <a:ext uri="{FF2B5EF4-FFF2-40B4-BE49-F238E27FC236}">
                <a16:creationId xmlns:a16="http://schemas.microsoft.com/office/drawing/2014/main" id="{4ECB5A06-D144-F6F4-7BC6-F34347A60BFE}"/>
              </a:ext>
            </a:extLst>
          </p:cNvPr>
          <p:cNvSpPr txBox="1"/>
          <p:nvPr/>
        </p:nvSpPr>
        <p:spPr>
          <a:xfrm>
            <a:off x="10441194" y="1936238"/>
            <a:ext cx="548548" cy="307777"/>
          </a:xfrm>
          <a:prstGeom prst="rect">
            <a:avLst/>
          </a:prstGeom>
          <a:noFill/>
        </p:spPr>
        <p:txBody>
          <a:bodyPr wrap="none" rtlCol="0">
            <a:spAutoFit/>
          </a:bodyPr>
          <a:lstStyle/>
          <a:p>
            <a:r>
              <a:rPr lang="en-US" sz="1400" dirty="0">
                <a:latin typeface="Arial Rounded MT Bold" panose="020F0704030504030204" pitchFamily="34" charset="0"/>
              </a:rPr>
              <a:t>L1</a:t>
            </a:r>
            <a:r>
              <a:rPr lang="en-US" sz="1000" dirty="0">
                <a:latin typeface="Garamond" panose="02020404030301010803" pitchFamily="18" charset="0"/>
              </a:rPr>
              <a:t>A4</a:t>
            </a:r>
          </a:p>
        </p:txBody>
      </p:sp>
      <p:sp>
        <p:nvSpPr>
          <p:cNvPr id="692" name="TextBox 691">
            <a:extLst>
              <a:ext uri="{FF2B5EF4-FFF2-40B4-BE49-F238E27FC236}">
                <a16:creationId xmlns:a16="http://schemas.microsoft.com/office/drawing/2014/main" id="{18AA846E-E836-5D71-6891-0ADFF8D6731A}"/>
              </a:ext>
            </a:extLst>
          </p:cNvPr>
          <p:cNvSpPr txBox="1"/>
          <p:nvPr/>
        </p:nvSpPr>
        <p:spPr>
          <a:xfrm>
            <a:off x="1366377" y="2492796"/>
            <a:ext cx="1099981" cy="307777"/>
          </a:xfrm>
          <a:prstGeom prst="rect">
            <a:avLst/>
          </a:prstGeom>
          <a:noFill/>
        </p:spPr>
        <p:txBody>
          <a:bodyPr wrap="none" rtlCol="0">
            <a:spAutoFit/>
          </a:bodyPr>
          <a:lstStyle/>
          <a:p>
            <a:r>
              <a:rPr lang="en-US" sz="1400" dirty="0">
                <a:latin typeface="Arial Rounded MT Bold" panose="020F0704030504030204" pitchFamily="34" charset="0"/>
              </a:rPr>
              <a:t>L3</a:t>
            </a:r>
            <a:r>
              <a:rPr lang="en-US" sz="1000" dirty="0">
                <a:latin typeface="Garamond" panose="02020404030301010803" pitchFamily="18" charset="0"/>
              </a:rPr>
              <a:t>L2L1A1B1C1</a:t>
            </a:r>
          </a:p>
        </p:txBody>
      </p:sp>
      <p:sp>
        <p:nvSpPr>
          <p:cNvPr id="694" name="TextBox 693">
            <a:extLst>
              <a:ext uri="{FF2B5EF4-FFF2-40B4-BE49-F238E27FC236}">
                <a16:creationId xmlns:a16="http://schemas.microsoft.com/office/drawing/2014/main" id="{1916D541-EE22-97DF-9E62-DA72E0339CEC}"/>
              </a:ext>
            </a:extLst>
          </p:cNvPr>
          <p:cNvSpPr txBox="1"/>
          <p:nvPr/>
        </p:nvSpPr>
        <p:spPr>
          <a:xfrm>
            <a:off x="733924" y="2781059"/>
            <a:ext cx="1394934" cy="307777"/>
          </a:xfrm>
          <a:prstGeom prst="rect">
            <a:avLst/>
          </a:prstGeom>
          <a:noFill/>
        </p:spPr>
        <p:txBody>
          <a:bodyPr wrap="none" rtlCol="0">
            <a:spAutoFit/>
          </a:bodyPr>
          <a:lstStyle/>
          <a:p>
            <a:r>
              <a:rPr lang="en-US" sz="1400" dirty="0">
                <a:latin typeface="Arial Rounded MT Bold" panose="020F0704030504030204" pitchFamily="34" charset="0"/>
              </a:rPr>
              <a:t>L4</a:t>
            </a:r>
            <a:r>
              <a:rPr lang="en-US" sz="1000" dirty="0">
                <a:latin typeface="Garamond" panose="02020404030301010803" pitchFamily="18" charset="0"/>
              </a:rPr>
              <a:t>L3L2L1A1B1C1D1</a:t>
            </a:r>
          </a:p>
        </p:txBody>
      </p:sp>
      <p:sp>
        <p:nvSpPr>
          <p:cNvPr id="696" name="TextBox 695">
            <a:extLst>
              <a:ext uri="{FF2B5EF4-FFF2-40B4-BE49-F238E27FC236}">
                <a16:creationId xmlns:a16="http://schemas.microsoft.com/office/drawing/2014/main" id="{9D01C0AD-00D4-9E05-22E0-5BAE9D333513}"/>
              </a:ext>
            </a:extLst>
          </p:cNvPr>
          <p:cNvSpPr txBox="1"/>
          <p:nvPr/>
        </p:nvSpPr>
        <p:spPr>
          <a:xfrm>
            <a:off x="110737" y="3076062"/>
            <a:ext cx="1675459" cy="307777"/>
          </a:xfrm>
          <a:prstGeom prst="rect">
            <a:avLst/>
          </a:prstGeom>
          <a:noFill/>
        </p:spPr>
        <p:txBody>
          <a:bodyPr wrap="none" rtlCol="0">
            <a:spAutoFit/>
          </a:bodyPr>
          <a:lstStyle/>
          <a:p>
            <a:r>
              <a:rPr lang="en-US" sz="1400" dirty="0">
                <a:latin typeface="Arial Rounded MT Bold" panose="020F0704030504030204" pitchFamily="34" charset="0"/>
              </a:rPr>
              <a:t>L5</a:t>
            </a:r>
            <a:r>
              <a:rPr lang="en-US" sz="1000" dirty="0">
                <a:latin typeface="Garamond" panose="02020404030301010803" pitchFamily="18" charset="0"/>
              </a:rPr>
              <a:t>L4L3L2L1A1B1C1D1E1</a:t>
            </a:r>
          </a:p>
        </p:txBody>
      </p:sp>
      <p:sp>
        <p:nvSpPr>
          <p:cNvPr id="698" name="TextBox 697">
            <a:extLst>
              <a:ext uri="{FF2B5EF4-FFF2-40B4-BE49-F238E27FC236}">
                <a16:creationId xmlns:a16="http://schemas.microsoft.com/office/drawing/2014/main" id="{D74C1BF0-9D13-9B00-1E10-CC6847900189}"/>
              </a:ext>
            </a:extLst>
          </p:cNvPr>
          <p:cNvSpPr txBox="1"/>
          <p:nvPr/>
        </p:nvSpPr>
        <p:spPr>
          <a:xfrm>
            <a:off x="1030319" y="3400620"/>
            <a:ext cx="401072" cy="307777"/>
          </a:xfrm>
          <a:prstGeom prst="rect">
            <a:avLst/>
          </a:prstGeom>
          <a:noFill/>
        </p:spPr>
        <p:txBody>
          <a:bodyPr wrap="none" rtlCol="0">
            <a:spAutoFit/>
          </a:bodyPr>
          <a:lstStyle/>
          <a:p>
            <a:r>
              <a:rPr lang="en-US" sz="1400" dirty="0">
                <a:latin typeface="Arial Rounded MT Bold" panose="020F0704030504030204" pitchFamily="34" charset="0"/>
              </a:rPr>
              <a:t>L6</a:t>
            </a:r>
          </a:p>
        </p:txBody>
      </p:sp>
      <p:sp>
        <p:nvSpPr>
          <p:cNvPr id="700" name="TextBox 699">
            <a:extLst>
              <a:ext uri="{FF2B5EF4-FFF2-40B4-BE49-F238E27FC236}">
                <a16:creationId xmlns:a16="http://schemas.microsoft.com/office/drawing/2014/main" id="{05A8B641-793C-4B98-AF4F-FD762C41A8C1}"/>
              </a:ext>
            </a:extLst>
          </p:cNvPr>
          <p:cNvSpPr txBox="1"/>
          <p:nvPr/>
        </p:nvSpPr>
        <p:spPr>
          <a:xfrm>
            <a:off x="747931" y="3703193"/>
            <a:ext cx="401072" cy="307777"/>
          </a:xfrm>
          <a:prstGeom prst="rect">
            <a:avLst/>
          </a:prstGeom>
          <a:noFill/>
        </p:spPr>
        <p:txBody>
          <a:bodyPr wrap="none" rtlCol="0">
            <a:spAutoFit/>
          </a:bodyPr>
          <a:lstStyle/>
          <a:p>
            <a:r>
              <a:rPr lang="en-US" sz="1400" dirty="0">
                <a:latin typeface="Arial Rounded MT Bold" panose="020F0704030504030204" pitchFamily="34" charset="0"/>
              </a:rPr>
              <a:t>L7</a:t>
            </a:r>
          </a:p>
        </p:txBody>
      </p:sp>
      <p:sp>
        <p:nvSpPr>
          <p:cNvPr id="702" name="TextBox 701">
            <a:extLst>
              <a:ext uri="{FF2B5EF4-FFF2-40B4-BE49-F238E27FC236}">
                <a16:creationId xmlns:a16="http://schemas.microsoft.com/office/drawing/2014/main" id="{0DCA8F59-9F8D-0CEF-C1DD-987755F50682}"/>
              </a:ext>
            </a:extLst>
          </p:cNvPr>
          <p:cNvSpPr txBox="1"/>
          <p:nvPr/>
        </p:nvSpPr>
        <p:spPr>
          <a:xfrm>
            <a:off x="387745" y="4005766"/>
            <a:ext cx="401072" cy="307777"/>
          </a:xfrm>
          <a:prstGeom prst="rect">
            <a:avLst/>
          </a:prstGeom>
          <a:noFill/>
        </p:spPr>
        <p:txBody>
          <a:bodyPr wrap="none" rtlCol="0">
            <a:spAutoFit/>
          </a:bodyPr>
          <a:lstStyle/>
          <a:p>
            <a:r>
              <a:rPr lang="en-US" sz="1400" dirty="0">
                <a:latin typeface="Arial Rounded MT Bold" panose="020F0704030504030204" pitchFamily="34" charset="0"/>
              </a:rPr>
              <a:t>L8</a:t>
            </a:r>
          </a:p>
        </p:txBody>
      </p:sp>
      <p:grpSp>
        <p:nvGrpSpPr>
          <p:cNvPr id="719" name="Group 718">
            <a:extLst>
              <a:ext uri="{FF2B5EF4-FFF2-40B4-BE49-F238E27FC236}">
                <a16:creationId xmlns:a16="http://schemas.microsoft.com/office/drawing/2014/main" id="{C9ABE087-0359-9B06-3F0B-74318A9569C8}"/>
              </a:ext>
            </a:extLst>
          </p:cNvPr>
          <p:cNvGrpSpPr/>
          <p:nvPr/>
        </p:nvGrpSpPr>
        <p:grpSpPr>
          <a:xfrm>
            <a:off x="3384836" y="2291201"/>
            <a:ext cx="237745" cy="1393605"/>
            <a:chOff x="3384836" y="2300345"/>
            <a:chExt cx="237745" cy="1393605"/>
          </a:xfrm>
        </p:grpSpPr>
        <p:grpSp>
          <p:nvGrpSpPr>
            <p:cNvPr id="713" name="Group 712">
              <a:extLst>
                <a:ext uri="{FF2B5EF4-FFF2-40B4-BE49-F238E27FC236}">
                  <a16:creationId xmlns:a16="http://schemas.microsoft.com/office/drawing/2014/main" id="{042661EB-0190-30D4-11A5-ECE4610C915F}"/>
                </a:ext>
              </a:extLst>
            </p:cNvPr>
            <p:cNvGrpSpPr/>
            <p:nvPr/>
          </p:nvGrpSpPr>
          <p:grpSpPr>
            <a:xfrm>
              <a:off x="3384836" y="2300345"/>
              <a:ext cx="237745" cy="1393605"/>
              <a:chOff x="3384836" y="2300345"/>
              <a:chExt cx="237745" cy="1393605"/>
            </a:xfrm>
          </p:grpSpPr>
          <p:sp>
            <p:nvSpPr>
              <p:cNvPr id="704" name="Oval 703">
                <a:extLst>
                  <a:ext uri="{FF2B5EF4-FFF2-40B4-BE49-F238E27FC236}">
                    <a16:creationId xmlns:a16="http://schemas.microsoft.com/office/drawing/2014/main" id="{BE50B2AA-3D34-F477-4144-900C2C4899C3}"/>
                  </a:ext>
                </a:extLst>
              </p:cNvPr>
              <p:cNvSpPr/>
              <p:nvPr/>
            </p:nvSpPr>
            <p:spPr>
              <a:xfrm>
                <a:off x="3384836" y="3217319"/>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06" name="Oval 705">
                <a:extLst>
                  <a:ext uri="{FF2B5EF4-FFF2-40B4-BE49-F238E27FC236}">
                    <a16:creationId xmlns:a16="http://schemas.microsoft.com/office/drawing/2014/main" id="{999C2AB8-2751-1673-4ADB-69360FEDAA54}"/>
                  </a:ext>
                </a:extLst>
              </p:cNvPr>
              <p:cNvSpPr/>
              <p:nvPr/>
            </p:nvSpPr>
            <p:spPr>
              <a:xfrm>
                <a:off x="3384836" y="2300345"/>
                <a:ext cx="228600" cy="176403"/>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708" name="Oval 707">
                <a:extLst>
                  <a:ext uri="{FF2B5EF4-FFF2-40B4-BE49-F238E27FC236}">
                    <a16:creationId xmlns:a16="http://schemas.microsoft.com/office/drawing/2014/main" id="{11C9CF0E-2453-BA2A-16AC-8DF6025953E0}"/>
                  </a:ext>
                </a:extLst>
              </p:cNvPr>
              <p:cNvSpPr/>
              <p:nvPr/>
            </p:nvSpPr>
            <p:spPr>
              <a:xfrm>
                <a:off x="3393981" y="2600288"/>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10" name="Oval 709">
                <a:extLst>
                  <a:ext uri="{FF2B5EF4-FFF2-40B4-BE49-F238E27FC236}">
                    <a16:creationId xmlns:a16="http://schemas.microsoft.com/office/drawing/2014/main" id="{EF7B08C0-EB75-2113-A9E1-DAB3F739FF56}"/>
                  </a:ext>
                </a:extLst>
              </p:cNvPr>
              <p:cNvSpPr/>
              <p:nvPr/>
            </p:nvSpPr>
            <p:spPr>
              <a:xfrm>
                <a:off x="3386361" y="2900516"/>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12" name="Oval 711">
                <a:extLst>
                  <a:ext uri="{FF2B5EF4-FFF2-40B4-BE49-F238E27FC236}">
                    <a16:creationId xmlns:a16="http://schemas.microsoft.com/office/drawing/2014/main" id="{51C47858-0046-76B4-C4AA-1D6B24E5B4AA}"/>
                  </a:ext>
                </a:extLst>
              </p:cNvPr>
              <p:cNvSpPr/>
              <p:nvPr/>
            </p:nvSpPr>
            <p:spPr>
              <a:xfrm>
                <a:off x="3386361" y="3517547"/>
                <a:ext cx="228600" cy="176403"/>
              </a:xfrm>
              <a:prstGeom prst="ellipse">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718" name="Group 717">
              <a:extLst>
                <a:ext uri="{FF2B5EF4-FFF2-40B4-BE49-F238E27FC236}">
                  <a16:creationId xmlns:a16="http://schemas.microsoft.com/office/drawing/2014/main" id="{45459111-1BF4-D5F5-4817-8D242F1D65CE}"/>
                </a:ext>
              </a:extLst>
            </p:cNvPr>
            <p:cNvGrpSpPr/>
            <p:nvPr/>
          </p:nvGrpSpPr>
          <p:grpSpPr>
            <a:xfrm>
              <a:off x="3484329" y="2476889"/>
              <a:ext cx="9144" cy="1034655"/>
              <a:chOff x="3298536" y="2332144"/>
              <a:chExt cx="9144" cy="1034655"/>
            </a:xfrm>
          </p:grpSpPr>
          <p:cxnSp>
            <p:nvCxnSpPr>
              <p:cNvPr id="714" name="Straight Connector 713">
                <a:extLst>
                  <a:ext uri="{FF2B5EF4-FFF2-40B4-BE49-F238E27FC236}">
                    <a16:creationId xmlns:a16="http://schemas.microsoft.com/office/drawing/2014/main" id="{29411216-BAAB-DCF4-FB53-9520DEB66539}"/>
                  </a:ext>
                </a:extLst>
              </p:cNvPr>
              <p:cNvCxnSpPr/>
              <p:nvPr/>
            </p:nvCxnSpPr>
            <p:spPr>
              <a:xfrm>
                <a:off x="3304445" y="2332144"/>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715" name="Straight Connector 714">
                <a:extLst>
                  <a:ext uri="{FF2B5EF4-FFF2-40B4-BE49-F238E27FC236}">
                    <a16:creationId xmlns:a16="http://schemas.microsoft.com/office/drawing/2014/main" id="{4C02C42C-101B-3454-FC14-BE76880765B2}"/>
                  </a:ext>
                </a:extLst>
              </p:cNvPr>
              <p:cNvCxnSpPr/>
              <p:nvPr/>
            </p:nvCxnSpPr>
            <p:spPr>
              <a:xfrm>
                <a:off x="3304445" y="2633659"/>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716" name="Straight Connector 715">
                <a:extLst>
                  <a:ext uri="{FF2B5EF4-FFF2-40B4-BE49-F238E27FC236}">
                    <a16:creationId xmlns:a16="http://schemas.microsoft.com/office/drawing/2014/main" id="{26E82ED8-8EB2-492B-3065-61D5DC8468BA}"/>
                  </a:ext>
                </a:extLst>
              </p:cNvPr>
              <p:cNvCxnSpPr/>
              <p:nvPr/>
            </p:nvCxnSpPr>
            <p:spPr>
              <a:xfrm>
                <a:off x="3307680" y="2938459"/>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717" name="Straight Connector 716">
                <a:extLst>
                  <a:ext uri="{FF2B5EF4-FFF2-40B4-BE49-F238E27FC236}">
                    <a16:creationId xmlns:a16="http://schemas.microsoft.com/office/drawing/2014/main" id="{8A26E382-5B6E-D3F0-C12E-94601EB32D42}"/>
                  </a:ext>
                </a:extLst>
              </p:cNvPr>
              <p:cNvCxnSpPr/>
              <p:nvPr/>
            </p:nvCxnSpPr>
            <p:spPr>
              <a:xfrm>
                <a:off x="3298536" y="3243259"/>
                <a:ext cx="0" cy="123540"/>
              </a:xfrm>
              <a:prstGeom prst="line">
                <a:avLst/>
              </a:prstGeom>
              <a:ln w="3175">
                <a:solidFill>
                  <a:srgbClr val="C00000"/>
                </a:solidFill>
              </a:ln>
            </p:spPr>
            <p:style>
              <a:lnRef idx="2">
                <a:schemeClr val="accent1"/>
              </a:lnRef>
              <a:fillRef idx="0">
                <a:schemeClr val="accent1"/>
              </a:fillRef>
              <a:effectRef idx="1">
                <a:schemeClr val="accent1"/>
              </a:effectRef>
              <a:fontRef idx="minor">
                <a:schemeClr val="tx1"/>
              </a:fontRef>
            </p:style>
          </p:cxnSp>
        </p:grpSp>
      </p:grpSp>
      <p:cxnSp>
        <p:nvCxnSpPr>
          <p:cNvPr id="721" name="Straight Connector 720">
            <a:extLst>
              <a:ext uri="{FF2B5EF4-FFF2-40B4-BE49-F238E27FC236}">
                <a16:creationId xmlns:a16="http://schemas.microsoft.com/office/drawing/2014/main" id="{2039DA32-1254-68CD-8ADC-FAF51912AB5A}"/>
              </a:ext>
            </a:extLst>
          </p:cNvPr>
          <p:cNvCxnSpPr>
            <a:stCxn id="178" idx="5"/>
            <a:endCxn id="706" idx="0"/>
          </p:cNvCxnSpPr>
          <p:nvPr/>
        </p:nvCxnSpPr>
        <p:spPr>
          <a:xfrm>
            <a:off x="3233977" y="2140244"/>
            <a:ext cx="265159" cy="15095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723" name="TextBox 722">
            <a:extLst>
              <a:ext uri="{FF2B5EF4-FFF2-40B4-BE49-F238E27FC236}">
                <a16:creationId xmlns:a16="http://schemas.microsoft.com/office/drawing/2014/main" id="{A7F19141-9C27-5541-91BA-06F5203735EB}"/>
              </a:ext>
            </a:extLst>
          </p:cNvPr>
          <p:cNvSpPr txBox="1"/>
          <p:nvPr/>
        </p:nvSpPr>
        <p:spPr>
          <a:xfrm>
            <a:off x="1943953" y="2190075"/>
            <a:ext cx="822661" cy="307777"/>
          </a:xfrm>
          <a:prstGeom prst="rect">
            <a:avLst/>
          </a:prstGeom>
          <a:noFill/>
        </p:spPr>
        <p:txBody>
          <a:bodyPr wrap="none" rtlCol="0">
            <a:spAutoFit/>
          </a:bodyPr>
          <a:lstStyle/>
          <a:p>
            <a:r>
              <a:rPr lang="en-US" sz="1400" dirty="0">
                <a:latin typeface="Arial Rounded MT Bold" panose="020F0704030504030204" pitchFamily="34" charset="0"/>
              </a:rPr>
              <a:t>L2</a:t>
            </a:r>
            <a:r>
              <a:rPr lang="en-US" sz="1000" dirty="0">
                <a:latin typeface="Garamond" panose="02020404030301010803" pitchFamily="18" charset="0"/>
              </a:rPr>
              <a:t>L1A1B1</a:t>
            </a:r>
          </a:p>
        </p:txBody>
      </p:sp>
      <p:sp>
        <p:nvSpPr>
          <p:cNvPr id="724" name="TextBox 723">
            <a:extLst>
              <a:ext uri="{FF2B5EF4-FFF2-40B4-BE49-F238E27FC236}">
                <a16:creationId xmlns:a16="http://schemas.microsoft.com/office/drawing/2014/main" id="{D02F154F-A6F3-0387-04AF-C33E97A41F0B}"/>
              </a:ext>
            </a:extLst>
          </p:cNvPr>
          <p:cNvSpPr txBox="1"/>
          <p:nvPr/>
        </p:nvSpPr>
        <p:spPr>
          <a:xfrm>
            <a:off x="6269284" y="1400736"/>
            <a:ext cx="290464" cy="307777"/>
          </a:xfrm>
          <a:prstGeom prst="rect">
            <a:avLst/>
          </a:prstGeom>
          <a:noFill/>
        </p:spPr>
        <p:txBody>
          <a:bodyPr wrap="none" rtlCol="0">
            <a:spAutoFit/>
          </a:bodyPr>
          <a:lstStyle/>
          <a:p>
            <a:r>
              <a:rPr lang="en-US" sz="1400" dirty="0"/>
              <a:t>V</a:t>
            </a:r>
          </a:p>
        </p:txBody>
      </p:sp>
      <p:sp>
        <p:nvSpPr>
          <p:cNvPr id="725" name="TextBox 724">
            <a:extLst>
              <a:ext uri="{FF2B5EF4-FFF2-40B4-BE49-F238E27FC236}">
                <a16:creationId xmlns:a16="http://schemas.microsoft.com/office/drawing/2014/main" id="{325C7E1F-FAB1-BB74-C03D-C25A3A57D7DC}"/>
              </a:ext>
            </a:extLst>
          </p:cNvPr>
          <p:cNvSpPr txBox="1"/>
          <p:nvPr/>
        </p:nvSpPr>
        <p:spPr>
          <a:xfrm>
            <a:off x="6592677" y="1992257"/>
            <a:ext cx="343364" cy="261610"/>
          </a:xfrm>
          <a:prstGeom prst="rect">
            <a:avLst/>
          </a:prstGeom>
          <a:noFill/>
        </p:spPr>
        <p:txBody>
          <a:bodyPr wrap="none" rtlCol="0">
            <a:spAutoFit/>
          </a:bodyPr>
          <a:lstStyle/>
          <a:p>
            <a:r>
              <a:rPr lang="en-US" sz="1100" dirty="0"/>
              <a:t>V1</a:t>
            </a:r>
          </a:p>
        </p:txBody>
      </p:sp>
      <p:sp>
        <p:nvSpPr>
          <p:cNvPr id="727" name="TextBox 726">
            <a:extLst>
              <a:ext uri="{FF2B5EF4-FFF2-40B4-BE49-F238E27FC236}">
                <a16:creationId xmlns:a16="http://schemas.microsoft.com/office/drawing/2014/main" id="{7571F1F6-8D2E-5709-DE88-F7193B368EAE}"/>
              </a:ext>
            </a:extLst>
          </p:cNvPr>
          <p:cNvSpPr txBox="1"/>
          <p:nvPr/>
        </p:nvSpPr>
        <p:spPr>
          <a:xfrm>
            <a:off x="6594878" y="2281252"/>
            <a:ext cx="343364" cy="261610"/>
          </a:xfrm>
          <a:prstGeom prst="rect">
            <a:avLst/>
          </a:prstGeom>
          <a:noFill/>
        </p:spPr>
        <p:txBody>
          <a:bodyPr wrap="none" rtlCol="0">
            <a:spAutoFit/>
          </a:bodyPr>
          <a:lstStyle/>
          <a:p>
            <a:r>
              <a:rPr lang="en-US" sz="1100" dirty="0"/>
              <a:t>V2</a:t>
            </a:r>
          </a:p>
        </p:txBody>
      </p:sp>
      <p:sp>
        <p:nvSpPr>
          <p:cNvPr id="729" name="TextBox 728">
            <a:extLst>
              <a:ext uri="{FF2B5EF4-FFF2-40B4-BE49-F238E27FC236}">
                <a16:creationId xmlns:a16="http://schemas.microsoft.com/office/drawing/2014/main" id="{18B83F33-5174-9F4F-80CA-D9B1EB62DF3D}"/>
              </a:ext>
            </a:extLst>
          </p:cNvPr>
          <p:cNvSpPr txBox="1"/>
          <p:nvPr/>
        </p:nvSpPr>
        <p:spPr>
          <a:xfrm>
            <a:off x="6601213" y="2559731"/>
            <a:ext cx="343364" cy="261610"/>
          </a:xfrm>
          <a:prstGeom prst="rect">
            <a:avLst/>
          </a:prstGeom>
          <a:noFill/>
        </p:spPr>
        <p:txBody>
          <a:bodyPr wrap="none" rtlCol="0">
            <a:spAutoFit/>
          </a:bodyPr>
          <a:lstStyle/>
          <a:p>
            <a:r>
              <a:rPr lang="en-US" sz="1100" dirty="0"/>
              <a:t>V3</a:t>
            </a:r>
          </a:p>
        </p:txBody>
      </p:sp>
      <p:sp>
        <p:nvSpPr>
          <p:cNvPr id="731" name="TextBox 730">
            <a:extLst>
              <a:ext uri="{FF2B5EF4-FFF2-40B4-BE49-F238E27FC236}">
                <a16:creationId xmlns:a16="http://schemas.microsoft.com/office/drawing/2014/main" id="{59EFFFF6-530A-5BA7-DB7D-E44A41871F8D}"/>
              </a:ext>
            </a:extLst>
          </p:cNvPr>
          <p:cNvSpPr txBox="1"/>
          <p:nvPr/>
        </p:nvSpPr>
        <p:spPr>
          <a:xfrm>
            <a:off x="6601213" y="2865595"/>
            <a:ext cx="343364" cy="261610"/>
          </a:xfrm>
          <a:prstGeom prst="rect">
            <a:avLst/>
          </a:prstGeom>
          <a:noFill/>
        </p:spPr>
        <p:txBody>
          <a:bodyPr wrap="none" rtlCol="0">
            <a:spAutoFit/>
          </a:bodyPr>
          <a:lstStyle/>
          <a:p>
            <a:r>
              <a:rPr lang="en-US" sz="1100" dirty="0"/>
              <a:t>V4</a:t>
            </a:r>
          </a:p>
        </p:txBody>
      </p:sp>
      <p:grpSp>
        <p:nvGrpSpPr>
          <p:cNvPr id="748" name="Group 747">
            <a:extLst>
              <a:ext uri="{FF2B5EF4-FFF2-40B4-BE49-F238E27FC236}">
                <a16:creationId xmlns:a16="http://schemas.microsoft.com/office/drawing/2014/main" id="{996B0369-B373-D48C-5A3C-AA97164F3FDC}"/>
              </a:ext>
            </a:extLst>
          </p:cNvPr>
          <p:cNvGrpSpPr/>
          <p:nvPr/>
        </p:nvGrpSpPr>
        <p:grpSpPr>
          <a:xfrm>
            <a:off x="5629535" y="1961054"/>
            <a:ext cx="359451" cy="1476059"/>
            <a:chOff x="5629535" y="1961054"/>
            <a:chExt cx="359451" cy="1476059"/>
          </a:xfrm>
        </p:grpSpPr>
        <p:sp>
          <p:nvSpPr>
            <p:cNvPr id="733" name="TextBox 732">
              <a:extLst>
                <a:ext uri="{FF2B5EF4-FFF2-40B4-BE49-F238E27FC236}">
                  <a16:creationId xmlns:a16="http://schemas.microsoft.com/office/drawing/2014/main" id="{4EDAD3CC-B41C-E023-1691-AB7B03ED00FF}"/>
                </a:ext>
              </a:extLst>
            </p:cNvPr>
            <p:cNvSpPr txBox="1"/>
            <p:nvPr/>
          </p:nvSpPr>
          <p:spPr>
            <a:xfrm>
              <a:off x="5645622" y="2265589"/>
              <a:ext cx="343364" cy="261610"/>
            </a:xfrm>
            <a:prstGeom prst="rect">
              <a:avLst/>
            </a:prstGeom>
            <a:noFill/>
          </p:spPr>
          <p:txBody>
            <a:bodyPr wrap="none" rtlCol="0">
              <a:spAutoFit/>
            </a:bodyPr>
            <a:lstStyle/>
            <a:p>
              <a:r>
                <a:rPr lang="en-US" sz="1100" dirty="0"/>
                <a:t>V1</a:t>
              </a:r>
            </a:p>
          </p:txBody>
        </p:sp>
        <p:sp>
          <p:nvSpPr>
            <p:cNvPr id="735" name="TextBox 734">
              <a:extLst>
                <a:ext uri="{FF2B5EF4-FFF2-40B4-BE49-F238E27FC236}">
                  <a16:creationId xmlns:a16="http://schemas.microsoft.com/office/drawing/2014/main" id="{251F3AC5-6ED8-40CC-0BD7-AF74BABA7354}"/>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37" name="TextBox 736">
              <a:extLst>
                <a:ext uri="{FF2B5EF4-FFF2-40B4-BE49-F238E27FC236}">
                  <a16:creationId xmlns:a16="http://schemas.microsoft.com/office/drawing/2014/main" id="{AF7F5698-4D10-1DCA-7564-01C532BF4C61}"/>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39" name="TextBox 738">
              <a:extLst>
                <a:ext uri="{FF2B5EF4-FFF2-40B4-BE49-F238E27FC236}">
                  <a16:creationId xmlns:a16="http://schemas.microsoft.com/office/drawing/2014/main" id="{12A11414-B2BB-7E6C-C658-217E5A217FF9}"/>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42" name="TextBox 741">
              <a:extLst>
                <a:ext uri="{FF2B5EF4-FFF2-40B4-BE49-F238E27FC236}">
                  <a16:creationId xmlns:a16="http://schemas.microsoft.com/office/drawing/2014/main" id="{93ABC3FC-E13E-85C0-D013-2FF5A379658B}"/>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sp>
        <p:nvSpPr>
          <p:cNvPr id="743" name="TextBox 742">
            <a:extLst>
              <a:ext uri="{FF2B5EF4-FFF2-40B4-BE49-F238E27FC236}">
                <a16:creationId xmlns:a16="http://schemas.microsoft.com/office/drawing/2014/main" id="{B80F7923-E37A-8927-E63E-6466ED4C9412}"/>
              </a:ext>
            </a:extLst>
          </p:cNvPr>
          <p:cNvSpPr txBox="1"/>
          <p:nvPr/>
        </p:nvSpPr>
        <p:spPr>
          <a:xfrm>
            <a:off x="4549885" y="1373663"/>
            <a:ext cx="1763688" cy="307777"/>
          </a:xfrm>
          <a:prstGeom prst="rect">
            <a:avLst/>
          </a:prstGeom>
          <a:noFill/>
        </p:spPr>
        <p:txBody>
          <a:bodyPr wrap="none" rtlCol="0">
            <a:spAutoFit/>
          </a:bodyPr>
          <a:lstStyle/>
          <a:p>
            <a:r>
              <a:rPr lang="en-US" sz="1400" b="1" dirty="0"/>
              <a:t>Qualified Frontier A</a:t>
            </a:r>
          </a:p>
        </p:txBody>
      </p:sp>
      <p:sp>
        <p:nvSpPr>
          <p:cNvPr id="747" name="TextBox 746">
            <a:extLst>
              <a:ext uri="{FF2B5EF4-FFF2-40B4-BE49-F238E27FC236}">
                <a16:creationId xmlns:a16="http://schemas.microsoft.com/office/drawing/2014/main" id="{2BA781CB-823B-8F38-4611-9B0B59DA417E}"/>
              </a:ext>
            </a:extLst>
          </p:cNvPr>
          <p:cNvSpPr txBox="1"/>
          <p:nvPr/>
        </p:nvSpPr>
        <p:spPr>
          <a:xfrm>
            <a:off x="3573854" y="2211021"/>
            <a:ext cx="822661" cy="307777"/>
          </a:xfrm>
          <a:prstGeom prst="rect">
            <a:avLst/>
          </a:prstGeom>
          <a:noFill/>
        </p:spPr>
        <p:txBody>
          <a:bodyPr wrap="none" rtlCol="0">
            <a:spAutoFit/>
          </a:bodyPr>
          <a:lstStyle/>
          <a:p>
            <a:r>
              <a:rPr lang="en-US" sz="1400" dirty="0">
                <a:latin typeface="Arial Rounded MT Bold" panose="020F0704030504030204" pitchFamily="34" charset="0"/>
              </a:rPr>
              <a:t>L2</a:t>
            </a:r>
            <a:r>
              <a:rPr lang="en-US" sz="1000" dirty="0">
                <a:latin typeface="Garamond" panose="02020404030301010803" pitchFamily="18" charset="0"/>
              </a:rPr>
              <a:t>L1A1B2</a:t>
            </a:r>
          </a:p>
        </p:txBody>
      </p:sp>
      <p:grpSp>
        <p:nvGrpSpPr>
          <p:cNvPr id="749" name="Group 748">
            <a:extLst>
              <a:ext uri="{FF2B5EF4-FFF2-40B4-BE49-F238E27FC236}">
                <a16:creationId xmlns:a16="http://schemas.microsoft.com/office/drawing/2014/main" id="{F6C23E27-2A2F-31DF-50CE-E4075C9C8F12}"/>
              </a:ext>
            </a:extLst>
          </p:cNvPr>
          <p:cNvGrpSpPr/>
          <p:nvPr/>
        </p:nvGrpSpPr>
        <p:grpSpPr>
          <a:xfrm>
            <a:off x="5327528" y="2259229"/>
            <a:ext cx="351900" cy="1476059"/>
            <a:chOff x="5627334" y="1961054"/>
            <a:chExt cx="351900" cy="1476059"/>
          </a:xfrm>
        </p:grpSpPr>
        <p:sp>
          <p:nvSpPr>
            <p:cNvPr id="750" name="TextBox 749">
              <a:extLst>
                <a:ext uri="{FF2B5EF4-FFF2-40B4-BE49-F238E27FC236}">
                  <a16:creationId xmlns:a16="http://schemas.microsoft.com/office/drawing/2014/main" id="{035B64DE-A9FA-0331-2B45-5029451148C6}"/>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751" name="TextBox 750">
              <a:extLst>
                <a:ext uri="{FF2B5EF4-FFF2-40B4-BE49-F238E27FC236}">
                  <a16:creationId xmlns:a16="http://schemas.microsoft.com/office/drawing/2014/main" id="{148CADBC-43B2-95C1-E8AE-542309E8BEC0}"/>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52" name="TextBox 751">
              <a:extLst>
                <a:ext uri="{FF2B5EF4-FFF2-40B4-BE49-F238E27FC236}">
                  <a16:creationId xmlns:a16="http://schemas.microsoft.com/office/drawing/2014/main" id="{B07D96BC-1EE7-CDF2-D7D4-2BAEFB05DE0D}"/>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53" name="TextBox 752">
              <a:extLst>
                <a:ext uri="{FF2B5EF4-FFF2-40B4-BE49-F238E27FC236}">
                  <a16:creationId xmlns:a16="http://schemas.microsoft.com/office/drawing/2014/main" id="{9CA47E12-9315-8CB3-B80D-28F7E767CEE9}"/>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54" name="TextBox 753">
              <a:extLst>
                <a:ext uri="{FF2B5EF4-FFF2-40B4-BE49-F238E27FC236}">
                  <a16:creationId xmlns:a16="http://schemas.microsoft.com/office/drawing/2014/main" id="{57B5EB5A-E878-9AAA-53B2-5A9221005334}"/>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755" name="Group 754">
            <a:extLst>
              <a:ext uri="{FF2B5EF4-FFF2-40B4-BE49-F238E27FC236}">
                <a16:creationId xmlns:a16="http://schemas.microsoft.com/office/drawing/2014/main" id="{4E1CC503-C63A-8802-5A8C-A9F3C8C21F25}"/>
              </a:ext>
            </a:extLst>
          </p:cNvPr>
          <p:cNvGrpSpPr/>
          <p:nvPr/>
        </p:nvGrpSpPr>
        <p:grpSpPr>
          <a:xfrm>
            <a:off x="5001883" y="2556635"/>
            <a:ext cx="351900" cy="1476059"/>
            <a:chOff x="5627334" y="1961054"/>
            <a:chExt cx="351900" cy="1476059"/>
          </a:xfrm>
        </p:grpSpPr>
        <p:sp>
          <p:nvSpPr>
            <p:cNvPr id="756" name="TextBox 755">
              <a:extLst>
                <a:ext uri="{FF2B5EF4-FFF2-40B4-BE49-F238E27FC236}">
                  <a16:creationId xmlns:a16="http://schemas.microsoft.com/office/drawing/2014/main" id="{2B6F16DF-BA42-F28E-9511-414CA52C5687}"/>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757" name="TextBox 756">
              <a:extLst>
                <a:ext uri="{FF2B5EF4-FFF2-40B4-BE49-F238E27FC236}">
                  <a16:creationId xmlns:a16="http://schemas.microsoft.com/office/drawing/2014/main" id="{206FAD3B-067E-0C2C-3755-42CBD492122F}"/>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58" name="TextBox 757">
              <a:extLst>
                <a:ext uri="{FF2B5EF4-FFF2-40B4-BE49-F238E27FC236}">
                  <a16:creationId xmlns:a16="http://schemas.microsoft.com/office/drawing/2014/main" id="{6F3472FC-59AC-50C5-3783-A84ADF9D1C61}"/>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59" name="TextBox 758">
              <a:extLst>
                <a:ext uri="{FF2B5EF4-FFF2-40B4-BE49-F238E27FC236}">
                  <a16:creationId xmlns:a16="http://schemas.microsoft.com/office/drawing/2014/main" id="{81C05691-8A56-57A7-3A3C-F787BABF4953}"/>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60" name="TextBox 759">
              <a:extLst>
                <a:ext uri="{FF2B5EF4-FFF2-40B4-BE49-F238E27FC236}">
                  <a16:creationId xmlns:a16="http://schemas.microsoft.com/office/drawing/2014/main" id="{331ADBE7-DF68-92CF-AE4A-70CC56F825B1}"/>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761" name="Group 760">
            <a:extLst>
              <a:ext uri="{FF2B5EF4-FFF2-40B4-BE49-F238E27FC236}">
                <a16:creationId xmlns:a16="http://schemas.microsoft.com/office/drawing/2014/main" id="{07DC7221-DED3-EE85-4FA9-47F6A3BC9C75}"/>
              </a:ext>
            </a:extLst>
          </p:cNvPr>
          <p:cNvGrpSpPr/>
          <p:nvPr/>
        </p:nvGrpSpPr>
        <p:grpSpPr>
          <a:xfrm>
            <a:off x="4658964" y="2857403"/>
            <a:ext cx="351900" cy="1476059"/>
            <a:chOff x="5627334" y="1961054"/>
            <a:chExt cx="351900" cy="1476059"/>
          </a:xfrm>
        </p:grpSpPr>
        <p:sp>
          <p:nvSpPr>
            <p:cNvPr id="762" name="TextBox 761">
              <a:extLst>
                <a:ext uri="{FF2B5EF4-FFF2-40B4-BE49-F238E27FC236}">
                  <a16:creationId xmlns:a16="http://schemas.microsoft.com/office/drawing/2014/main" id="{0BC44798-3680-FF8C-88FE-6A317D09E665}"/>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763" name="TextBox 762">
              <a:extLst>
                <a:ext uri="{FF2B5EF4-FFF2-40B4-BE49-F238E27FC236}">
                  <a16:creationId xmlns:a16="http://schemas.microsoft.com/office/drawing/2014/main" id="{F0F60DF9-D653-958A-E810-B3FE6EC42834}"/>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64" name="TextBox 763">
              <a:extLst>
                <a:ext uri="{FF2B5EF4-FFF2-40B4-BE49-F238E27FC236}">
                  <a16:creationId xmlns:a16="http://schemas.microsoft.com/office/drawing/2014/main" id="{A257E744-7A4A-AE2B-533A-D6439E61F496}"/>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65" name="TextBox 764">
              <a:extLst>
                <a:ext uri="{FF2B5EF4-FFF2-40B4-BE49-F238E27FC236}">
                  <a16:creationId xmlns:a16="http://schemas.microsoft.com/office/drawing/2014/main" id="{2CC849A5-8965-1509-E08C-179C7D5F5A6D}"/>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66" name="TextBox 765">
              <a:extLst>
                <a:ext uri="{FF2B5EF4-FFF2-40B4-BE49-F238E27FC236}">
                  <a16:creationId xmlns:a16="http://schemas.microsoft.com/office/drawing/2014/main" id="{85A532BC-A962-3348-1764-A0056DAF502A}"/>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767" name="Group 766">
            <a:extLst>
              <a:ext uri="{FF2B5EF4-FFF2-40B4-BE49-F238E27FC236}">
                <a16:creationId xmlns:a16="http://schemas.microsoft.com/office/drawing/2014/main" id="{35532A43-B4A4-5C77-81AD-160B10B96B7B}"/>
              </a:ext>
            </a:extLst>
          </p:cNvPr>
          <p:cNvGrpSpPr/>
          <p:nvPr/>
        </p:nvGrpSpPr>
        <p:grpSpPr>
          <a:xfrm>
            <a:off x="3994616" y="3452302"/>
            <a:ext cx="351900" cy="1476059"/>
            <a:chOff x="5627334" y="1961054"/>
            <a:chExt cx="351900" cy="1476059"/>
          </a:xfrm>
        </p:grpSpPr>
        <p:sp>
          <p:nvSpPr>
            <p:cNvPr id="768" name="TextBox 767">
              <a:extLst>
                <a:ext uri="{FF2B5EF4-FFF2-40B4-BE49-F238E27FC236}">
                  <a16:creationId xmlns:a16="http://schemas.microsoft.com/office/drawing/2014/main" id="{FB559C24-EE0F-A97C-0CC5-FA5B17CAD773}"/>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769" name="TextBox 768">
              <a:extLst>
                <a:ext uri="{FF2B5EF4-FFF2-40B4-BE49-F238E27FC236}">
                  <a16:creationId xmlns:a16="http://schemas.microsoft.com/office/drawing/2014/main" id="{BE575171-3EEE-FD54-5EB7-FD7EDAEB608B}"/>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70" name="TextBox 769">
              <a:extLst>
                <a:ext uri="{FF2B5EF4-FFF2-40B4-BE49-F238E27FC236}">
                  <a16:creationId xmlns:a16="http://schemas.microsoft.com/office/drawing/2014/main" id="{88CDAE94-74FA-5D41-4B32-A7EFEFC607B6}"/>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71" name="TextBox 770">
              <a:extLst>
                <a:ext uri="{FF2B5EF4-FFF2-40B4-BE49-F238E27FC236}">
                  <a16:creationId xmlns:a16="http://schemas.microsoft.com/office/drawing/2014/main" id="{8F8784F2-52AE-9D6D-7368-A4CC19AC2BA8}"/>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72" name="TextBox 771">
              <a:extLst>
                <a:ext uri="{FF2B5EF4-FFF2-40B4-BE49-F238E27FC236}">
                  <a16:creationId xmlns:a16="http://schemas.microsoft.com/office/drawing/2014/main" id="{AED513A5-E955-87AF-F35E-B2450DA8B426}"/>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773" name="Group 772">
            <a:extLst>
              <a:ext uri="{FF2B5EF4-FFF2-40B4-BE49-F238E27FC236}">
                <a16:creationId xmlns:a16="http://schemas.microsoft.com/office/drawing/2014/main" id="{6E3B4B0D-E24D-739A-C1B7-37FA10821AF7}"/>
              </a:ext>
            </a:extLst>
          </p:cNvPr>
          <p:cNvGrpSpPr/>
          <p:nvPr/>
        </p:nvGrpSpPr>
        <p:grpSpPr>
          <a:xfrm>
            <a:off x="4326357" y="3148071"/>
            <a:ext cx="351900" cy="1476059"/>
            <a:chOff x="5627334" y="1961054"/>
            <a:chExt cx="351900" cy="1476059"/>
          </a:xfrm>
        </p:grpSpPr>
        <p:sp>
          <p:nvSpPr>
            <p:cNvPr id="774" name="TextBox 773">
              <a:extLst>
                <a:ext uri="{FF2B5EF4-FFF2-40B4-BE49-F238E27FC236}">
                  <a16:creationId xmlns:a16="http://schemas.microsoft.com/office/drawing/2014/main" id="{7152FBDC-30A9-B6BE-7D82-94DF982B8108}"/>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775" name="TextBox 774">
              <a:extLst>
                <a:ext uri="{FF2B5EF4-FFF2-40B4-BE49-F238E27FC236}">
                  <a16:creationId xmlns:a16="http://schemas.microsoft.com/office/drawing/2014/main" id="{F7540333-C5B6-6A19-0579-E8F1FB29FA00}"/>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76" name="TextBox 775">
              <a:extLst>
                <a:ext uri="{FF2B5EF4-FFF2-40B4-BE49-F238E27FC236}">
                  <a16:creationId xmlns:a16="http://schemas.microsoft.com/office/drawing/2014/main" id="{8FDECE66-6468-22FC-CFF7-1B4C21B208DE}"/>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77" name="TextBox 776">
              <a:extLst>
                <a:ext uri="{FF2B5EF4-FFF2-40B4-BE49-F238E27FC236}">
                  <a16:creationId xmlns:a16="http://schemas.microsoft.com/office/drawing/2014/main" id="{0BBBB717-9AAD-0623-9E76-03DD03488054}"/>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78" name="TextBox 777">
              <a:extLst>
                <a:ext uri="{FF2B5EF4-FFF2-40B4-BE49-F238E27FC236}">
                  <a16:creationId xmlns:a16="http://schemas.microsoft.com/office/drawing/2014/main" id="{6D142B45-E598-5E18-4C52-E8033F7EB7DF}"/>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779" name="Group 778">
            <a:extLst>
              <a:ext uri="{FF2B5EF4-FFF2-40B4-BE49-F238E27FC236}">
                <a16:creationId xmlns:a16="http://schemas.microsoft.com/office/drawing/2014/main" id="{5C614F09-4BB4-09CF-2D47-5607A2E33D84}"/>
              </a:ext>
            </a:extLst>
          </p:cNvPr>
          <p:cNvGrpSpPr/>
          <p:nvPr/>
        </p:nvGrpSpPr>
        <p:grpSpPr>
          <a:xfrm>
            <a:off x="3654047" y="3758139"/>
            <a:ext cx="351900" cy="1476059"/>
            <a:chOff x="5627334" y="1961054"/>
            <a:chExt cx="351900" cy="1476059"/>
          </a:xfrm>
        </p:grpSpPr>
        <p:sp>
          <p:nvSpPr>
            <p:cNvPr id="780" name="TextBox 779">
              <a:extLst>
                <a:ext uri="{FF2B5EF4-FFF2-40B4-BE49-F238E27FC236}">
                  <a16:creationId xmlns:a16="http://schemas.microsoft.com/office/drawing/2014/main" id="{E4FCAC0B-E17F-EC30-EA68-2F2FF4D61ACB}"/>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781" name="TextBox 780">
              <a:extLst>
                <a:ext uri="{FF2B5EF4-FFF2-40B4-BE49-F238E27FC236}">
                  <a16:creationId xmlns:a16="http://schemas.microsoft.com/office/drawing/2014/main" id="{0697529D-A671-12B2-40EB-A7F97F48E8B1}"/>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82" name="TextBox 781">
              <a:extLst>
                <a:ext uri="{FF2B5EF4-FFF2-40B4-BE49-F238E27FC236}">
                  <a16:creationId xmlns:a16="http://schemas.microsoft.com/office/drawing/2014/main" id="{904ED577-A894-2B93-D100-8D201152F5AA}"/>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83" name="TextBox 782">
              <a:extLst>
                <a:ext uri="{FF2B5EF4-FFF2-40B4-BE49-F238E27FC236}">
                  <a16:creationId xmlns:a16="http://schemas.microsoft.com/office/drawing/2014/main" id="{7AB20A63-9A98-2071-FD8A-AF7BB17CC7F3}"/>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84" name="TextBox 783">
              <a:extLst>
                <a:ext uri="{FF2B5EF4-FFF2-40B4-BE49-F238E27FC236}">
                  <a16:creationId xmlns:a16="http://schemas.microsoft.com/office/drawing/2014/main" id="{21656D2C-27BE-D5E3-2798-F28D16B15AC5}"/>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785" name="Group 784">
            <a:extLst>
              <a:ext uri="{FF2B5EF4-FFF2-40B4-BE49-F238E27FC236}">
                <a16:creationId xmlns:a16="http://schemas.microsoft.com/office/drawing/2014/main" id="{069673AA-7EFA-3FF0-D8BE-C291246E503A}"/>
              </a:ext>
            </a:extLst>
          </p:cNvPr>
          <p:cNvGrpSpPr/>
          <p:nvPr/>
        </p:nvGrpSpPr>
        <p:grpSpPr>
          <a:xfrm>
            <a:off x="3323186" y="4060192"/>
            <a:ext cx="351900" cy="1476059"/>
            <a:chOff x="5627334" y="1961054"/>
            <a:chExt cx="351900" cy="1476059"/>
          </a:xfrm>
        </p:grpSpPr>
        <p:sp>
          <p:nvSpPr>
            <p:cNvPr id="786" name="TextBox 785">
              <a:extLst>
                <a:ext uri="{FF2B5EF4-FFF2-40B4-BE49-F238E27FC236}">
                  <a16:creationId xmlns:a16="http://schemas.microsoft.com/office/drawing/2014/main" id="{654BD394-7C62-C3F2-D43E-C806A90C4BC7}"/>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787" name="TextBox 786">
              <a:extLst>
                <a:ext uri="{FF2B5EF4-FFF2-40B4-BE49-F238E27FC236}">
                  <a16:creationId xmlns:a16="http://schemas.microsoft.com/office/drawing/2014/main" id="{B158E622-CF6D-931F-1B54-578A47D2B65E}"/>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88" name="TextBox 787">
              <a:extLst>
                <a:ext uri="{FF2B5EF4-FFF2-40B4-BE49-F238E27FC236}">
                  <a16:creationId xmlns:a16="http://schemas.microsoft.com/office/drawing/2014/main" id="{1FF41B60-7216-31BD-C98A-16F40A591BC1}"/>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89" name="TextBox 788">
              <a:extLst>
                <a:ext uri="{FF2B5EF4-FFF2-40B4-BE49-F238E27FC236}">
                  <a16:creationId xmlns:a16="http://schemas.microsoft.com/office/drawing/2014/main" id="{3B12E8B9-091C-FBA2-3691-FC64125BD304}"/>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90" name="TextBox 789">
              <a:extLst>
                <a:ext uri="{FF2B5EF4-FFF2-40B4-BE49-F238E27FC236}">
                  <a16:creationId xmlns:a16="http://schemas.microsoft.com/office/drawing/2014/main" id="{3A6AA4C9-55C2-2EE8-AF69-F649EFEC58C2}"/>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39" name="Group 838">
            <a:extLst>
              <a:ext uri="{FF2B5EF4-FFF2-40B4-BE49-F238E27FC236}">
                <a16:creationId xmlns:a16="http://schemas.microsoft.com/office/drawing/2014/main" id="{9E31EFB6-F654-1BE5-58D1-DE432D68C7D8}"/>
              </a:ext>
            </a:extLst>
          </p:cNvPr>
          <p:cNvGrpSpPr/>
          <p:nvPr/>
        </p:nvGrpSpPr>
        <p:grpSpPr>
          <a:xfrm>
            <a:off x="5940629" y="1974818"/>
            <a:ext cx="2665800" cy="3575197"/>
            <a:chOff x="5940629" y="1974818"/>
            <a:chExt cx="2665800" cy="3575197"/>
          </a:xfrm>
        </p:grpSpPr>
        <p:grpSp>
          <p:nvGrpSpPr>
            <p:cNvPr id="791" name="Group 790">
              <a:extLst>
                <a:ext uri="{FF2B5EF4-FFF2-40B4-BE49-F238E27FC236}">
                  <a16:creationId xmlns:a16="http://schemas.microsoft.com/office/drawing/2014/main" id="{BA672FCF-C8E5-A840-C918-FA956DF26CC1}"/>
                </a:ext>
              </a:extLst>
            </p:cNvPr>
            <p:cNvGrpSpPr/>
            <p:nvPr/>
          </p:nvGrpSpPr>
          <p:grpSpPr>
            <a:xfrm>
              <a:off x="8246978" y="1974818"/>
              <a:ext cx="359451" cy="1476059"/>
              <a:chOff x="5629535" y="1961054"/>
              <a:chExt cx="359451" cy="1476059"/>
            </a:xfrm>
          </p:grpSpPr>
          <p:sp>
            <p:nvSpPr>
              <p:cNvPr id="792" name="TextBox 791">
                <a:extLst>
                  <a:ext uri="{FF2B5EF4-FFF2-40B4-BE49-F238E27FC236}">
                    <a16:creationId xmlns:a16="http://schemas.microsoft.com/office/drawing/2014/main" id="{FB9F8603-236F-9344-B031-09153F1E9053}"/>
                  </a:ext>
                </a:extLst>
              </p:cNvPr>
              <p:cNvSpPr txBox="1"/>
              <p:nvPr/>
            </p:nvSpPr>
            <p:spPr>
              <a:xfrm>
                <a:off x="5645622" y="2265589"/>
                <a:ext cx="343364" cy="261610"/>
              </a:xfrm>
              <a:prstGeom prst="rect">
                <a:avLst/>
              </a:prstGeom>
              <a:noFill/>
            </p:spPr>
            <p:txBody>
              <a:bodyPr wrap="none" rtlCol="0">
                <a:spAutoFit/>
              </a:bodyPr>
              <a:lstStyle/>
              <a:p>
                <a:r>
                  <a:rPr lang="en-US" sz="1100" dirty="0"/>
                  <a:t>V1</a:t>
                </a:r>
              </a:p>
            </p:txBody>
          </p:sp>
          <p:sp>
            <p:nvSpPr>
              <p:cNvPr id="793" name="TextBox 792">
                <a:extLst>
                  <a:ext uri="{FF2B5EF4-FFF2-40B4-BE49-F238E27FC236}">
                    <a16:creationId xmlns:a16="http://schemas.microsoft.com/office/drawing/2014/main" id="{7120FA62-F370-513F-09D6-E7D485EB2185}"/>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794" name="TextBox 793">
                <a:extLst>
                  <a:ext uri="{FF2B5EF4-FFF2-40B4-BE49-F238E27FC236}">
                    <a16:creationId xmlns:a16="http://schemas.microsoft.com/office/drawing/2014/main" id="{D9B1654B-1A01-0764-A382-17F6881D49BF}"/>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795" name="TextBox 794">
                <a:extLst>
                  <a:ext uri="{FF2B5EF4-FFF2-40B4-BE49-F238E27FC236}">
                    <a16:creationId xmlns:a16="http://schemas.microsoft.com/office/drawing/2014/main" id="{B50D9972-1E0A-A0F2-6E90-A42E41816F3D}"/>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796" name="TextBox 795">
                <a:extLst>
                  <a:ext uri="{FF2B5EF4-FFF2-40B4-BE49-F238E27FC236}">
                    <a16:creationId xmlns:a16="http://schemas.microsoft.com/office/drawing/2014/main" id="{A1A2C01D-5C92-2EBA-055D-2328A08C8E96}"/>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797" name="Group 796">
              <a:extLst>
                <a:ext uri="{FF2B5EF4-FFF2-40B4-BE49-F238E27FC236}">
                  <a16:creationId xmlns:a16="http://schemas.microsoft.com/office/drawing/2014/main" id="{886F06CD-B8D0-9DCE-3BDF-A2BAFA73680A}"/>
                </a:ext>
              </a:extLst>
            </p:cNvPr>
            <p:cNvGrpSpPr/>
            <p:nvPr/>
          </p:nvGrpSpPr>
          <p:grpSpPr>
            <a:xfrm>
              <a:off x="7944971" y="2272993"/>
              <a:ext cx="351900" cy="1476059"/>
              <a:chOff x="5627334" y="1961054"/>
              <a:chExt cx="351900" cy="1476059"/>
            </a:xfrm>
          </p:grpSpPr>
          <p:sp>
            <p:nvSpPr>
              <p:cNvPr id="798" name="TextBox 797">
                <a:extLst>
                  <a:ext uri="{FF2B5EF4-FFF2-40B4-BE49-F238E27FC236}">
                    <a16:creationId xmlns:a16="http://schemas.microsoft.com/office/drawing/2014/main" id="{4642E8EC-13D0-7055-9D5B-DAED38E0C29D}"/>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799" name="TextBox 798">
                <a:extLst>
                  <a:ext uri="{FF2B5EF4-FFF2-40B4-BE49-F238E27FC236}">
                    <a16:creationId xmlns:a16="http://schemas.microsoft.com/office/drawing/2014/main" id="{83175ECC-844D-1883-F5CF-E7BDFEBCC279}"/>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00" name="TextBox 799">
                <a:extLst>
                  <a:ext uri="{FF2B5EF4-FFF2-40B4-BE49-F238E27FC236}">
                    <a16:creationId xmlns:a16="http://schemas.microsoft.com/office/drawing/2014/main" id="{6975684E-FD68-0EA5-398A-5B6E892BA7E8}"/>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01" name="TextBox 800">
                <a:extLst>
                  <a:ext uri="{FF2B5EF4-FFF2-40B4-BE49-F238E27FC236}">
                    <a16:creationId xmlns:a16="http://schemas.microsoft.com/office/drawing/2014/main" id="{3C8FF32D-8C71-826B-183F-DC6CEDFE70BE}"/>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02" name="TextBox 801">
                <a:extLst>
                  <a:ext uri="{FF2B5EF4-FFF2-40B4-BE49-F238E27FC236}">
                    <a16:creationId xmlns:a16="http://schemas.microsoft.com/office/drawing/2014/main" id="{91E6C621-EE8E-C036-5B77-0D49FE1E4D9C}"/>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03" name="Group 802">
              <a:extLst>
                <a:ext uri="{FF2B5EF4-FFF2-40B4-BE49-F238E27FC236}">
                  <a16:creationId xmlns:a16="http://schemas.microsoft.com/office/drawing/2014/main" id="{35DCD45D-2A25-307F-F949-6E7E16DF85D0}"/>
                </a:ext>
              </a:extLst>
            </p:cNvPr>
            <p:cNvGrpSpPr/>
            <p:nvPr/>
          </p:nvGrpSpPr>
          <p:grpSpPr>
            <a:xfrm>
              <a:off x="7619326" y="2570399"/>
              <a:ext cx="351900" cy="1476059"/>
              <a:chOff x="5627334" y="1961054"/>
              <a:chExt cx="351900" cy="1476059"/>
            </a:xfrm>
          </p:grpSpPr>
          <p:sp>
            <p:nvSpPr>
              <p:cNvPr id="804" name="TextBox 803">
                <a:extLst>
                  <a:ext uri="{FF2B5EF4-FFF2-40B4-BE49-F238E27FC236}">
                    <a16:creationId xmlns:a16="http://schemas.microsoft.com/office/drawing/2014/main" id="{276EC2C2-306E-17C9-AB2E-4BDEE7C828D5}"/>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05" name="TextBox 804">
                <a:extLst>
                  <a:ext uri="{FF2B5EF4-FFF2-40B4-BE49-F238E27FC236}">
                    <a16:creationId xmlns:a16="http://schemas.microsoft.com/office/drawing/2014/main" id="{D40CC72A-C967-062D-F47F-6D6B23BB1C35}"/>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06" name="TextBox 805">
                <a:extLst>
                  <a:ext uri="{FF2B5EF4-FFF2-40B4-BE49-F238E27FC236}">
                    <a16:creationId xmlns:a16="http://schemas.microsoft.com/office/drawing/2014/main" id="{6042BC47-4C17-81B5-C8BF-8215A82B54DC}"/>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07" name="TextBox 806">
                <a:extLst>
                  <a:ext uri="{FF2B5EF4-FFF2-40B4-BE49-F238E27FC236}">
                    <a16:creationId xmlns:a16="http://schemas.microsoft.com/office/drawing/2014/main" id="{32E96E03-17CF-1507-9966-3F7D6BBC745A}"/>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08" name="TextBox 807">
                <a:extLst>
                  <a:ext uri="{FF2B5EF4-FFF2-40B4-BE49-F238E27FC236}">
                    <a16:creationId xmlns:a16="http://schemas.microsoft.com/office/drawing/2014/main" id="{2D76D929-5729-51A7-626F-3700C6596D20}"/>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09" name="Group 808">
              <a:extLst>
                <a:ext uri="{FF2B5EF4-FFF2-40B4-BE49-F238E27FC236}">
                  <a16:creationId xmlns:a16="http://schemas.microsoft.com/office/drawing/2014/main" id="{B8BA41FE-F298-063E-8825-5B8C36C68939}"/>
                </a:ext>
              </a:extLst>
            </p:cNvPr>
            <p:cNvGrpSpPr/>
            <p:nvPr/>
          </p:nvGrpSpPr>
          <p:grpSpPr>
            <a:xfrm>
              <a:off x="7276407" y="2871167"/>
              <a:ext cx="351900" cy="1476059"/>
              <a:chOff x="5627334" y="1961054"/>
              <a:chExt cx="351900" cy="1476059"/>
            </a:xfrm>
          </p:grpSpPr>
          <p:sp>
            <p:nvSpPr>
              <p:cNvPr id="810" name="TextBox 809">
                <a:extLst>
                  <a:ext uri="{FF2B5EF4-FFF2-40B4-BE49-F238E27FC236}">
                    <a16:creationId xmlns:a16="http://schemas.microsoft.com/office/drawing/2014/main" id="{29F6A381-BDE4-DE0C-AD14-FCDBA4C68C51}"/>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11" name="TextBox 810">
                <a:extLst>
                  <a:ext uri="{FF2B5EF4-FFF2-40B4-BE49-F238E27FC236}">
                    <a16:creationId xmlns:a16="http://schemas.microsoft.com/office/drawing/2014/main" id="{CD37BA96-CEBB-4D25-3B71-F908A178EEF7}"/>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12" name="TextBox 811">
                <a:extLst>
                  <a:ext uri="{FF2B5EF4-FFF2-40B4-BE49-F238E27FC236}">
                    <a16:creationId xmlns:a16="http://schemas.microsoft.com/office/drawing/2014/main" id="{B957557C-B1A8-8858-DA19-43205E33A3B1}"/>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13" name="TextBox 812">
                <a:extLst>
                  <a:ext uri="{FF2B5EF4-FFF2-40B4-BE49-F238E27FC236}">
                    <a16:creationId xmlns:a16="http://schemas.microsoft.com/office/drawing/2014/main" id="{A088C10D-092F-BFC9-A983-C74765D02329}"/>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14" name="TextBox 813">
                <a:extLst>
                  <a:ext uri="{FF2B5EF4-FFF2-40B4-BE49-F238E27FC236}">
                    <a16:creationId xmlns:a16="http://schemas.microsoft.com/office/drawing/2014/main" id="{E25F5BE5-F8A4-BD43-CA71-CE9E8D171FE8}"/>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15" name="Group 814">
              <a:extLst>
                <a:ext uri="{FF2B5EF4-FFF2-40B4-BE49-F238E27FC236}">
                  <a16:creationId xmlns:a16="http://schemas.microsoft.com/office/drawing/2014/main" id="{C4AEFC34-740A-09DD-D342-A677EDA6BC69}"/>
                </a:ext>
              </a:extLst>
            </p:cNvPr>
            <p:cNvGrpSpPr/>
            <p:nvPr/>
          </p:nvGrpSpPr>
          <p:grpSpPr>
            <a:xfrm>
              <a:off x="6612059" y="3466066"/>
              <a:ext cx="351900" cy="1476059"/>
              <a:chOff x="5627334" y="1961054"/>
              <a:chExt cx="351900" cy="1476059"/>
            </a:xfrm>
          </p:grpSpPr>
          <p:sp>
            <p:nvSpPr>
              <p:cNvPr id="816" name="TextBox 815">
                <a:extLst>
                  <a:ext uri="{FF2B5EF4-FFF2-40B4-BE49-F238E27FC236}">
                    <a16:creationId xmlns:a16="http://schemas.microsoft.com/office/drawing/2014/main" id="{D72D59A1-1E63-E3FC-8748-095349453C26}"/>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17" name="TextBox 816">
                <a:extLst>
                  <a:ext uri="{FF2B5EF4-FFF2-40B4-BE49-F238E27FC236}">
                    <a16:creationId xmlns:a16="http://schemas.microsoft.com/office/drawing/2014/main" id="{285000CF-202F-2136-6709-FD46241BB704}"/>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18" name="TextBox 817">
                <a:extLst>
                  <a:ext uri="{FF2B5EF4-FFF2-40B4-BE49-F238E27FC236}">
                    <a16:creationId xmlns:a16="http://schemas.microsoft.com/office/drawing/2014/main" id="{688BB57C-5798-E257-2FE6-8C12907B43C3}"/>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19" name="TextBox 818">
                <a:extLst>
                  <a:ext uri="{FF2B5EF4-FFF2-40B4-BE49-F238E27FC236}">
                    <a16:creationId xmlns:a16="http://schemas.microsoft.com/office/drawing/2014/main" id="{129139B4-280F-C87B-E2BB-E87DD970CE92}"/>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20" name="TextBox 819">
                <a:extLst>
                  <a:ext uri="{FF2B5EF4-FFF2-40B4-BE49-F238E27FC236}">
                    <a16:creationId xmlns:a16="http://schemas.microsoft.com/office/drawing/2014/main" id="{B2194C1A-B657-65C5-8438-121170CB8E68}"/>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21" name="Group 820">
              <a:extLst>
                <a:ext uri="{FF2B5EF4-FFF2-40B4-BE49-F238E27FC236}">
                  <a16:creationId xmlns:a16="http://schemas.microsoft.com/office/drawing/2014/main" id="{519F26FF-5E30-9DE0-14FC-DB6B225F0F3C}"/>
                </a:ext>
              </a:extLst>
            </p:cNvPr>
            <p:cNvGrpSpPr/>
            <p:nvPr/>
          </p:nvGrpSpPr>
          <p:grpSpPr>
            <a:xfrm>
              <a:off x="6943800" y="3161835"/>
              <a:ext cx="351900" cy="1476059"/>
              <a:chOff x="5627334" y="1961054"/>
              <a:chExt cx="351900" cy="1476059"/>
            </a:xfrm>
          </p:grpSpPr>
          <p:sp>
            <p:nvSpPr>
              <p:cNvPr id="822" name="TextBox 821">
                <a:extLst>
                  <a:ext uri="{FF2B5EF4-FFF2-40B4-BE49-F238E27FC236}">
                    <a16:creationId xmlns:a16="http://schemas.microsoft.com/office/drawing/2014/main" id="{6069D1FC-2EBA-B394-B9BF-F0A7865C9540}"/>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23" name="TextBox 822">
                <a:extLst>
                  <a:ext uri="{FF2B5EF4-FFF2-40B4-BE49-F238E27FC236}">
                    <a16:creationId xmlns:a16="http://schemas.microsoft.com/office/drawing/2014/main" id="{45904A08-1814-DB02-24D8-4FFC71290E93}"/>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24" name="TextBox 823">
                <a:extLst>
                  <a:ext uri="{FF2B5EF4-FFF2-40B4-BE49-F238E27FC236}">
                    <a16:creationId xmlns:a16="http://schemas.microsoft.com/office/drawing/2014/main" id="{ABE8B844-519D-4D1A-5255-A1273D27319F}"/>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25" name="TextBox 824">
                <a:extLst>
                  <a:ext uri="{FF2B5EF4-FFF2-40B4-BE49-F238E27FC236}">
                    <a16:creationId xmlns:a16="http://schemas.microsoft.com/office/drawing/2014/main" id="{AF71D045-C583-1E60-C59C-52A040EA5E0F}"/>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26" name="TextBox 825">
                <a:extLst>
                  <a:ext uri="{FF2B5EF4-FFF2-40B4-BE49-F238E27FC236}">
                    <a16:creationId xmlns:a16="http://schemas.microsoft.com/office/drawing/2014/main" id="{B443ABC0-D871-82F3-D688-937C7AD324F3}"/>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27" name="Group 826">
              <a:extLst>
                <a:ext uri="{FF2B5EF4-FFF2-40B4-BE49-F238E27FC236}">
                  <a16:creationId xmlns:a16="http://schemas.microsoft.com/office/drawing/2014/main" id="{5AD69D80-B043-719F-74E5-38BA763F9C28}"/>
                </a:ext>
              </a:extLst>
            </p:cNvPr>
            <p:cNvGrpSpPr/>
            <p:nvPr/>
          </p:nvGrpSpPr>
          <p:grpSpPr>
            <a:xfrm>
              <a:off x="6271490" y="3771903"/>
              <a:ext cx="351900" cy="1476059"/>
              <a:chOff x="5627334" y="1961054"/>
              <a:chExt cx="351900" cy="1476059"/>
            </a:xfrm>
          </p:grpSpPr>
          <p:sp>
            <p:nvSpPr>
              <p:cNvPr id="828" name="TextBox 827">
                <a:extLst>
                  <a:ext uri="{FF2B5EF4-FFF2-40B4-BE49-F238E27FC236}">
                    <a16:creationId xmlns:a16="http://schemas.microsoft.com/office/drawing/2014/main" id="{C00FC10A-1D3E-59B2-431D-F5273B5382D5}"/>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29" name="TextBox 828">
                <a:extLst>
                  <a:ext uri="{FF2B5EF4-FFF2-40B4-BE49-F238E27FC236}">
                    <a16:creationId xmlns:a16="http://schemas.microsoft.com/office/drawing/2014/main" id="{9DDD1550-401F-B591-165C-8576C600E425}"/>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30" name="TextBox 829">
                <a:extLst>
                  <a:ext uri="{FF2B5EF4-FFF2-40B4-BE49-F238E27FC236}">
                    <a16:creationId xmlns:a16="http://schemas.microsoft.com/office/drawing/2014/main" id="{B00D659E-049E-5FFF-19A7-DA9A24802D5F}"/>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31" name="TextBox 830">
                <a:extLst>
                  <a:ext uri="{FF2B5EF4-FFF2-40B4-BE49-F238E27FC236}">
                    <a16:creationId xmlns:a16="http://schemas.microsoft.com/office/drawing/2014/main" id="{C071C971-A3EB-0634-94BF-46F5A0C44DBD}"/>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32" name="TextBox 831">
                <a:extLst>
                  <a:ext uri="{FF2B5EF4-FFF2-40B4-BE49-F238E27FC236}">
                    <a16:creationId xmlns:a16="http://schemas.microsoft.com/office/drawing/2014/main" id="{3AE6B340-0D1E-8949-78F8-D0D773D504D8}"/>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33" name="Group 832">
              <a:extLst>
                <a:ext uri="{FF2B5EF4-FFF2-40B4-BE49-F238E27FC236}">
                  <a16:creationId xmlns:a16="http://schemas.microsoft.com/office/drawing/2014/main" id="{C8B29820-47A6-AACA-521C-C9A08B82632B}"/>
                </a:ext>
              </a:extLst>
            </p:cNvPr>
            <p:cNvGrpSpPr/>
            <p:nvPr/>
          </p:nvGrpSpPr>
          <p:grpSpPr>
            <a:xfrm>
              <a:off x="5940629" y="4073956"/>
              <a:ext cx="351900" cy="1476059"/>
              <a:chOff x="5627334" y="1961054"/>
              <a:chExt cx="351900" cy="1476059"/>
            </a:xfrm>
          </p:grpSpPr>
          <p:sp>
            <p:nvSpPr>
              <p:cNvPr id="834" name="TextBox 833">
                <a:extLst>
                  <a:ext uri="{FF2B5EF4-FFF2-40B4-BE49-F238E27FC236}">
                    <a16:creationId xmlns:a16="http://schemas.microsoft.com/office/drawing/2014/main" id="{FB22BFB0-089F-C6FC-9A49-1BA7F202462F}"/>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35" name="TextBox 834">
                <a:extLst>
                  <a:ext uri="{FF2B5EF4-FFF2-40B4-BE49-F238E27FC236}">
                    <a16:creationId xmlns:a16="http://schemas.microsoft.com/office/drawing/2014/main" id="{82629EC2-2728-A652-DB6A-D5BF547FAD64}"/>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36" name="TextBox 835">
                <a:extLst>
                  <a:ext uri="{FF2B5EF4-FFF2-40B4-BE49-F238E27FC236}">
                    <a16:creationId xmlns:a16="http://schemas.microsoft.com/office/drawing/2014/main" id="{1A4202A0-C906-DFB8-A767-0BF415DC85FD}"/>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37" name="TextBox 836">
                <a:extLst>
                  <a:ext uri="{FF2B5EF4-FFF2-40B4-BE49-F238E27FC236}">
                    <a16:creationId xmlns:a16="http://schemas.microsoft.com/office/drawing/2014/main" id="{E42FB6C9-B98D-10F2-FE68-B22C2ADA5A9B}"/>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38" name="TextBox 837">
                <a:extLst>
                  <a:ext uri="{FF2B5EF4-FFF2-40B4-BE49-F238E27FC236}">
                    <a16:creationId xmlns:a16="http://schemas.microsoft.com/office/drawing/2014/main" id="{7A56546F-D6DC-CB4B-A820-CD764E3C0897}"/>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grpSp>
        <p:nvGrpSpPr>
          <p:cNvPr id="840" name="Group 839">
            <a:extLst>
              <a:ext uri="{FF2B5EF4-FFF2-40B4-BE49-F238E27FC236}">
                <a16:creationId xmlns:a16="http://schemas.microsoft.com/office/drawing/2014/main" id="{55FB8836-4AB3-D0DA-C9C1-ADDA82390F08}"/>
              </a:ext>
            </a:extLst>
          </p:cNvPr>
          <p:cNvGrpSpPr/>
          <p:nvPr/>
        </p:nvGrpSpPr>
        <p:grpSpPr>
          <a:xfrm>
            <a:off x="8606086" y="1997580"/>
            <a:ext cx="2665800" cy="3575197"/>
            <a:chOff x="5940629" y="1974818"/>
            <a:chExt cx="2665800" cy="3575197"/>
          </a:xfrm>
        </p:grpSpPr>
        <p:grpSp>
          <p:nvGrpSpPr>
            <p:cNvPr id="841" name="Group 840">
              <a:extLst>
                <a:ext uri="{FF2B5EF4-FFF2-40B4-BE49-F238E27FC236}">
                  <a16:creationId xmlns:a16="http://schemas.microsoft.com/office/drawing/2014/main" id="{3622001D-5E41-7840-611D-1780D5E8CEA2}"/>
                </a:ext>
              </a:extLst>
            </p:cNvPr>
            <p:cNvGrpSpPr/>
            <p:nvPr/>
          </p:nvGrpSpPr>
          <p:grpSpPr>
            <a:xfrm>
              <a:off x="8246978" y="1974818"/>
              <a:ext cx="359451" cy="1476059"/>
              <a:chOff x="5629535" y="1961054"/>
              <a:chExt cx="359451" cy="1476059"/>
            </a:xfrm>
          </p:grpSpPr>
          <p:sp>
            <p:nvSpPr>
              <p:cNvPr id="884" name="TextBox 883">
                <a:extLst>
                  <a:ext uri="{FF2B5EF4-FFF2-40B4-BE49-F238E27FC236}">
                    <a16:creationId xmlns:a16="http://schemas.microsoft.com/office/drawing/2014/main" id="{A98AC5DA-8CFC-5475-2158-F41CFA58FF7B}"/>
                  </a:ext>
                </a:extLst>
              </p:cNvPr>
              <p:cNvSpPr txBox="1"/>
              <p:nvPr/>
            </p:nvSpPr>
            <p:spPr>
              <a:xfrm>
                <a:off x="5645622" y="2265589"/>
                <a:ext cx="343364" cy="261610"/>
              </a:xfrm>
              <a:prstGeom prst="rect">
                <a:avLst/>
              </a:prstGeom>
              <a:noFill/>
            </p:spPr>
            <p:txBody>
              <a:bodyPr wrap="none" rtlCol="0">
                <a:spAutoFit/>
              </a:bodyPr>
              <a:lstStyle/>
              <a:p>
                <a:r>
                  <a:rPr lang="en-US" sz="1100" dirty="0"/>
                  <a:t>V1</a:t>
                </a:r>
              </a:p>
            </p:txBody>
          </p:sp>
          <p:sp>
            <p:nvSpPr>
              <p:cNvPr id="885" name="TextBox 884">
                <a:extLst>
                  <a:ext uri="{FF2B5EF4-FFF2-40B4-BE49-F238E27FC236}">
                    <a16:creationId xmlns:a16="http://schemas.microsoft.com/office/drawing/2014/main" id="{A92350A1-BF3D-4C9F-CC83-EC14E0E13647}"/>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86" name="TextBox 885">
                <a:extLst>
                  <a:ext uri="{FF2B5EF4-FFF2-40B4-BE49-F238E27FC236}">
                    <a16:creationId xmlns:a16="http://schemas.microsoft.com/office/drawing/2014/main" id="{53371B9D-6673-0108-F500-F6A68F192173}"/>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87" name="TextBox 886">
                <a:extLst>
                  <a:ext uri="{FF2B5EF4-FFF2-40B4-BE49-F238E27FC236}">
                    <a16:creationId xmlns:a16="http://schemas.microsoft.com/office/drawing/2014/main" id="{AFF205B5-3B9E-541D-568D-0D8C8DD98AD4}"/>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88" name="TextBox 887">
                <a:extLst>
                  <a:ext uri="{FF2B5EF4-FFF2-40B4-BE49-F238E27FC236}">
                    <a16:creationId xmlns:a16="http://schemas.microsoft.com/office/drawing/2014/main" id="{9874C24B-7EE2-0D0A-4374-46983561E8EF}"/>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42" name="Group 841">
              <a:extLst>
                <a:ext uri="{FF2B5EF4-FFF2-40B4-BE49-F238E27FC236}">
                  <a16:creationId xmlns:a16="http://schemas.microsoft.com/office/drawing/2014/main" id="{830CADC1-44E1-58F0-9964-A332CC8B101A}"/>
                </a:ext>
              </a:extLst>
            </p:cNvPr>
            <p:cNvGrpSpPr/>
            <p:nvPr/>
          </p:nvGrpSpPr>
          <p:grpSpPr>
            <a:xfrm>
              <a:off x="7944971" y="2272993"/>
              <a:ext cx="351900" cy="1476059"/>
              <a:chOff x="5627334" y="1961054"/>
              <a:chExt cx="351900" cy="1476059"/>
            </a:xfrm>
          </p:grpSpPr>
          <p:sp>
            <p:nvSpPr>
              <p:cNvPr id="879" name="TextBox 878">
                <a:extLst>
                  <a:ext uri="{FF2B5EF4-FFF2-40B4-BE49-F238E27FC236}">
                    <a16:creationId xmlns:a16="http://schemas.microsoft.com/office/drawing/2014/main" id="{00E08536-0EB0-2ED4-E249-82E6B364F2D0}"/>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80" name="TextBox 879">
                <a:extLst>
                  <a:ext uri="{FF2B5EF4-FFF2-40B4-BE49-F238E27FC236}">
                    <a16:creationId xmlns:a16="http://schemas.microsoft.com/office/drawing/2014/main" id="{627235F8-E540-181F-12FD-77367AE68CCE}"/>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81" name="TextBox 880">
                <a:extLst>
                  <a:ext uri="{FF2B5EF4-FFF2-40B4-BE49-F238E27FC236}">
                    <a16:creationId xmlns:a16="http://schemas.microsoft.com/office/drawing/2014/main" id="{4312EC77-2986-DC8A-6E02-9A2E49C01F4F}"/>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82" name="TextBox 881">
                <a:extLst>
                  <a:ext uri="{FF2B5EF4-FFF2-40B4-BE49-F238E27FC236}">
                    <a16:creationId xmlns:a16="http://schemas.microsoft.com/office/drawing/2014/main" id="{C9D9BA44-C269-AD27-9CE8-3AFB99284D1D}"/>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83" name="TextBox 882">
                <a:extLst>
                  <a:ext uri="{FF2B5EF4-FFF2-40B4-BE49-F238E27FC236}">
                    <a16:creationId xmlns:a16="http://schemas.microsoft.com/office/drawing/2014/main" id="{D96CA9C4-A4AE-6A31-F6E3-B3977AD4DC5D}"/>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43" name="Group 842">
              <a:extLst>
                <a:ext uri="{FF2B5EF4-FFF2-40B4-BE49-F238E27FC236}">
                  <a16:creationId xmlns:a16="http://schemas.microsoft.com/office/drawing/2014/main" id="{B61084B2-1782-6E8D-3109-D40C11176779}"/>
                </a:ext>
              </a:extLst>
            </p:cNvPr>
            <p:cNvGrpSpPr/>
            <p:nvPr/>
          </p:nvGrpSpPr>
          <p:grpSpPr>
            <a:xfrm>
              <a:off x="7619326" y="2570399"/>
              <a:ext cx="351900" cy="1476059"/>
              <a:chOff x="5627334" y="1961054"/>
              <a:chExt cx="351900" cy="1476059"/>
            </a:xfrm>
          </p:grpSpPr>
          <p:sp>
            <p:nvSpPr>
              <p:cNvPr id="874" name="TextBox 873">
                <a:extLst>
                  <a:ext uri="{FF2B5EF4-FFF2-40B4-BE49-F238E27FC236}">
                    <a16:creationId xmlns:a16="http://schemas.microsoft.com/office/drawing/2014/main" id="{2F210A87-8A32-CF3D-4067-BEB33363D79E}"/>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75" name="TextBox 874">
                <a:extLst>
                  <a:ext uri="{FF2B5EF4-FFF2-40B4-BE49-F238E27FC236}">
                    <a16:creationId xmlns:a16="http://schemas.microsoft.com/office/drawing/2014/main" id="{C133860B-0851-8041-9742-625C1560BC5F}"/>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76" name="TextBox 875">
                <a:extLst>
                  <a:ext uri="{FF2B5EF4-FFF2-40B4-BE49-F238E27FC236}">
                    <a16:creationId xmlns:a16="http://schemas.microsoft.com/office/drawing/2014/main" id="{90D9F28D-BA77-5DC5-CBE9-62D736FC2582}"/>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77" name="TextBox 876">
                <a:extLst>
                  <a:ext uri="{FF2B5EF4-FFF2-40B4-BE49-F238E27FC236}">
                    <a16:creationId xmlns:a16="http://schemas.microsoft.com/office/drawing/2014/main" id="{CE8679C5-63FB-2374-F5E4-8247C77475AE}"/>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78" name="TextBox 877">
                <a:extLst>
                  <a:ext uri="{FF2B5EF4-FFF2-40B4-BE49-F238E27FC236}">
                    <a16:creationId xmlns:a16="http://schemas.microsoft.com/office/drawing/2014/main" id="{0CC1ECC5-C618-8D56-FAE7-C6A13BDA56C9}"/>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44" name="Group 843">
              <a:extLst>
                <a:ext uri="{FF2B5EF4-FFF2-40B4-BE49-F238E27FC236}">
                  <a16:creationId xmlns:a16="http://schemas.microsoft.com/office/drawing/2014/main" id="{C4E15096-5435-BE3B-7B44-50022AF96B0F}"/>
                </a:ext>
              </a:extLst>
            </p:cNvPr>
            <p:cNvGrpSpPr/>
            <p:nvPr/>
          </p:nvGrpSpPr>
          <p:grpSpPr>
            <a:xfrm>
              <a:off x="7276407" y="2871167"/>
              <a:ext cx="351900" cy="1476059"/>
              <a:chOff x="5627334" y="1961054"/>
              <a:chExt cx="351900" cy="1476059"/>
            </a:xfrm>
          </p:grpSpPr>
          <p:sp>
            <p:nvSpPr>
              <p:cNvPr id="869" name="TextBox 868">
                <a:extLst>
                  <a:ext uri="{FF2B5EF4-FFF2-40B4-BE49-F238E27FC236}">
                    <a16:creationId xmlns:a16="http://schemas.microsoft.com/office/drawing/2014/main" id="{21145719-5EC9-1FA4-E502-F1E68BA0BFC5}"/>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70" name="TextBox 869">
                <a:extLst>
                  <a:ext uri="{FF2B5EF4-FFF2-40B4-BE49-F238E27FC236}">
                    <a16:creationId xmlns:a16="http://schemas.microsoft.com/office/drawing/2014/main" id="{1D185C29-257B-7D83-A7B5-554036C58C83}"/>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71" name="TextBox 870">
                <a:extLst>
                  <a:ext uri="{FF2B5EF4-FFF2-40B4-BE49-F238E27FC236}">
                    <a16:creationId xmlns:a16="http://schemas.microsoft.com/office/drawing/2014/main" id="{F645E11B-A7ED-1BA6-EE10-9D764DC67F8C}"/>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72" name="TextBox 871">
                <a:extLst>
                  <a:ext uri="{FF2B5EF4-FFF2-40B4-BE49-F238E27FC236}">
                    <a16:creationId xmlns:a16="http://schemas.microsoft.com/office/drawing/2014/main" id="{52E75284-DBEA-CEB9-507B-9E7AF6A86384}"/>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73" name="TextBox 872">
                <a:extLst>
                  <a:ext uri="{FF2B5EF4-FFF2-40B4-BE49-F238E27FC236}">
                    <a16:creationId xmlns:a16="http://schemas.microsoft.com/office/drawing/2014/main" id="{934A94D5-3710-007F-1404-13D83A78AAED}"/>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45" name="Group 844">
              <a:extLst>
                <a:ext uri="{FF2B5EF4-FFF2-40B4-BE49-F238E27FC236}">
                  <a16:creationId xmlns:a16="http://schemas.microsoft.com/office/drawing/2014/main" id="{2D9DA643-27FF-E816-FB74-31966F3AC484}"/>
                </a:ext>
              </a:extLst>
            </p:cNvPr>
            <p:cNvGrpSpPr/>
            <p:nvPr/>
          </p:nvGrpSpPr>
          <p:grpSpPr>
            <a:xfrm>
              <a:off x="6612059" y="3466066"/>
              <a:ext cx="351900" cy="1476059"/>
              <a:chOff x="5627334" y="1961054"/>
              <a:chExt cx="351900" cy="1476059"/>
            </a:xfrm>
          </p:grpSpPr>
          <p:sp>
            <p:nvSpPr>
              <p:cNvPr id="864" name="TextBox 863">
                <a:extLst>
                  <a:ext uri="{FF2B5EF4-FFF2-40B4-BE49-F238E27FC236}">
                    <a16:creationId xmlns:a16="http://schemas.microsoft.com/office/drawing/2014/main" id="{14D8900D-2BC6-8EBE-BFD5-472056242F1C}"/>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65" name="TextBox 864">
                <a:extLst>
                  <a:ext uri="{FF2B5EF4-FFF2-40B4-BE49-F238E27FC236}">
                    <a16:creationId xmlns:a16="http://schemas.microsoft.com/office/drawing/2014/main" id="{5D59A6AE-76F3-8ED3-568B-4B9DAC3A8697}"/>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66" name="TextBox 865">
                <a:extLst>
                  <a:ext uri="{FF2B5EF4-FFF2-40B4-BE49-F238E27FC236}">
                    <a16:creationId xmlns:a16="http://schemas.microsoft.com/office/drawing/2014/main" id="{6650BC93-E6F7-A66F-360E-6E5E6E8D656D}"/>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67" name="TextBox 866">
                <a:extLst>
                  <a:ext uri="{FF2B5EF4-FFF2-40B4-BE49-F238E27FC236}">
                    <a16:creationId xmlns:a16="http://schemas.microsoft.com/office/drawing/2014/main" id="{479CB315-FA28-1EA5-705A-CC958F8F292C}"/>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68" name="TextBox 867">
                <a:extLst>
                  <a:ext uri="{FF2B5EF4-FFF2-40B4-BE49-F238E27FC236}">
                    <a16:creationId xmlns:a16="http://schemas.microsoft.com/office/drawing/2014/main" id="{F14BEDA5-12A0-6AC9-1830-A3B50C79DA29}"/>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46" name="Group 845">
              <a:extLst>
                <a:ext uri="{FF2B5EF4-FFF2-40B4-BE49-F238E27FC236}">
                  <a16:creationId xmlns:a16="http://schemas.microsoft.com/office/drawing/2014/main" id="{7A174F53-4D7B-849F-6E67-105CA32CC3B1}"/>
                </a:ext>
              </a:extLst>
            </p:cNvPr>
            <p:cNvGrpSpPr/>
            <p:nvPr/>
          </p:nvGrpSpPr>
          <p:grpSpPr>
            <a:xfrm>
              <a:off x="6943800" y="3161835"/>
              <a:ext cx="351900" cy="1476059"/>
              <a:chOff x="5627334" y="1961054"/>
              <a:chExt cx="351900" cy="1476059"/>
            </a:xfrm>
          </p:grpSpPr>
          <p:sp>
            <p:nvSpPr>
              <p:cNvPr id="859" name="TextBox 858">
                <a:extLst>
                  <a:ext uri="{FF2B5EF4-FFF2-40B4-BE49-F238E27FC236}">
                    <a16:creationId xmlns:a16="http://schemas.microsoft.com/office/drawing/2014/main" id="{C4B1E57E-3F7A-9CFF-6A23-A9DCE42D5D33}"/>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60" name="TextBox 859">
                <a:extLst>
                  <a:ext uri="{FF2B5EF4-FFF2-40B4-BE49-F238E27FC236}">
                    <a16:creationId xmlns:a16="http://schemas.microsoft.com/office/drawing/2014/main" id="{D679C635-3D0F-33A3-B83C-626211FF62AF}"/>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61" name="TextBox 860">
                <a:extLst>
                  <a:ext uri="{FF2B5EF4-FFF2-40B4-BE49-F238E27FC236}">
                    <a16:creationId xmlns:a16="http://schemas.microsoft.com/office/drawing/2014/main" id="{6C7977EB-0E2F-5D60-699E-9DC4315BCF7B}"/>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62" name="TextBox 861">
                <a:extLst>
                  <a:ext uri="{FF2B5EF4-FFF2-40B4-BE49-F238E27FC236}">
                    <a16:creationId xmlns:a16="http://schemas.microsoft.com/office/drawing/2014/main" id="{FB389E6F-5CDB-5EAD-8BB6-05DF7FD4576C}"/>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63" name="TextBox 862">
                <a:extLst>
                  <a:ext uri="{FF2B5EF4-FFF2-40B4-BE49-F238E27FC236}">
                    <a16:creationId xmlns:a16="http://schemas.microsoft.com/office/drawing/2014/main" id="{9AA5FB1D-546D-6FAF-37C4-89312F32590D}"/>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47" name="Group 846">
              <a:extLst>
                <a:ext uri="{FF2B5EF4-FFF2-40B4-BE49-F238E27FC236}">
                  <a16:creationId xmlns:a16="http://schemas.microsoft.com/office/drawing/2014/main" id="{E62B6551-4ADC-02C0-53EB-97B8E876FA80}"/>
                </a:ext>
              </a:extLst>
            </p:cNvPr>
            <p:cNvGrpSpPr/>
            <p:nvPr/>
          </p:nvGrpSpPr>
          <p:grpSpPr>
            <a:xfrm>
              <a:off x="6271490" y="3771903"/>
              <a:ext cx="351900" cy="1476059"/>
              <a:chOff x="5627334" y="1961054"/>
              <a:chExt cx="351900" cy="1476059"/>
            </a:xfrm>
          </p:grpSpPr>
          <p:sp>
            <p:nvSpPr>
              <p:cNvPr id="854" name="TextBox 853">
                <a:extLst>
                  <a:ext uri="{FF2B5EF4-FFF2-40B4-BE49-F238E27FC236}">
                    <a16:creationId xmlns:a16="http://schemas.microsoft.com/office/drawing/2014/main" id="{73D28901-532A-3964-33F1-B60F6BBE2C79}"/>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55" name="TextBox 854">
                <a:extLst>
                  <a:ext uri="{FF2B5EF4-FFF2-40B4-BE49-F238E27FC236}">
                    <a16:creationId xmlns:a16="http://schemas.microsoft.com/office/drawing/2014/main" id="{AD88E7DC-A589-B834-46E6-24FC5FEDB473}"/>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56" name="TextBox 855">
                <a:extLst>
                  <a:ext uri="{FF2B5EF4-FFF2-40B4-BE49-F238E27FC236}">
                    <a16:creationId xmlns:a16="http://schemas.microsoft.com/office/drawing/2014/main" id="{0288B6A1-9F29-2FC6-037B-E021002ED1A3}"/>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57" name="TextBox 856">
                <a:extLst>
                  <a:ext uri="{FF2B5EF4-FFF2-40B4-BE49-F238E27FC236}">
                    <a16:creationId xmlns:a16="http://schemas.microsoft.com/office/drawing/2014/main" id="{F46B0F88-4688-F2E0-15B4-22A6976496BC}"/>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58" name="TextBox 857">
                <a:extLst>
                  <a:ext uri="{FF2B5EF4-FFF2-40B4-BE49-F238E27FC236}">
                    <a16:creationId xmlns:a16="http://schemas.microsoft.com/office/drawing/2014/main" id="{5429CA4C-640E-D852-27CF-B10958494F6E}"/>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48" name="Group 847">
              <a:extLst>
                <a:ext uri="{FF2B5EF4-FFF2-40B4-BE49-F238E27FC236}">
                  <a16:creationId xmlns:a16="http://schemas.microsoft.com/office/drawing/2014/main" id="{939DDE7B-3CD4-3851-CCED-8A294F4FF28E}"/>
                </a:ext>
              </a:extLst>
            </p:cNvPr>
            <p:cNvGrpSpPr/>
            <p:nvPr/>
          </p:nvGrpSpPr>
          <p:grpSpPr>
            <a:xfrm>
              <a:off x="5940629" y="4073956"/>
              <a:ext cx="351900" cy="1476059"/>
              <a:chOff x="5627334" y="1961054"/>
              <a:chExt cx="351900" cy="1476059"/>
            </a:xfrm>
          </p:grpSpPr>
          <p:sp>
            <p:nvSpPr>
              <p:cNvPr id="849" name="TextBox 848">
                <a:extLst>
                  <a:ext uri="{FF2B5EF4-FFF2-40B4-BE49-F238E27FC236}">
                    <a16:creationId xmlns:a16="http://schemas.microsoft.com/office/drawing/2014/main" id="{6FBE081D-96CA-9E42-2564-369743C693E8}"/>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50" name="TextBox 849">
                <a:extLst>
                  <a:ext uri="{FF2B5EF4-FFF2-40B4-BE49-F238E27FC236}">
                    <a16:creationId xmlns:a16="http://schemas.microsoft.com/office/drawing/2014/main" id="{51AB8E1E-B2F3-796C-E781-6A31EBEE7E04}"/>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851" name="TextBox 850">
                <a:extLst>
                  <a:ext uri="{FF2B5EF4-FFF2-40B4-BE49-F238E27FC236}">
                    <a16:creationId xmlns:a16="http://schemas.microsoft.com/office/drawing/2014/main" id="{F6489AED-E541-055E-3D15-AF8C3715AA25}"/>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852" name="TextBox 851">
                <a:extLst>
                  <a:ext uri="{FF2B5EF4-FFF2-40B4-BE49-F238E27FC236}">
                    <a16:creationId xmlns:a16="http://schemas.microsoft.com/office/drawing/2014/main" id="{913563FB-85E8-7B49-FFDD-39D096C524F2}"/>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853" name="TextBox 852">
                <a:extLst>
                  <a:ext uri="{FF2B5EF4-FFF2-40B4-BE49-F238E27FC236}">
                    <a16:creationId xmlns:a16="http://schemas.microsoft.com/office/drawing/2014/main" id="{258E3F15-A40B-1538-EFD7-A91962A6682C}"/>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grpSp>
        <p:nvGrpSpPr>
          <p:cNvPr id="889" name="Group 888">
            <a:extLst>
              <a:ext uri="{FF2B5EF4-FFF2-40B4-BE49-F238E27FC236}">
                <a16:creationId xmlns:a16="http://schemas.microsoft.com/office/drawing/2014/main" id="{4283B699-2A7A-34A7-1EEC-2EDECB596EBF}"/>
              </a:ext>
            </a:extLst>
          </p:cNvPr>
          <p:cNvGrpSpPr/>
          <p:nvPr/>
        </p:nvGrpSpPr>
        <p:grpSpPr>
          <a:xfrm>
            <a:off x="682022" y="1947764"/>
            <a:ext cx="2665800" cy="3575197"/>
            <a:chOff x="5940629" y="1974818"/>
            <a:chExt cx="2665800" cy="3575197"/>
          </a:xfrm>
        </p:grpSpPr>
        <p:grpSp>
          <p:nvGrpSpPr>
            <p:cNvPr id="890" name="Group 889">
              <a:extLst>
                <a:ext uri="{FF2B5EF4-FFF2-40B4-BE49-F238E27FC236}">
                  <a16:creationId xmlns:a16="http://schemas.microsoft.com/office/drawing/2014/main" id="{2FBA578F-EEA3-0DCB-79E0-47F2E39F75CD}"/>
                </a:ext>
              </a:extLst>
            </p:cNvPr>
            <p:cNvGrpSpPr/>
            <p:nvPr/>
          </p:nvGrpSpPr>
          <p:grpSpPr>
            <a:xfrm>
              <a:off x="8246978" y="1974818"/>
              <a:ext cx="359451" cy="1476059"/>
              <a:chOff x="5629535" y="1961054"/>
              <a:chExt cx="359451" cy="1476059"/>
            </a:xfrm>
          </p:grpSpPr>
          <p:sp>
            <p:nvSpPr>
              <p:cNvPr id="933" name="TextBox 932">
                <a:extLst>
                  <a:ext uri="{FF2B5EF4-FFF2-40B4-BE49-F238E27FC236}">
                    <a16:creationId xmlns:a16="http://schemas.microsoft.com/office/drawing/2014/main" id="{50FBADF5-57BC-6EEC-D072-FE2B0BE55008}"/>
                  </a:ext>
                </a:extLst>
              </p:cNvPr>
              <p:cNvSpPr txBox="1"/>
              <p:nvPr/>
            </p:nvSpPr>
            <p:spPr>
              <a:xfrm>
                <a:off x="5645622" y="2265589"/>
                <a:ext cx="343364" cy="261610"/>
              </a:xfrm>
              <a:prstGeom prst="rect">
                <a:avLst/>
              </a:prstGeom>
              <a:noFill/>
            </p:spPr>
            <p:txBody>
              <a:bodyPr wrap="none" rtlCol="0">
                <a:spAutoFit/>
              </a:bodyPr>
              <a:lstStyle/>
              <a:p>
                <a:r>
                  <a:rPr lang="en-US" sz="1100" dirty="0"/>
                  <a:t>V1</a:t>
                </a:r>
              </a:p>
            </p:txBody>
          </p:sp>
          <p:sp>
            <p:nvSpPr>
              <p:cNvPr id="934" name="TextBox 933">
                <a:extLst>
                  <a:ext uri="{FF2B5EF4-FFF2-40B4-BE49-F238E27FC236}">
                    <a16:creationId xmlns:a16="http://schemas.microsoft.com/office/drawing/2014/main" id="{237B4887-D7C9-5838-051C-6B5B9A5C64CD}"/>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35" name="TextBox 934">
                <a:extLst>
                  <a:ext uri="{FF2B5EF4-FFF2-40B4-BE49-F238E27FC236}">
                    <a16:creationId xmlns:a16="http://schemas.microsoft.com/office/drawing/2014/main" id="{163207DF-3FC9-3724-6E0D-CDB9B1D2605E}"/>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36" name="TextBox 935">
                <a:extLst>
                  <a:ext uri="{FF2B5EF4-FFF2-40B4-BE49-F238E27FC236}">
                    <a16:creationId xmlns:a16="http://schemas.microsoft.com/office/drawing/2014/main" id="{5480E4EB-2DCE-90C7-1354-196606E975E9}"/>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37" name="TextBox 936">
                <a:extLst>
                  <a:ext uri="{FF2B5EF4-FFF2-40B4-BE49-F238E27FC236}">
                    <a16:creationId xmlns:a16="http://schemas.microsoft.com/office/drawing/2014/main" id="{37F58472-AF73-4F14-DA76-B5CE7ECCD08C}"/>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91" name="Group 890">
              <a:extLst>
                <a:ext uri="{FF2B5EF4-FFF2-40B4-BE49-F238E27FC236}">
                  <a16:creationId xmlns:a16="http://schemas.microsoft.com/office/drawing/2014/main" id="{D261B453-B443-52F5-4D77-33BC4FE5C032}"/>
                </a:ext>
              </a:extLst>
            </p:cNvPr>
            <p:cNvGrpSpPr/>
            <p:nvPr/>
          </p:nvGrpSpPr>
          <p:grpSpPr>
            <a:xfrm>
              <a:off x="7944971" y="2272993"/>
              <a:ext cx="351900" cy="1476059"/>
              <a:chOff x="5627334" y="1961054"/>
              <a:chExt cx="351900" cy="1476059"/>
            </a:xfrm>
          </p:grpSpPr>
          <p:sp>
            <p:nvSpPr>
              <p:cNvPr id="928" name="TextBox 927">
                <a:extLst>
                  <a:ext uri="{FF2B5EF4-FFF2-40B4-BE49-F238E27FC236}">
                    <a16:creationId xmlns:a16="http://schemas.microsoft.com/office/drawing/2014/main" id="{64290F73-B13E-9A86-58D8-8650D7F2544C}"/>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929" name="TextBox 928">
                <a:extLst>
                  <a:ext uri="{FF2B5EF4-FFF2-40B4-BE49-F238E27FC236}">
                    <a16:creationId xmlns:a16="http://schemas.microsoft.com/office/drawing/2014/main" id="{142B3DA1-79DD-74F5-9743-EA6959501600}"/>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30" name="TextBox 929">
                <a:extLst>
                  <a:ext uri="{FF2B5EF4-FFF2-40B4-BE49-F238E27FC236}">
                    <a16:creationId xmlns:a16="http://schemas.microsoft.com/office/drawing/2014/main" id="{D0B6528E-23DE-5EF2-2B9C-A1F015FEE336}"/>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31" name="TextBox 930">
                <a:extLst>
                  <a:ext uri="{FF2B5EF4-FFF2-40B4-BE49-F238E27FC236}">
                    <a16:creationId xmlns:a16="http://schemas.microsoft.com/office/drawing/2014/main" id="{F873732B-9740-A6ED-52E5-00104EC2EC72}"/>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32" name="TextBox 931">
                <a:extLst>
                  <a:ext uri="{FF2B5EF4-FFF2-40B4-BE49-F238E27FC236}">
                    <a16:creationId xmlns:a16="http://schemas.microsoft.com/office/drawing/2014/main" id="{54A09B71-4590-AE34-8B13-30A4C6334118}"/>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92" name="Group 891">
              <a:extLst>
                <a:ext uri="{FF2B5EF4-FFF2-40B4-BE49-F238E27FC236}">
                  <a16:creationId xmlns:a16="http://schemas.microsoft.com/office/drawing/2014/main" id="{8CD39433-AAD5-A02F-A017-688A1B4E7ECF}"/>
                </a:ext>
              </a:extLst>
            </p:cNvPr>
            <p:cNvGrpSpPr/>
            <p:nvPr/>
          </p:nvGrpSpPr>
          <p:grpSpPr>
            <a:xfrm>
              <a:off x="7619326" y="2570399"/>
              <a:ext cx="351900" cy="1476059"/>
              <a:chOff x="5627334" y="1961054"/>
              <a:chExt cx="351900" cy="1476059"/>
            </a:xfrm>
          </p:grpSpPr>
          <p:sp>
            <p:nvSpPr>
              <p:cNvPr id="923" name="TextBox 922">
                <a:extLst>
                  <a:ext uri="{FF2B5EF4-FFF2-40B4-BE49-F238E27FC236}">
                    <a16:creationId xmlns:a16="http://schemas.microsoft.com/office/drawing/2014/main" id="{9178D4A6-DDEF-FE51-3A04-CAA1A82B4DD8}"/>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924" name="TextBox 923">
                <a:extLst>
                  <a:ext uri="{FF2B5EF4-FFF2-40B4-BE49-F238E27FC236}">
                    <a16:creationId xmlns:a16="http://schemas.microsoft.com/office/drawing/2014/main" id="{E9529D55-B1D2-0102-3727-FD1E7B232A7A}"/>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25" name="TextBox 924">
                <a:extLst>
                  <a:ext uri="{FF2B5EF4-FFF2-40B4-BE49-F238E27FC236}">
                    <a16:creationId xmlns:a16="http://schemas.microsoft.com/office/drawing/2014/main" id="{55BAD047-7366-1FA8-5251-0660B4DF7E3D}"/>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26" name="TextBox 925">
                <a:extLst>
                  <a:ext uri="{FF2B5EF4-FFF2-40B4-BE49-F238E27FC236}">
                    <a16:creationId xmlns:a16="http://schemas.microsoft.com/office/drawing/2014/main" id="{3090024B-2DD3-2285-23B0-8CF8C6859FD3}"/>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27" name="TextBox 926">
                <a:extLst>
                  <a:ext uri="{FF2B5EF4-FFF2-40B4-BE49-F238E27FC236}">
                    <a16:creationId xmlns:a16="http://schemas.microsoft.com/office/drawing/2014/main" id="{BD83818A-298E-7F55-AD9B-72314A95C882}"/>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93" name="Group 892">
              <a:extLst>
                <a:ext uri="{FF2B5EF4-FFF2-40B4-BE49-F238E27FC236}">
                  <a16:creationId xmlns:a16="http://schemas.microsoft.com/office/drawing/2014/main" id="{0F719A02-B033-B0F9-5F76-0EE9BB8C590A}"/>
                </a:ext>
              </a:extLst>
            </p:cNvPr>
            <p:cNvGrpSpPr/>
            <p:nvPr/>
          </p:nvGrpSpPr>
          <p:grpSpPr>
            <a:xfrm>
              <a:off x="7276407" y="2871167"/>
              <a:ext cx="351900" cy="1476059"/>
              <a:chOff x="5627334" y="1961054"/>
              <a:chExt cx="351900" cy="1476059"/>
            </a:xfrm>
          </p:grpSpPr>
          <p:sp>
            <p:nvSpPr>
              <p:cNvPr id="918" name="TextBox 917">
                <a:extLst>
                  <a:ext uri="{FF2B5EF4-FFF2-40B4-BE49-F238E27FC236}">
                    <a16:creationId xmlns:a16="http://schemas.microsoft.com/office/drawing/2014/main" id="{5B519A36-BA41-0B98-5DD2-0C48B489DBC5}"/>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919" name="TextBox 918">
                <a:extLst>
                  <a:ext uri="{FF2B5EF4-FFF2-40B4-BE49-F238E27FC236}">
                    <a16:creationId xmlns:a16="http://schemas.microsoft.com/office/drawing/2014/main" id="{253BCDF8-76F4-BEA5-E3B4-A653EE7BAFEC}"/>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20" name="TextBox 919">
                <a:extLst>
                  <a:ext uri="{FF2B5EF4-FFF2-40B4-BE49-F238E27FC236}">
                    <a16:creationId xmlns:a16="http://schemas.microsoft.com/office/drawing/2014/main" id="{34FA0BE7-9A5A-57BA-A7C2-D63B63512E00}"/>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21" name="TextBox 920">
                <a:extLst>
                  <a:ext uri="{FF2B5EF4-FFF2-40B4-BE49-F238E27FC236}">
                    <a16:creationId xmlns:a16="http://schemas.microsoft.com/office/drawing/2014/main" id="{808A9117-4B68-2A1E-0C4B-E27B295B5AF3}"/>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22" name="TextBox 921">
                <a:extLst>
                  <a:ext uri="{FF2B5EF4-FFF2-40B4-BE49-F238E27FC236}">
                    <a16:creationId xmlns:a16="http://schemas.microsoft.com/office/drawing/2014/main" id="{BB02DD44-AC56-BA22-0D8B-F60B0E5FEF77}"/>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94" name="Group 893">
              <a:extLst>
                <a:ext uri="{FF2B5EF4-FFF2-40B4-BE49-F238E27FC236}">
                  <a16:creationId xmlns:a16="http://schemas.microsoft.com/office/drawing/2014/main" id="{2AA7DFBA-83FA-3268-845F-8798FBCA6214}"/>
                </a:ext>
              </a:extLst>
            </p:cNvPr>
            <p:cNvGrpSpPr/>
            <p:nvPr/>
          </p:nvGrpSpPr>
          <p:grpSpPr>
            <a:xfrm>
              <a:off x="6612059" y="3466066"/>
              <a:ext cx="351900" cy="1476059"/>
              <a:chOff x="5627334" y="1961054"/>
              <a:chExt cx="351900" cy="1476059"/>
            </a:xfrm>
          </p:grpSpPr>
          <p:sp>
            <p:nvSpPr>
              <p:cNvPr id="913" name="TextBox 912">
                <a:extLst>
                  <a:ext uri="{FF2B5EF4-FFF2-40B4-BE49-F238E27FC236}">
                    <a16:creationId xmlns:a16="http://schemas.microsoft.com/office/drawing/2014/main" id="{61727E73-3F75-983F-08C5-81C75A5B81DD}"/>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914" name="TextBox 913">
                <a:extLst>
                  <a:ext uri="{FF2B5EF4-FFF2-40B4-BE49-F238E27FC236}">
                    <a16:creationId xmlns:a16="http://schemas.microsoft.com/office/drawing/2014/main" id="{98F19300-0669-AD78-59DD-57A9BCF0C8E7}"/>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15" name="TextBox 914">
                <a:extLst>
                  <a:ext uri="{FF2B5EF4-FFF2-40B4-BE49-F238E27FC236}">
                    <a16:creationId xmlns:a16="http://schemas.microsoft.com/office/drawing/2014/main" id="{30835EE9-A11A-FBDF-A216-590DAFDA1FD0}"/>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16" name="TextBox 915">
                <a:extLst>
                  <a:ext uri="{FF2B5EF4-FFF2-40B4-BE49-F238E27FC236}">
                    <a16:creationId xmlns:a16="http://schemas.microsoft.com/office/drawing/2014/main" id="{A6744A2F-82F7-DBEC-FB53-212D5692362D}"/>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17" name="TextBox 916">
                <a:extLst>
                  <a:ext uri="{FF2B5EF4-FFF2-40B4-BE49-F238E27FC236}">
                    <a16:creationId xmlns:a16="http://schemas.microsoft.com/office/drawing/2014/main" id="{2E3B16A3-B3FD-FAA3-834A-6C495EABD428}"/>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95" name="Group 894">
              <a:extLst>
                <a:ext uri="{FF2B5EF4-FFF2-40B4-BE49-F238E27FC236}">
                  <a16:creationId xmlns:a16="http://schemas.microsoft.com/office/drawing/2014/main" id="{AD7A0FD7-3189-A856-FE8B-9052D659724D}"/>
                </a:ext>
              </a:extLst>
            </p:cNvPr>
            <p:cNvGrpSpPr/>
            <p:nvPr/>
          </p:nvGrpSpPr>
          <p:grpSpPr>
            <a:xfrm>
              <a:off x="6943800" y="3161835"/>
              <a:ext cx="351900" cy="1476059"/>
              <a:chOff x="5627334" y="1961054"/>
              <a:chExt cx="351900" cy="1476059"/>
            </a:xfrm>
          </p:grpSpPr>
          <p:sp>
            <p:nvSpPr>
              <p:cNvPr id="908" name="TextBox 907">
                <a:extLst>
                  <a:ext uri="{FF2B5EF4-FFF2-40B4-BE49-F238E27FC236}">
                    <a16:creationId xmlns:a16="http://schemas.microsoft.com/office/drawing/2014/main" id="{D0EC8851-D478-2C81-1F12-ACACAADAB017}"/>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909" name="TextBox 908">
                <a:extLst>
                  <a:ext uri="{FF2B5EF4-FFF2-40B4-BE49-F238E27FC236}">
                    <a16:creationId xmlns:a16="http://schemas.microsoft.com/office/drawing/2014/main" id="{B141CDBE-FD0C-633B-A368-016B7A0A472F}"/>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10" name="TextBox 909">
                <a:extLst>
                  <a:ext uri="{FF2B5EF4-FFF2-40B4-BE49-F238E27FC236}">
                    <a16:creationId xmlns:a16="http://schemas.microsoft.com/office/drawing/2014/main" id="{2CC24D5D-B834-4652-9B8F-31756DE61CB2}"/>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11" name="TextBox 910">
                <a:extLst>
                  <a:ext uri="{FF2B5EF4-FFF2-40B4-BE49-F238E27FC236}">
                    <a16:creationId xmlns:a16="http://schemas.microsoft.com/office/drawing/2014/main" id="{7F3D35A2-AFB8-122A-4503-8E79BB13D470}"/>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12" name="TextBox 911">
                <a:extLst>
                  <a:ext uri="{FF2B5EF4-FFF2-40B4-BE49-F238E27FC236}">
                    <a16:creationId xmlns:a16="http://schemas.microsoft.com/office/drawing/2014/main" id="{72DC91DD-153D-B13D-BA87-6C44CF4F800B}"/>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96" name="Group 895">
              <a:extLst>
                <a:ext uri="{FF2B5EF4-FFF2-40B4-BE49-F238E27FC236}">
                  <a16:creationId xmlns:a16="http://schemas.microsoft.com/office/drawing/2014/main" id="{1347A3C3-EEF8-9DF3-FE5C-512AD74F28F7}"/>
                </a:ext>
              </a:extLst>
            </p:cNvPr>
            <p:cNvGrpSpPr/>
            <p:nvPr/>
          </p:nvGrpSpPr>
          <p:grpSpPr>
            <a:xfrm>
              <a:off x="6271490" y="3771903"/>
              <a:ext cx="351900" cy="1476059"/>
              <a:chOff x="5627334" y="1961054"/>
              <a:chExt cx="351900" cy="1476059"/>
            </a:xfrm>
          </p:grpSpPr>
          <p:sp>
            <p:nvSpPr>
              <p:cNvPr id="903" name="TextBox 902">
                <a:extLst>
                  <a:ext uri="{FF2B5EF4-FFF2-40B4-BE49-F238E27FC236}">
                    <a16:creationId xmlns:a16="http://schemas.microsoft.com/office/drawing/2014/main" id="{3EB9FD14-47BF-010F-F603-BD20F0DCF03C}"/>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904" name="TextBox 903">
                <a:extLst>
                  <a:ext uri="{FF2B5EF4-FFF2-40B4-BE49-F238E27FC236}">
                    <a16:creationId xmlns:a16="http://schemas.microsoft.com/office/drawing/2014/main" id="{D4558211-D869-2700-5D8A-8EB04347B825}"/>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05" name="TextBox 904">
                <a:extLst>
                  <a:ext uri="{FF2B5EF4-FFF2-40B4-BE49-F238E27FC236}">
                    <a16:creationId xmlns:a16="http://schemas.microsoft.com/office/drawing/2014/main" id="{BF3F0BFF-EEEA-DC2B-EF2A-38A2EF76EBF7}"/>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06" name="TextBox 905">
                <a:extLst>
                  <a:ext uri="{FF2B5EF4-FFF2-40B4-BE49-F238E27FC236}">
                    <a16:creationId xmlns:a16="http://schemas.microsoft.com/office/drawing/2014/main" id="{FD872E66-625E-CF9A-D1CC-E8F7F6108D80}"/>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07" name="TextBox 906">
                <a:extLst>
                  <a:ext uri="{FF2B5EF4-FFF2-40B4-BE49-F238E27FC236}">
                    <a16:creationId xmlns:a16="http://schemas.microsoft.com/office/drawing/2014/main" id="{0D24ED9F-8298-1A8A-AD4E-1EAC96656F93}"/>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nvGrpSpPr>
            <p:cNvPr id="897" name="Group 896">
              <a:extLst>
                <a:ext uri="{FF2B5EF4-FFF2-40B4-BE49-F238E27FC236}">
                  <a16:creationId xmlns:a16="http://schemas.microsoft.com/office/drawing/2014/main" id="{824CCBAA-4DF7-5458-CDDB-E9261B5A8BD7}"/>
                </a:ext>
              </a:extLst>
            </p:cNvPr>
            <p:cNvGrpSpPr/>
            <p:nvPr/>
          </p:nvGrpSpPr>
          <p:grpSpPr>
            <a:xfrm>
              <a:off x="5940629" y="4073956"/>
              <a:ext cx="351900" cy="1476059"/>
              <a:chOff x="5627334" y="1961054"/>
              <a:chExt cx="351900" cy="1476059"/>
            </a:xfrm>
          </p:grpSpPr>
          <p:sp>
            <p:nvSpPr>
              <p:cNvPr id="898" name="TextBox 897">
                <a:extLst>
                  <a:ext uri="{FF2B5EF4-FFF2-40B4-BE49-F238E27FC236}">
                    <a16:creationId xmlns:a16="http://schemas.microsoft.com/office/drawing/2014/main" id="{33391C2F-1C21-4540-B143-663B68C8DACA}"/>
                  </a:ext>
                </a:extLst>
              </p:cNvPr>
              <p:cNvSpPr txBox="1"/>
              <p:nvPr/>
            </p:nvSpPr>
            <p:spPr>
              <a:xfrm>
                <a:off x="5627334" y="2265589"/>
                <a:ext cx="343364" cy="261610"/>
              </a:xfrm>
              <a:prstGeom prst="rect">
                <a:avLst/>
              </a:prstGeom>
              <a:noFill/>
            </p:spPr>
            <p:txBody>
              <a:bodyPr wrap="none" rtlCol="0">
                <a:spAutoFit/>
              </a:bodyPr>
              <a:lstStyle/>
              <a:p>
                <a:r>
                  <a:rPr lang="en-US" sz="1100" dirty="0"/>
                  <a:t>V1</a:t>
                </a:r>
              </a:p>
            </p:txBody>
          </p:sp>
          <p:sp>
            <p:nvSpPr>
              <p:cNvPr id="899" name="TextBox 898">
                <a:extLst>
                  <a:ext uri="{FF2B5EF4-FFF2-40B4-BE49-F238E27FC236}">
                    <a16:creationId xmlns:a16="http://schemas.microsoft.com/office/drawing/2014/main" id="{079C577F-B00B-7970-DC52-0BBC0AC5652A}"/>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00" name="TextBox 899">
                <a:extLst>
                  <a:ext uri="{FF2B5EF4-FFF2-40B4-BE49-F238E27FC236}">
                    <a16:creationId xmlns:a16="http://schemas.microsoft.com/office/drawing/2014/main" id="{B4E30262-4953-9E0B-C715-F2437957C733}"/>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01" name="TextBox 900">
                <a:extLst>
                  <a:ext uri="{FF2B5EF4-FFF2-40B4-BE49-F238E27FC236}">
                    <a16:creationId xmlns:a16="http://schemas.microsoft.com/office/drawing/2014/main" id="{58A65E54-8DD3-7F3A-CE46-8FCD61ED65B1}"/>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02" name="TextBox 901">
                <a:extLst>
                  <a:ext uri="{FF2B5EF4-FFF2-40B4-BE49-F238E27FC236}">
                    <a16:creationId xmlns:a16="http://schemas.microsoft.com/office/drawing/2014/main" id="{7FF4E65B-B862-2B88-C7A8-DABC6D91D1E8}"/>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grpSp>
      <p:grpSp>
        <p:nvGrpSpPr>
          <p:cNvPr id="938" name="Group 937">
            <a:extLst>
              <a:ext uri="{FF2B5EF4-FFF2-40B4-BE49-F238E27FC236}">
                <a16:creationId xmlns:a16="http://schemas.microsoft.com/office/drawing/2014/main" id="{B2B04D23-0F2F-C057-5F92-1145B8BAB166}"/>
              </a:ext>
            </a:extLst>
          </p:cNvPr>
          <p:cNvGrpSpPr/>
          <p:nvPr/>
        </p:nvGrpSpPr>
        <p:grpSpPr>
          <a:xfrm>
            <a:off x="3341105" y="2258370"/>
            <a:ext cx="359451" cy="1476059"/>
            <a:chOff x="5629535" y="1961054"/>
            <a:chExt cx="359451" cy="1476059"/>
          </a:xfrm>
        </p:grpSpPr>
        <p:sp>
          <p:nvSpPr>
            <p:cNvPr id="939" name="TextBox 938">
              <a:extLst>
                <a:ext uri="{FF2B5EF4-FFF2-40B4-BE49-F238E27FC236}">
                  <a16:creationId xmlns:a16="http://schemas.microsoft.com/office/drawing/2014/main" id="{1F0C8AFE-FC9F-1948-9284-24526A2D83C4}"/>
                </a:ext>
              </a:extLst>
            </p:cNvPr>
            <p:cNvSpPr txBox="1"/>
            <p:nvPr/>
          </p:nvSpPr>
          <p:spPr>
            <a:xfrm>
              <a:off x="5645622" y="2265589"/>
              <a:ext cx="343364" cy="261610"/>
            </a:xfrm>
            <a:prstGeom prst="rect">
              <a:avLst/>
            </a:prstGeom>
            <a:noFill/>
          </p:spPr>
          <p:txBody>
            <a:bodyPr wrap="none" rtlCol="0">
              <a:spAutoFit/>
            </a:bodyPr>
            <a:lstStyle/>
            <a:p>
              <a:r>
                <a:rPr lang="en-US" sz="1100" dirty="0"/>
                <a:t>V1</a:t>
              </a:r>
            </a:p>
          </p:txBody>
        </p:sp>
        <p:sp>
          <p:nvSpPr>
            <p:cNvPr id="940" name="TextBox 939">
              <a:extLst>
                <a:ext uri="{FF2B5EF4-FFF2-40B4-BE49-F238E27FC236}">
                  <a16:creationId xmlns:a16="http://schemas.microsoft.com/office/drawing/2014/main" id="{54C21D49-2D6A-3024-8B4F-8D72D0AC74F4}"/>
                </a:ext>
              </a:extLst>
            </p:cNvPr>
            <p:cNvSpPr txBox="1"/>
            <p:nvPr/>
          </p:nvSpPr>
          <p:spPr>
            <a:xfrm>
              <a:off x="5629535" y="2563728"/>
              <a:ext cx="343364" cy="261610"/>
            </a:xfrm>
            <a:prstGeom prst="rect">
              <a:avLst/>
            </a:prstGeom>
            <a:noFill/>
          </p:spPr>
          <p:txBody>
            <a:bodyPr wrap="none" rtlCol="0">
              <a:spAutoFit/>
            </a:bodyPr>
            <a:lstStyle/>
            <a:p>
              <a:r>
                <a:rPr lang="en-US" sz="1100" dirty="0"/>
                <a:t>V2</a:t>
              </a:r>
            </a:p>
          </p:txBody>
        </p:sp>
        <p:sp>
          <p:nvSpPr>
            <p:cNvPr id="941" name="TextBox 940">
              <a:extLst>
                <a:ext uri="{FF2B5EF4-FFF2-40B4-BE49-F238E27FC236}">
                  <a16:creationId xmlns:a16="http://schemas.microsoft.com/office/drawing/2014/main" id="{778308E1-1E6A-075F-36B6-973CE12CE200}"/>
                </a:ext>
              </a:extLst>
            </p:cNvPr>
            <p:cNvSpPr txBox="1"/>
            <p:nvPr/>
          </p:nvSpPr>
          <p:spPr>
            <a:xfrm>
              <a:off x="5635870" y="2869639"/>
              <a:ext cx="343364" cy="261610"/>
            </a:xfrm>
            <a:prstGeom prst="rect">
              <a:avLst/>
            </a:prstGeom>
            <a:noFill/>
          </p:spPr>
          <p:txBody>
            <a:bodyPr wrap="none" rtlCol="0">
              <a:spAutoFit/>
            </a:bodyPr>
            <a:lstStyle/>
            <a:p>
              <a:r>
                <a:rPr lang="en-US" sz="1100" dirty="0"/>
                <a:t>V3</a:t>
              </a:r>
            </a:p>
          </p:txBody>
        </p:sp>
        <p:sp>
          <p:nvSpPr>
            <p:cNvPr id="942" name="TextBox 941">
              <a:extLst>
                <a:ext uri="{FF2B5EF4-FFF2-40B4-BE49-F238E27FC236}">
                  <a16:creationId xmlns:a16="http://schemas.microsoft.com/office/drawing/2014/main" id="{5BC65C94-C32F-1D37-2E30-97C7E9C44E5F}"/>
                </a:ext>
              </a:extLst>
            </p:cNvPr>
            <p:cNvSpPr txBox="1"/>
            <p:nvPr/>
          </p:nvSpPr>
          <p:spPr>
            <a:xfrm>
              <a:off x="5635870" y="3175503"/>
              <a:ext cx="343364" cy="261610"/>
            </a:xfrm>
            <a:prstGeom prst="rect">
              <a:avLst/>
            </a:prstGeom>
            <a:noFill/>
          </p:spPr>
          <p:txBody>
            <a:bodyPr wrap="none" rtlCol="0">
              <a:spAutoFit/>
            </a:bodyPr>
            <a:lstStyle/>
            <a:p>
              <a:r>
                <a:rPr lang="en-US" sz="1100" dirty="0"/>
                <a:t>V4</a:t>
              </a:r>
            </a:p>
          </p:txBody>
        </p:sp>
        <p:sp>
          <p:nvSpPr>
            <p:cNvPr id="943" name="TextBox 942">
              <a:extLst>
                <a:ext uri="{FF2B5EF4-FFF2-40B4-BE49-F238E27FC236}">
                  <a16:creationId xmlns:a16="http://schemas.microsoft.com/office/drawing/2014/main" id="{D9070530-1074-1E57-47F4-5607A1626C66}"/>
                </a:ext>
              </a:extLst>
            </p:cNvPr>
            <p:cNvSpPr txBox="1"/>
            <p:nvPr/>
          </p:nvSpPr>
          <p:spPr>
            <a:xfrm>
              <a:off x="5660497" y="1961054"/>
              <a:ext cx="268022" cy="261610"/>
            </a:xfrm>
            <a:prstGeom prst="rect">
              <a:avLst/>
            </a:prstGeom>
            <a:noFill/>
          </p:spPr>
          <p:txBody>
            <a:bodyPr wrap="none" rtlCol="0">
              <a:spAutoFit/>
            </a:bodyPr>
            <a:lstStyle/>
            <a:p>
              <a:r>
                <a:rPr lang="en-US" sz="1100" dirty="0"/>
                <a:t>V</a:t>
              </a:r>
            </a:p>
          </p:txBody>
        </p:sp>
      </p:grpSp>
      <p:sp>
        <p:nvSpPr>
          <p:cNvPr id="946" name="TextBox 945">
            <a:extLst>
              <a:ext uri="{FF2B5EF4-FFF2-40B4-BE49-F238E27FC236}">
                <a16:creationId xmlns:a16="http://schemas.microsoft.com/office/drawing/2014/main" id="{F464B19E-43BB-F3C3-3D4B-74D605D04737}"/>
              </a:ext>
            </a:extLst>
          </p:cNvPr>
          <p:cNvSpPr txBox="1"/>
          <p:nvPr/>
        </p:nvSpPr>
        <p:spPr>
          <a:xfrm>
            <a:off x="3956587" y="2530696"/>
            <a:ext cx="1018227" cy="246221"/>
          </a:xfrm>
          <a:prstGeom prst="rect">
            <a:avLst/>
          </a:prstGeom>
          <a:noFill/>
        </p:spPr>
        <p:txBody>
          <a:bodyPr wrap="none" rtlCol="0">
            <a:spAutoFit/>
          </a:bodyPr>
          <a:lstStyle/>
          <a:p>
            <a:r>
              <a:rPr lang="en-US" sz="1000" dirty="0">
                <a:latin typeface="Garamond" panose="02020404030301010803" pitchFamily="18" charset="0"/>
              </a:rPr>
              <a:t>L3L2L1A1B2C1</a:t>
            </a:r>
          </a:p>
        </p:txBody>
      </p:sp>
      <p:sp>
        <p:nvSpPr>
          <p:cNvPr id="947" name="TextBox 946">
            <a:extLst>
              <a:ext uri="{FF2B5EF4-FFF2-40B4-BE49-F238E27FC236}">
                <a16:creationId xmlns:a16="http://schemas.microsoft.com/office/drawing/2014/main" id="{C63C6451-D83E-0D93-8682-3D1571E58405}"/>
              </a:ext>
            </a:extLst>
          </p:cNvPr>
          <p:cNvSpPr txBox="1"/>
          <p:nvPr/>
        </p:nvSpPr>
        <p:spPr>
          <a:xfrm>
            <a:off x="948466" y="205389"/>
            <a:ext cx="10588752" cy="1200329"/>
          </a:xfrm>
          <a:prstGeom prst="rect">
            <a:avLst/>
          </a:prstGeom>
          <a:noFill/>
        </p:spPr>
        <p:txBody>
          <a:bodyPr wrap="square" rtlCol="0">
            <a:spAutoFit/>
          </a:bodyPr>
          <a:lstStyle/>
          <a:p>
            <a:pPr algn="just"/>
            <a:r>
              <a:rPr lang="en-US" sz="1200" dirty="0">
                <a:latin typeface="Garamond" panose="02020404030301010803" pitchFamily="18" charset="0"/>
              </a:rPr>
              <a:t>All the V accounts from all the members are the External Account to their respective uplines. V account is used by a member or a Frontier to sponsor new members. Therefore, V account is regarded as the </a:t>
            </a:r>
            <a:r>
              <a:rPr lang="en-US" sz="1200" b="1" dirty="0">
                <a:solidFill>
                  <a:srgbClr val="00B050"/>
                </a:solidFill>
                <a:latin typeface="Garamond" panose="02020404030301010803" pitchFamily="18" charset="0"/>
              </a:rPr>
              <a:t>E</a:t>
            </a:r>
            <a:r>
              <a:rPr lang="en-US" sz="1200" dirty="0">
                <a:solidFill>
                  <a:srgbClr val="00B050"/>
                </a:solidFill>
                <a:latin typeface="Garamond" panose="02020404030301010803" pitchFamily="18" charset="0"/>
              </a:rPr>
              <a:t>xternal</a:t>
            </a:r>
            <a:r>
              <a:rPr lang="en-US" sz="1200" b="1" dirty="0">
                <a:solidFill>
                  <a:srgbClr val="00B050"/>
                </a:solidFill>
                <a:latin typeface="Garamond" panose="02020404030301010803" pitchFamily="18" charset="0"/>
              </a:rPr>
              <a:t> A</a:t>
            </a:r>
            <a:r>
              <a:rPr lang="en-US" sz="1200" dirty="0">
                <a:solidFill>
                  <a:srgbClr val="00B050"/>
                </a:solidFill>
                <a:latin typeface="Garamond" panose="02020404030301010803" pitchFamily="18" charset="0"/>
              </a:rPr>
              <a:t>ccount</a:t>
            </a:r>
            <a:r>
              <a:rPr lang="en-US" sz="1200" dirty="0">
                <a:latin typeface="Garamond" panose="02020404030301010803" pitchFamily="18" charset="0"/>
              </a:rPr>
              <a:t>. V1, V2, V3, V4 are the </a:t>
            </a:r>
            <a:r>
              <a:rPr lang="en-US" sz="1200" b="1" dirty="0">
                <a:solidFill>
                  <a:srgbClr val="FF0000"/>
                </a:solidFill>
                <a:latin typeface="Garamond" panose="02020404030301010803" pitchFamily="18" charset="0"/>
              </a:rPr>
              <a:t>FOUR VIRTUAL ACCOUNTS </a:t>
            </a:r>
            <a:r>
              <a:rPr lang="en-US" sz="1200" dirty="0">
                <a:latin typeface="Garamond" panose="02020404030301010803" pitchFamily="18" charset="0"/>
              </a:rPr>
              <a:t>that under the member himself that as a result they are considered as </a:t>
            </a:r>
            <a:r>
              <a:rPr lang="en-US" sz="1200" b="1" dirty="0">
                <a:latin typeface="Garamond" panose="02020404030301010803" pitchFamily="18" charset="0"/>
              </a:rPr>
              <a:t>INTERNAL ACCOUNT </a:t>
            </a:r>
            <a:r>
              <a:rPr lang="en-US" sz="1200" dirty="0">
                <a:latin typeface="Garamond" panose="02020404030301010803" pitchFamily="18" charset="0"/>
              </a:rPr>
              <a:t>to the member himself. </a:t>
            </a:r>
            <a:r>
              <a:rPr lang="en-US" sz="1200" dirty="0">
                <a:solidFill>
                  <a:srgbClr val="0070C0"/>
                </a:solidFill>
                <a:latin typeface="Garamond" panose="02020404030301010803" pitchFamily="18" charset="0"/>
              </a:rPr>
              <a:t>However, when this internal account is referred to his many uplines above, it is called the EXTERNAL INTERNAL ACCOUNT. </a:t>
            </a:r>
            <a:r>
              <a:rPr lang="en-US" sz="1200" dirty="0">
                <a:latin typeface="Garamond" panose="02020404030301010803" pitchFamily="18" charset="0"/>
              </a:rPr>
              <a:t>We need to classify the five accounts into Internal and External Account for reference to facilitate LB and BB calculation. To formulate the PGSV or GSV (utilizing total CV as references) under a member or a Frontier is to determine a Frontier’s qualification to acquire his CTS, the member’s personal V </a:t>
            </a:r>
            <a:r>
              <a:rPr lang="en-US" sz="1200" b="1" dirty="0">
                <a:solidFill>
                  <a:srgbClr val="00B050"/>
                </a:solidFill>
                <a:latin typeface="Garamond" panose="02020404030301010803" pitchFamily="18" charset="0"/>
              </a:rPr>
              <a:t>(PPV only refer to V) </a:t>
            </a:r>
            <a:r>
              <a:rPr lang="en-US" sz="1200" dirty="0">
                <a:latin typeface="Garamond" panose="02020404030301010803" pitchFamily="18" charset="0"/>
              </a:rPr>
              <a:t>or the Frontier’s personal V </a:t>
            </a:r>
            <a:r>
              <a:rPr lang="en-US" sz="1200" b="1" dirty="0">
                <a:solidFill>
                  <a:srgbClr val="00B050"/>
                </a:solidFill>
                <a:latin typeface="Garamond" panose="02020404030301010803" pitchFamily="18" charset="0"/>
              </a:rPr>
              <a:t>(PPV only refer to V) </a:t>
            </a:r>
            <a:r>
              <a:rPr lang="en-US" sz="1200" dirty="0">
                <a:latin typeface="Garamond" panose="02020404030301010803" pitchFamily="18" charset="0"/>
              </a:rPr>
              <a:t>is always excluded from participation in the PGSV and GSV which is under him. </a:t>
            </a:r>
          </a:p>
        </p:txBody>
      </p:sp>
      <p:sp>
        <p:nvSpPr>
          <p:cNvPr id="3" name="TextBox 2">
            <a:extLst>
              <a:ext uri="{FF2B5EF4-FFF2-40B4-BE49-F238E27FC236}">
                <a16:creationId xmlns:a16="http://schemas.microsoft.com/office/drawing/2014/main" id="{E936F68F-8C80-C562-CBA2-916E575C38A6}"/>
              </a:ext>
            </a:extLst>
          </p:cNvPr>
          <p:cNvSpPr txBox="1"/>
          <p:nvPr/>
        </p:nvSpPr>
        <p:spPr>
          <a:xfrm>
            <a:off x="387745" y="4308339"/>
            <a:ext cx="401072" cy="307777"/>
          </a:xfrm>
          <a:prstGeom prst="rect">
            <a:avLst/>
          </a:prstGeom>
          <a:noFill/>
        </p:spPr>
        <p:txBody>
          <a:bodyPr wrap="none" rtlCol="0">
            <a:spAutoFit/>
          </a:bodyPr>
          <a:lstStyle/>
          <a:p>
            <a:r>
              <a:rPr lang="en-US" sz="1400" dirty="0">
                <a:latin typeface="Arial Rounded MT Bold" panose="020F0704030504030204" pitchFamily="34" charset="0"/>
              </a:rPr>
              <a:t>L9</a:t>
            </a:r>
          </a:p>
        </p:txBody>
      </p:sp>
      <p:sp>
        <p:nvSpPr>
          <p:cNvPr id="5" name="TextBox 4">
            <a:extLst>
              <a:ext uri="{FF2B5EF4-FFF2-40B4-BE49-F238E27FC236}">
                <a16:creationId xmlns:a16="http://schemas.microsoft.com/office/drawing/2014/main" id="{D9EA739E-D6E9-8F38-F817-F5914387A88A}"/>
              </a:ext>
            </a:extLst>
          </p:cNvPr>
          <p:cNvSpPr txBox="1"/>
          <p:nvPr/>
        </p:nvSpPr>
        <p:spPr>
          <a:xfrm>
            <a:off x="280344" y="4605708"/>
            <a:ext cx="508473" cy="307777"/>
          </a:xfrm>
          <a:prstGeom prst="rect">
            <a:avLst/>
          </a:prstGeom>
          <a:noFill/>
        </p:spPr>
        <p:txBody>
          <a:bodyPr wrap="none" rtlCol="0">
            <a:spAutoFit/>
          </a:bodyPr>
          <a:lstStyle/>
          <a:p>
            <a:r>
              <a:rPr lang="en-US" sz="1400" dirty="0">
                <a:latin typeface="Arial Rounded MT Bold" panose="020F0704030504030204" pitchFamily="34" charset="0"/>
              </a:rPr>
              <a:t>L10</a:t>
            </a:r>
          </a:p>
        </p:txBody>
      </p:sp>
      <p:sp>
        <p:nvSpPr>
          <p:cNvPr id="7" name="TextBox 6">
            <a:extLst>
              <a:ext uri="{FF2B5EF4-FFF2-40B4-BE49-F238E27FC236}">
                <a16:creationId xmlns:a16="http://schemas.microsoft.com/office/drawing/2014/main" id="{2AC8A96C-E367-65F3-5396-CA20253746B7}"/>
              </a:ext>
            </a:extLst>
          </p:cNvPr>
          <p:cNvSpPr txBox="1"/>
          <p:nvPr/>
        </p:nvSpPr>
        <p:spPr>
          <a:xfrm>
            <a:off x="280343" y="4918689"/>
            <a:ext cx="508473" cy="307777"/>
          </a:xfrm>
          <a:prstGeom prst="rect">
            <a:avLst/>
          </a:prstGeom>
          <a:noFill/>
        </p:spPr>
        <p:txBody>
          <a:bodyPr wrap="none" rtlCol="0">
            <a:spAutoFit/>
          </a:bodyPr>
          <a:lstStyle/>
          <a:p>
            <a:r>
              <a:rPr lang="en-US" sz="1400" dirty="0">
                <a:latin typeface="Arial Rounded MT Bold" panose="020F0704030504030204" pitchFamily="34" charset="0"/>
              </a:rPr>
              <a:t>L11</a:t>
            </a:r>
          </a:p>
        </p:txBody>
      </p:sp>
      <p:sp>
        <p:nvSpPr>
          <p:cNvPr id="8" name="TextBox 7">
            <a:extLst>
              <a:ext uri="{FF2B5EF4-FFF2-40B4-BE49-F238E27FC236}">
                <a16:creationId xmlns:a16="http://schemas.microsoft.com/office/drawing/2014/main" id="{A3982C05-33E4-4E80-DED2-7F041B1E3877}"/>
              </a:ext>
            </a:extLst>
          </p:cNvPr>
          <p:cNvSpPr txBox="1"/>
          <p:nvPr/>
        </p:nvSpPr>
        <p:spPr>
          <a:xfrm>
            <a:off x="280343" y="5214794"/>
            <a:ext cx="508473" cy="307777"/>
          </a:xfrm>
          <a:prstGeom prst="rect">
            <a:avLst/>
          </a:prstGeom>
          <a:noFill/>
        </p:spPr>
        <p:txBody>
          <a:bodyPr wrap="none" rtlCol="0">
            <a:spAutoFit/>
          </a:bodyPr>
          <a:lstStyle/>
          <a:p>
            <a:r>
              <a:rPr lang="en-US" sz="1400" dirty="0">
                <a:latin typeface="Arial Rounded MT Bold" panose="020F0704030504030204" pitchFamily="34" charset="0"/>
              </a:rPr>
              <a:t>L12</a:t>
            </a:r>
          </a:p>
        </p:txBody>
      </p:sp>
      <p:sp>
        <p:nvSpPr>
          <p:cNvPr id="11" name="TextBox 10">
            <a:extLst>
              <a:ext uri="{FF2B5EF4-FFF2-40B4-BE49-F238E27FC236}">
                <a16:creationId xmlns:a16="http://schemas.microsoft.com/office/drawing/2014/main" id="{B89F6302-5C57-2787-5373-40A66DDF0C25}"/>
              </a:ext>
            </a:extLst>
          </p:cNvPr>
          <p:cNvSpPr txBox="1"/>
          <p:nvPr/>
        </p:nvSpPr>
        <p:spPr>
          <a:xfrm>
            <a:off x="5030651" y="2211020"/>
            <a:ext cx="401072" cy="307777"/>
          </a:xfrm>
          <a:prstGeom prst="rect">
            <a:avLst/>
          </a:prstGeom>
          <a:noFill/>
        </p:spPr>
        <p:txBody>
          <a:bodyPr wrap="none" rtlCol="0">
            <a:spAutoFit/>
          </a:bodyPr>
          <a:lstStyle/>
          <a:p>
            <a:r>
              <a:rPr lang="en-US" sz="1400" dirty="0">
                <a:latin typeface="Arial Rounded MT Bold" panose="020F0704030504030204" pitchFamily="34" charset="0"/>
              </a:rPr>
              <a:t>L2</a:t>
            </a:r>
          </a:p>
        </p:txBody>
      </p:sp>
      <p:sp>
        <p:nvSpPr>
          <p:cNvPr id="13" name="TextBox 12">
            <a:extLst>
              <a:ext uri="{FF2B5EF4-FFF2-40B4-BE49-F238E27FC236}">
                <a16:creationId xmlns:a16="http://schemas.microsoft.com/office/drawing/2014/main" id="{FE2F952D-AA75-D471-4715-33F77A00EBBA}"/>
              </a:ext>
            </a:extLst>
          </p:cNvPr>
          <p:cNvSpPr txBox="1"/>
          <p:nvPr/>
        </p:nvSpPr>
        <p:spPr>
          <a:xfrm>
            <a:off x="6309242" y="2244015"/>
            <a:ext cx="401072" cy="307777"/>
          </a:xfrm>
          <a:prstGeom prst="rect">
            <a:avLst/>
          </a:prstGeom>
          <a:noFill/>
        </p:spPr>
        <p:txBody>
          <a:bodyPr wrap="none" rtlCol="0">
            <a:spAutoFit/>
          </a:bodyPr>
          <a:lstStyle/>
          <a:p>
            <a:r>
              <a:rPr lang="en-US" sz="1400" dirty="0">
                <a:latin typeface="Arial Rounded MT Bold" panose="020F0704030504030204" pitchFamily="34" charset="0"/>
              </a:rPr>
              <a:t>L2</a:t>
            </a:r>
          </a:p>
        </p:txBody>
      </p:sp>
      <p:sp>
        <p:nvSpPr>
          <p:cNvPr id="14" name="TextBox 13">
            <a:extLst>
              <a:ext uri="{FF2B5EF4-FFF2-40B4-BE49-F238E27FC236}">
                <a16:creationId xmlns:a16="http://schemas.microsoft.com/office/drawing/2014/main" id="{36704AF0-01F1-A6BB-21BB-716DE70785C6}"/>
              </a:ext>
            </a:extLst>
          </p:cNvPr>
          <p:cNvSpPr txBox="1"/>
          <p:nvPr/>
        </p:nvSpPr>
        <p:spPr>
          <a:xfrm>
            <a:off x="7623875" y="2253867"/>
            <a:ext cx="401072" cy="307777"/>
          </a:xfrm>
          <a:prstGeom prst="rect">
            <a:avLst/>
          </a:prstGeom>
          <a:noFill/>
        </p:spPr>
        <p:txBody>
          <a:bodyPr wrap="none" rtlCol="0">
            <a:spAutoFit/>
          </a:bodyPr>
          <a:lstStyle/>
          <a:p>
            <a:r>
              <a:rPr lang="en-US" sz="1400" dirty="0">
                <a:latin typeface="Arial Rounded MT Bold" panose="020F0704030504030204" pitchFamily="34" charset="0"/>
              </a:rPr>
              <a:t>L2</a:t>
            </a:r>
          </a:p>
        </p:txBody>
      </p:sp>
      <p:sp>
        <p:nvSpPr>
          <p:cNvPr id="65" name="TextBox 64">
            <a:extLst>
              <a:ext uri="{FF2B5EF4-FFF2-40B4-BE49-F238E27FC236}">
                <a16:creationId xmlns:a16="http://schemas.microsoft.com/office/drawing/2014/main" id="{9ED2B5CE-42BC-3B82-F20F-DC646A33F640}"/>
              </a:ext>
            </a:extLst>
          </p:cNvPr>
          <p:cNvSpPr txBox="1"/>
          <p:nvPr/>
        </p:nvSpPr>
        <p:spPr>
          <a:xfrm>
            <a:off x="10275479" y="2262964"/>
            <a:ext cx="401072" cy="307777"/>
          </a:xfrm>
          <a:prstGeom prst="rect">
            <a:avLst/>
          </a:prstGeom>
          <a:noFill/>
        </p:spPr>
        <p:txBody>
          <a:bodyPr wrap="none" rtlCol="0">
            <a:spAutoFit/>
          </a:bodyPr>
          <a:lstStyle/>
          <a:p>
            <a:r>
              <a:rPr lang="en-US" sz="1400" dirty="0">
                <a:latin typeface="Arial Rounded MT Bold" panose="020F0704030504030204" pitchFamily="34" charset="0"/>
              </a:rPr>
              <a:t>L2</a:t>
            </a:r>
          </a:p>
        </p:txBody>
      </p:sp>
      <p:sp>
        <p:nvSpPr>
          <p:cNvPr id="67" name="TextBox 66">
            <a:extLst>
              <a:ext uri="{FF2B5EF4-FFF2-40B4-BE49-F238E27FC236}">
                <a16:creationId xmlns:a16="http://schemas.microsoft.com/office/drawing/2014/main" id="{E14071C4-26FC-A22E-A97C-4DE9E967CCED}"/>
              </a:ext>
            </a:extLst>
          </p:cNvPr>
          <p:cNvSpPr txBox="1"/>
          <p:nvPr/>
        </p:nvSpPr>
        <p:spPr>
          <a:xfrm>
            <a:off x="6309242" y="1960881"/>
            <a:ext cx="401072" cy="307777"/>
          </a:xfrm>
          <a:prstGeom prst="rect">
            <a:avLst/>
          </a:prstGeom>
          <a:noFill/>
        </p:spPr>
        <p:txBody>
          <a:bodyPr wrap="none" rtlCol="0">
            <a:spAutoFit/>
          </a:bodyPr>
          <a:lstStyle/>
          <a:p>
            <a:r>
              <a:rPr lang="en-US" sz="1400" dirty="0">
                <a:latin typeface="Arial Rounded MT Bold" panose="020F0704030504030204" pitchFamily="34" charset="0"/>
              </a:rPr>
              <a:t>L1</a:t>
            </a:r>
          </a:p>
        </p:txBody>
      </p:sp>
      <p:grpSp>
        <p:nvGrpSpPr>
          <p:cNvPr id="72" name="Group 71">
            <a:extLst>
              <a:ext uri="{FF2B5EF4-FFF2-40B4-BE49-F238E27FC236}">
                <a16:creationId xmlns:a16="http://schemas.microsoft.com/office/drawing/2014/main" id="{B0103219-351E-0110-9760-3F8B9F3F0047}"/>
              </a:ext>
            </a:extLst>
          </p:cNvPr>
          <p:cNvGrpSpPr/>
          <p:nvPr/>
        </p:nvGrpSpPr>
        <p:grpSpPr>
          <a:xfrm>
            <a:off x="11237976" y="2364908"/>
            <a:ext cx="843287" cy="1018931"/>
            <a:chOff x="11237976" y="2364908"/>
            <a:chExt cx="843287" cy="1018931"/>
          </a:xfrm>
        </p:grpSpPr>
        <p:sp>
          <p:nvSpPr>
            <p:cNvPr id="68" name="Right Brace 67">
              <a:extLst>
                <a:ext uri="{FF2B5EF4-FFF2-40B4-BE49-F238E27FC236}">
                  <a16:creationId xmlns:a16="http://schemas.microsoft.com/office/drawing/2014/main" id="{E7702AA7-7DCB-953C-6F4A-801A8F1A99D2}"/>
                </a:ext>
              </a:extLst>
            </p:cNvPr>
            <p:cNvSpPr/>
            <p:nvPr/>
          </p:nvSpPr>
          <p:spPr>
            <a:xfrm>
              <a:off x="11237976" y="2364908"/>
              <a:ext cx="117873" cy="1018931"/>
            </a:xfrm>
            <a:prstGeom prst="rightBrace">
              <a:avLst/>
            </a:prstGeom>
            <a:ln w="31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9" name="TextBox 68">
              <a:extLst>
                <a:ext uri="{FF2B5EF4-FFF2-40B4-BE49-F238E27FC236}">
                  <a16:creationId xmlns:a16="http://schemas.microsoft.com/office/drawing/2014/main" id="{9AA524CD-6307-4F4C-61A2-E86498CFB32D}"/>
                </a:ext>
              </a:extLst>
            </p:cNvPr>
            <p:cNvSpPr txBox="1"/>
            <p:nvPr/>
          </p:nvSpPr>
          <p:spPr>
            <a:xfrm>
              <a:off x="11300975" y="2671582"/>
              <a:ext cx="780288" cy="430887"/>
            </a:xfrm>
            <a:prstGeom prst="rect">
              <a:avLst/>
            </a:prstGeom>
            <a:noFill/>
          </p:spPr>
          <p:txBody>
            <a:bodyPr wrap="square" rtlCol="0">
              <a:spAutoFit/>
            </a:bodyPr>
            <a:lstStyle/>
            <a:p>
              <a:r>
                <a:rPr lang="en-US" sz="1100" dirty="0">
                  <a:solidFill>
                    <a:srgbClr val="FF0000"/>
                  </a:solidFill>
                  <a:latin typeface="Garamond" panose="02020404030301010803" pitchFamily="18" charset="0"/>
                </a:rPr>
                <a:t>Internal Account</a:t>
              </a:r>
            </a:p>
          </p:txBody>
        </p:sp>
      </p:grpSp>
      <p:grpSp>
        <p:nvGrpSpPr>
          <p:cNvPr id="73" name="Group 72">
            <a:extLst>
              <a:ext uri="{FF2B5EF4-FFF2-40B4-BE49-F238E27FC236}">
                <a16:creationId xmlns:a16="http://schemas.microsoft.com/office/drawing/2014/main" id="{DFB91345-B7A6-DE4E-781A-26E39B857FE6}"/>
              </a:ext>
            </a:extLst>
          </p:cNvPr>
          <p:cNvGrpSpPr/>
          <p:nvPr/>
        </p:nvGrpSpPr>
        <p:grpSpPr>
          <a:xfrm>
            <a:off x="8586305" y="2364908"/>
            <a:ext cx="843287" cy="1018931"/>
            <a:chOff x="11237976" y="2364908"/>
            <a:chExt cx="843287" cy="1018931"/>
          </a:xfrm>
        </p:grpSpPr>
        <p:sp>
          <p:nvSpPr>
            <p:cNvPr id="74" name="Right Brace 73">
              <a:extLst>
                <a:ext uri="{FF2B5EF4-FFF2-40B4-BE49-F238E27FC236}">
                  <a16:creationId xmlns:a16="http://schemas.microsoft.com/office/drawing/2014/main" id="{6FACAE20-5DA8-44AC-1752-F5DABEE7BF79}"/>
                </a:ext>
              </a:extLst>
            </p:cNvPr>
            <p:cNvSpPr/>
            <p:nvPr/>
          </p:nvSpPr>
          <p:spPr>
            <a:xfrm>
              <a:off x="11237976" y="2364908"/>
              <a:ext cx="117873" cy="1018931"/>
            </a:xfrm>
            <a:prstGeom prst="rightBrace">
              <a:avLst/>
            </a:prstGeom>
            <a:ln w="31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5" name="TextBox 74">
              <a:extLst>
                <a:ext uri="{FF2B5EF4-FFF2-40B4-BE49-F238E27FC236}">
                  <a16:creationId xmlns:a16="http://schemas.microsoft.com/office/drawing/2014/main" id="{97224279-C715-DDA5-F70D-2DA93E4BE983}"/>
                </a:ext>
              </a:extLst>
            </p:cNvPr>
            <p:cNvSpPr txBox="1"/>
            <p:nvPr/>
          </p:nvSpPr>
          <p:spPr>
            <a:xfrm>
              <a:off x="11300975" y="2671582"/>
              <a:ext cx="780288" cy="430887"/>
            </a:xfrm>
            <a:prstGeom prst="rect">
              <a:avLst/>
            </a:prstGeom>
            <a:noFill/>
          </p:spPr>
          <p:txBody>
            <a:bodyPr wrap="square" rtlCol="0">
              <a:spAutoFit/>
            </a:bodyPr>
            <a:lstStyle/>
            <a:p>
              <a:r>
                <a:rPr lang="en-US" sz="1100" dirty="0">
                  <a:solidFill>
                    <a:srgbClr val="FF0000"/>
                  </a:solidFill>
                  <a:latin typeface="Garamond" panose="02020404030301010803" pitchFamily="18" charset="0"/>
                </a:rPr>
                <a:t>Internal Account</a:t>
              </a:r>
            </a:p>
          </p:txBody>
        </p:sp>
      </p:grpSp>
      <p:grpSp>
        <p:nvGrpSpPr>
          <p:cNvPr id="76" name="Group 75">
            <a:extLst>
              <a:ext uri="{FF2B5EF4-FFF2-40B4-BE49-F238E27FC236}">
                <a16:creationId xmlns:a16="http://schemas.microsoft.com/office/drawing/2014/main" id="{366DB635-68E5-BF8F-BFDA-D4DA7F5E15E9}"/>
              </a:ext>
            </a:extLst>
          </p:cNvPr>
          <p:cNvGrpSpPr/>
          <p:nvPr/>
        </p:nvGrpSpPr>
        <p:grpSpPr>
          <a:xfrm>
            <a:off x="6891414" y="2021230"/>
            <a:ext cx="891899" cy="1018931"/>
            <a:chOff x="11237976" y="2364908"/>
            <a:chExt cx="891899" cy="1018931"/>
          </a:xfrm>
        </p:grpSpPr>
        <p:sp>
          <p:nvSpPr>
            <p:cNvPr id="77" name="Right Brace 76">
              <a:extLst>
                <a:ext uri="{FF2B5EF4-FFF2-40B4-BE49-F238E27FC236}">
                  <a16:creationId xmlns:a16="http://schemas.microsoft.com/office/drawing/2014/main" id="{0A0A6E10-E07E-1ACE-2579-8FE5427D07F1}"/>
                </a:ext>
              </a:extLst>
            </p:cNvPr>
            <p:cNvSpPr/>
            <p:nvPr/>
          </p:nvSpPr>
          <p:spPr>
            <a:xfrm>
              <a:off x="11237976" y="2364908"/>
              <a:ext cx="117873" cy="1018931"/>
            </a:xfrm>
            <a:prstGeom prst="rightBrace">
              <a:avLst/>
            </a:prstGeom>
            <a:ln w="31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8" name="TextBox 77">
              <a:extLst>
                <a:ext uri="{FF2B5EF4-FFF2-40B4-BE49-F238E27FC236}">
                  <a16:creationId xmlns:a16="http://schemas.microsoft.com/office/drawing/2014/main" id="{1119963E-3B93-7897-838F-17C02A7C9ED2}"/>
                </a:ext>
              </a:extLst>
            </p:cNvPr>
            <p:cNvSpPr txBox="1"/>
            <p:nvPr/>
          </p:nvSpPr>
          <p:spPr>
            <a:xfrm>
              <a:off x="11300974" y="2671582"/>
              <a:ext cx="828901" cy="430887"/>
            </a:xfrm>
            <a:prstGeom prst="rect">
              <a:avLst/>
            </a:prstGeom>
            <a:noFill/>
          </p:spPr>
          <p:txBody>
            <a:bodyPr wrap="square" rtlCol="0">
              <a:spAutoFit/>
            </a:bodyPr>
            <a:lstStyle/>
            <a:p>
              <a:r>
                <a:rPr lang="en-US" sz="1100" dirty="0">
                  <a:solidFill>
                    <a:srgbClr val="FF0000"/>
                  </a:solidFill>
                  <a:latin typeface="Garamond" panose="02020404030301010803" pitchFamily="18" charset="0"/>
                </a:rPr>
                <a:t>A’s Internal Account</a:t>
              </a:r>
            </a:p>
          </p:txBody>
        </p:sp>
      </p:grpSp>
      <p:grpSp>
        <p:nvGrpSpPr>
          <p:cNvPr id="79" name="Group 78">
            <a:extLst>
              <a:ext uri="{FF2B5EF4-FFF2-40B4-BE49-F238E27FC236}">
                <a16:creationId xmlns:a16="http://schemas.microsoft.com/office/drawing/2014/main" id="{E4A90F84-F84A-1F7C-40E4-56B09C2558F8}"/>
              </a:ext>
            </a:extLst>
          </p:cNvPr>
          <p:cNvGrpSpPr/>
          <p:nvPr/>
        </p:nvGrpSpPr>
        <p:grpSpPr>
          <a:xfrm>
            <a:off x="5929608" y="2312726"/>
            <a:ext cx="843287" cy="1018931"/>
            <a:chOff x="11237976" y="2364908"/>
            <a:chExt cx="843287" cy="1018931"/>
          </a:xfrm>
        </p:grpSpPr>
        <p:sp>
          <p:nvSpPr>
            <p:cNvPr id="80" name="Right Brace 79">
              <a:extLst>
                <a:ext uri="{FF2B5EF4-FFF2-40B4-BE49-F238E27FC236}">
                  <a16:creationId xmlns:a16="http://schemas.microsoft.com/office/drawing/2014/main" id="{FC86B01D-E222-2891-2A79-8F662AFE80FE}"/>
                </a:ext>
              </a:extLst>
            </p:cNvPr>
            <p:cNvSpPr/>
            <p:nvPr/>
          </p:nvSpPr>
          <p:spPr>
            <a:xfrm>
              <a:off x="11237976" y="2364908"/>
              <a:ext cx="117873" cy="1018931"/>
            </a:xfrm>
            <a:prstGeom prst="rightBrace">
              <a:avLst/>
            </a:prstGeom>
            <a:ln w="31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1" name="TextBox 80">
              <a:extLst>
                <a:ext uri="{FF2B5EF4-FFF2-40B4-BE49-F238E27FC236}">
                  <a16:creationId xmlns:a16="http://schemas.microsoft.com/office/drawing/2014/main" id="{C3A9CA77-6033-5902-72C5-26444C269667}"/>
                </a:ext>
              </a:extLst>
            </p:cNvPr>
            <p:cNvSpPr txBox="1"/>
            <p:nvPr/>
          </p:nvSpPr>
          <p:spPr>
            <a:xfrm>
              <a:off x="11300975" y="2671582"/>
              <a:ext cx="780288" cy="430887"/>
            </a:xfrm>
            <a:prstGeom prst="rect">
              <a:avLst/>
            </a:prstGeom>
            <a:noFill/>
          </p:spPr>
          <p:txBody>
            <a:bodyPr wrap="square" rtlCol="0">
              <a:spAutoFit/>
            </a:bodyPr>
            <a:lstStyle/>
            <a:p>
              <a:r>
                <a:rPr lang="en-US" sz="1100" dirty="0">
                  <a:solidFill>
                    <a:srgbClr val="FF0000"/>
                  </a:solidFill>
                  <a:latin typeface="Garamond" panose="02020404030301010803" pitchFamily="18" charset="0"/>
                </a:rPr>
                <a:t>Internal Account</a:t>
              </a:r>
            </a:p>
          </p:txBody>
        </p:sp>
      </p:grpSp>
      <p:grpSp>
        <p:nvGrpSpPr>
          <p:cNvPr id="82" name="Group 81">
            <a:extLst>
              <a:ext uri="{FF2B5EF4-FFF2-40B4-BE49-F238E27FC236}">
                <a16:creationId xmlns:a16="http://schemas.microsoft.com/office/drawing/2014/main" id="{946923DB-E431-6B54-1FE9-6FFF2740039A}"/>
              </a:ext>
            </a:extLst>
          </p:cNvPr>
          <p:cNvGrpSpPr/>
          <p:nvPr/>
        </p:nvGrpSpPr>
        <p:grpSpPr>
          <a:xfrm flipH="1">
            <a:off x="2586268" y="4480560"/>
            <a:ext cx="780288" cy="942390"/>
            <a:chOff x="11181065" y="2441449"/>
            <a:chExt cx="780288" cy="942390"/>
          </a:xfrm>
        </p:grpSpPr>
        <p:sp>
          <p:nvSpPr>
            <p:cNvPr id="83" name="Right Brace 82">
              <a:extLst>
                <a:ext uri="{FF2B5EF4-FFF2-40B4-BE49-F238E27FC236}">
                  <a16:creationId xmlns:a16="http://schemas.microsoft.com/office/drawing/2014/main" id="{16D19063-6333-DC5A-502A-15358ECFC167}"/>
                </a:ext>
              </a:extLst>
            </p:cNvPr>
            <p:cNvSpPr/>
            <p:nvPr/>
          </p:nvSpPr>
          <p:spPr>
            <a:xfrm>
              <a:off x="11200918" y="2441449"/>
              <a:ext cx="154932" cy="942390"/>
            </a:xfrm>
            <a:prstGeom prst="rightBrace">
              <a:avLst/>
            </a:prstGeom>
            <a:ln w="31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4" name="TextBox 83">
              <a:extLst>
                <a:ext uri="{FF2B5EF4-FFF2-40B4-BE49-F238E27FC236}">
                  <a16:creationId xmlns:a16="http://schemas.microsoft.com/office/drawing/2014/main" id="{6693D540-0E35-72F1-533F-3274F4FFCEB9}"/>
                </a:ext>
              </a:extLst>
            </p:cNvPr>
            <p:cNvSpPr txBox="1"/>
            <p:nvPr/>
          </p:nvSpPr>
          <p:spPr>
            <a:xfrm>
              <a:off x="11181065" y="2696733"/>
              <a:ext cx="780288" cy="430887"/>
            </a:xfrm>
            <a:prstGeom prst="rect">
              <a:avLst/>
            </a:prstGeom>
            <a:noFill/>
          </p:spPr>
          <p:txBody>
            <a:bodyPr wrap="square" rtlCol="0">
              <a:spAutoFit/>
            </a:bodyPr>
            <a:lstStyle/>
            <a:p>
              <a:r>
                <a:rPr lang="en-US" sz="1100" dirty="0">
                  <a:solidFill>
                    <a:srgbClr val="FF0000"/>
                  </a:solidFill>
                  <a:latin typeface="Garamond" panose="02020404030301010803" pitchFamily="18" charset="0"/>
                </a:rPr>
                <a:t>Internal Account</a:t>
              </a:r>
            </a:p>
          </p:txBody>
        </p:sp>
      </p:grpSp>
      <p:sp>
        <p:nvSpPr>
          <p:cNvPr id="4" name="TextBox 3">
            <a:extLst>
              <a:ext uri="{FF2B5EF4-FFF2-40B4-BE49-F238E27FC236}">
                <a16:creationId xmlns:a16="http://schemas.microsoft.com/office/drawing/2014/main" id="{DDA0CFDE-EA41-E04B-5395-3D890A3C6190}"/>
              </a:ext>
            </a:extLst>
          </p:cNvPr>
          <p:cNvSpPr txBox="1"/>
          <p:nvPr/>
        </p:nvSpPr>
        <p:spPr>
          <a:xfrm flipH="1">
            <a:off x="6553094" y="1301882"/>
            <a:ext cx="2645442" cy="400110"/>
          </a:xfrm>
          <a:prstGeom prst="rect">
            <a:avLst/>
          </a:prstGeom>
          <a:noFill/>
        </p:spPr>
        <p:txBody>
          <a:bodyPr wrap="square" rtlCol="0">
            <a:spAutoFit/>
          </a:bodyPr>
          <a:lstStyle/>
          <a:p>
            <a:r>
              <a:rPr lang="en-US" sz="2000" b="1" dirty="0">
                <a:solidFill>
                  <a:srgbClr val="00B050"/>
                </a:solidFill>
                <a:latin typeface="Garamond" panose="02020404030301010803" pitchFamily="18" charset="0"/>
              </a:rPr>
              <a:t>External Account</a:t>
            </a:r>
          </a:p>
        </p:txBody>
      </p:sp>
      <p:grpSp>
        <p:nvGrpSpPr>
          <p:cNvPr id="6" name="Group 5">
            <a:extLst>
              <a:ext uri="{FF2B5EF4-FFF2-40B4-BE49-F238E27FC236}">
                <a16:creationId xmlns:a16="http://schemas.microsoft.com/office/drawing/2014/main" id="{3A5025A6-469B-869D-A8D0-45F593A48D25}"/>
              </a:ext>
            </a:extLst>
          </p:cNvPr>
          <p:cNvGrpSpPr/>
          <p:nvPr/>
        </p:nvGrpSpPr>
        <p:grpSpPr>
          <a:xfrm>
            <a:off x="3665159" y="2639740"/>
            <a:ext cx="843287" cy="1018931"/>
            <a:chOff x="11237976" y="2364908"/>
            <a:chExt cx="843287" cy="1018931"/>
          </a:xfrm>
        </p:grpSpPr>
        <p:sp>
          <p:nvSpPr>
            <p:cNvPr id="9" name="Right Brace 8">
              <a:extLst>
                <a:ext uri="{FF2B5EF4-FFF2-40B4-BE49-F238E27FC236}">
                  <a16:creationId xmlns:a16="http://schemas.microsoft.com/office/drawing/2014/main" id="{3AC1FE33-A7B9-70DD-FB36-181033EBA9E0}"/>
                </a:ext>
              </a:extLst>
            </p:cNvPr>
            <p:cNvSpPr/>
            <p:nvPr/>
          </p:nvSpPr>
          <p:spPr>
            <a:xfrm>
              <a:off x="11237976" y="2364908"/>
              <a:ext cx="117873" cy="1018931"/>
            </a:xfrm>
            <a:prstGeom prst="rightBrace">
              <a:avLst/>
            </a:prstGeom>
            <a:ln w="31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2D1C8DE-947B-F938-C3D4-2D1897C31992}"/>
                </a:ext>
              </a:extLst>
            </p:cNvPr>
            <p:cNvSpPr txBox="1"/>
            <p:nvPr/>
          </p:nvSpPr>
          <p:spPr>
            <a:xfrm>
              <a:off x="11300975" y="2671582"/>
              <a:ext cx="780288" cy="430887"/>
            </a:xfrm>
            <a:prstGeom prst="rect">
              <a:avLst/>
            </a:prstGeom>
            <a:noFill/>
          </p:spPr>
          <p:txBody>
            <a:bodyPr wrap="square" rtlCol="0">
              <a:spAutoFit/>
            </a:bodyPr>
            <a:lstStyle/>
            <a:p>
              <a:r>
                <a:rPr lang="en-US" sz="1100" dirty="0">
                  <a:solidFill>
                    <a:srgbClr val="FF0000"/>
                  </a:solidFill>
                  <a:latin typeface="Garamond" panose="02020404030301010803" pitchFamily="18" charset="0"/>
                </a:rPr>
                <a:t>Internal Account</a:t>
              </a:r>
            </a:p>
          </p:txBody>
        </p:sp>
      </p:grpSp>
      <p:grpSp>
        <p:nvGrpSpPr>
          <p:cNvPr id="12" name="Group 11">
            <a:extLst>
              <a:ext uri="{FF2B5EF4-FFF2-40B4-BE49-F238E27FC236}">
                <a16:creationId xmlns:a16="http://schemas.microsoft.com/office/drawing/2014/main" id="{47DE6DF4-F4B8-FCD0-24CE-413BCF371D23}"/>
              </a:ext>
            </a:extLst>
          </p:cNvPr>
          <p:cNvGrpSpPr/>
          <p:nvPr/>
        </p:nvGrpSpPr>
        <p:grpSpPr>
          <a:xfrm flipH="1">
            <a:off x="5183191" y="4462227"/>
            <a:ext cx="780288" cy="942390"/>
            <a:chOff x="11181065" y="2441449"/>
            <a:chExt cx="780288" cy="942390"/>
          </a:xfrm>
        </p:grpSpPr>
        <p:sp>
          <p:nvSpPr>
            <p:cNvPr id="15" name="Right Brace 14">
              <a:extLst>
                <a:ext uri="{FF2B5EF4-FFF2-40B4-BE49-F238E27FC236}">
                  <a16:creationId xmlns:a16="http://schemas.microsoft.com/office/drawing/2014/main" id="{8785F9B5-342B-77BD-11CB-B9B333580208}"/>
                </a:ext>
              </a:extLst>
            </p:cNvPr>
            <p:cNvSpPr/>
            <p:nvPr/>
          </p:nvSpPr>
          <p:spPr>
            <a:xfrm>
              <a:off x="11200918" y="2441449"/>
              <a:ext cx="154932" cy="942390"/>
            </a:xfrm>
            <a:prstGeom prst="rightBrace">
              <a:avLst/>
            </a:prstGeom>
            <a:ln w="31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E5F2158B-DF41-FE4E-0E3A-3B12EB380E93}"/>
                </a:ext>
              </a:extLst>
            </p:cNvPr>
            <p:cNvSpPr txBox="1"/>
            <p:nvPr/>
          </p:nvSpPr>
          <p:spPr>
            <a:xfrm>
              <a:off x="11181065" y="2696733"/>
              <a:ext cx="780288" cy="430887"/>
            </a:xfrm>
            <a:prstGeom prst="rect">
              <a:avLst/>
            </a:prstGeom>
            <a:noFill/>
          </p:spPr>
          <p:txBody>
            <a:bodyPr wrap="square" rtlCol="0">
              <a:spAutoFit/>
            </a:bodyPr>
            <a:lstStyle/>
            <a:p>
              <a:r>
                <a:rPr lang="en-US" sz="1100" dirty="0">
                  <a:solidFill>
                    <a:srgbClr val="FF0000"/>
                  </a:solidFill>
                  <a:latin typeface="Garamond" panose="02020404030301010803" pitchFamily="18" charset="0"/>
                </a:rPr>
                <a:t>Internal Account</a:t>
              </a:r>
            </a:p>
          </p:txBody>
        </p:sp>
      </p:grpSp>
      <p:grpSp>
        <p:nvGrpSpPr>
          <p:cNvPr id="17" name="Group 16">
            <a:extLst>
              <a:ext uri="{FF2B5EF4-FFF2-40B4-BE49-F238E27FC236}">
                <a16:creationId xmlns:a16="http://schemas.microsoft.com/office/drawing/2014/main" id="{8B6EAF71-72A2-3A2C-4764-AF33B9E372D0}"/>
              </a:ext>
            </a:extLst>
          </p:cNvPr>
          <p:cNvGrpSpPr/>
          <p:nvPr/>
        </p:nvGrpSpPr>
        <p:grpSpPr>
          <a:xfrm flipH="1">
            <a:off x="7819890" y="4489659"/>
            <a:ext cx="780288" cy="942390"/>
            <a:chOff x="11181065" y="2441449"/>
            <a:chExt cx="780288" cy="942390"/>
          </a:xfrm>
        </p:grpSpPr>
        <p:sp>
          <p:nvSpPr>
            <p:cNvPr id="18" name="Right Brace 17">
              <a:extLst>
                <a:ext uri="{FF2B5EF4-FFF2-40B4-BE49-F238E27FC236}">
                  <a16:creationId xmlns:a16="http://schemas.microsoft.com/office/drawing/2014/main" id="{984B6BBA-B415-1029-4C6D-4B6186E46952}"/>
                </a:ext>
              </a:extLst>
            </p:cNvPr>
            <p:cNvSpPr/>
            <p:nvPr/>
          </p:nvSpPr>
          <p:spPr>
            <a:xfrm>
              <a:off x="11200918" y="2441449"/>
              <a:ext cx="154932" cy="942390"/>
            </a:xfrm>
            <a:prstGeom prst="rightBrace">
              <a:avLst/>
            </a:prstGeom>
            <a:ln w="31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6860A0E1-42EC-4F66-FEC6-3B4FA98A6B96}"/>
                </a:ext>
              </a:extLst>
            </p:cNvPr>
            <p:cNvSpPr txBox="1"/>
            <p:nvPr/>
          </p:nvSpPr>
          <p:spPr>
            <a:xfrm>
              <a:off x="11181065" y="2696733"/>
              <a:ext cx="780288" cy="430887"/>
            </a:xfrm>
            <a:prstGeom prst="rect">
              <a:avLst/>
            </a:prstGeom>
            <a:noFill/>
          </p:spPr>
          <p:txBody>
            <a:bodyPr wrap="square" rtlCol="0">
              <a:spAutoFit/>
            </a:bodyPr>
            <a:lstStyle/>
            <a:p>
              <a:r>
                <a:rPr lang="en-US" sz="1100" dirty="0">
                  <a:solidFill>
                    <a:srgbClr val="FF0000"/>
                  </a:solidFill>
                  <a:latin typeface="Garamond" panose="02020404030301010803" pitchFamily="18" charset="0"/>
                </a:rPr>
                <a:t>Internal Account</a:t>
              </a:r>
            </a:p>
          </p:txBody>
        </p:sp>
      </p:grpSp>
      <p:sp>
        <p:nvSpPr>
          <p:cNvPr id="23" name="TextBox 22">
            <a:extLst>
              <a:ext uri="{FF2B5EF4-FFF2-40B4-BE49-F238E27FC236}">
                <a16:creationId xmlns:a16="http://schemas.microsoft.com/office/drawing/2014/main" id="{F89797F3-C24D-3EBA-6F22-FFCBD65BD2C1}"/>
              </a:ext>
            </a:extLst>
          </p:cNvPr>
          <p:cNvSpPr txBox="1"/>
          <p:nvPr/>
        </p:nvSpPr>
        <p:spPr>
          <a:xfrm flipH="1">
            <a:off x="2373571" y="4037713"/>
            <a:ext cx="1288518" cy="246221"/>
          </a:xfrm>
          <a:prstGeom prst="rect">
            <a:avLst/>
          </a:prstGeom>
          <a:noFill/>
        </p:spPr>
        <p:txBody>
          <a:bodyPr wrap="square" rtlCol="0">
            <a:spAutoFit/>
          </a:bodyPr>
          <a:lstStyle/>
          <a:p>
            <a:r>
              <a:rPr lang="en-US" sz="1000" dirty="0">
                <a:solidFill>
                  <a:srgbClr val="00B050"/>
                </a:solidFill>
                <a:latin typeface="Garamond" panose="02020404030301010803" pitchFamily="18" charset="0"/>
              </a:rPr>
              <a:t>External Account</a:t>
            </a:r>
          </a:p>
        </p:txBody>
      </p:sp>
      <p:sp>
        <p:nvSpPr>
          <p:cNvPr id="25" name="TextBox 24">
            <a:extLst>
              <a:ext uri="{FF2B5EF4-FFF2-40B4-BE49-F238E27FC236}">
                <a16:creationId xmlns:a16="http://schemas.microsoft.com/office/drawing/2014/main" id="{E1E6D2D3-F9EF-9C41-DB0F-3C077DB61493}"/>
              </a:ext>
            </a:extLst>
          </p:cNvPr>
          <p:cNvSpPr txBox="1"/>
          <p:nvPr/>
        </p:nvSpPr>
        <p:spPr>
          <a:xfrm flipH="1">
            <a:off x="4991858" y="4062118"/>
            <a:ext cx="1288518" cy="246221"/>
          </a:xfrm>
          <a:prstGeom prst="rect">
            <a:avLst/>
          </a:prstGeom>
          <a:noFill/>
        </p:spPr>
        <p:txBody>
          <a:bodyPr wrap="square" rtlCol="0">
            <a:spAutoFit/>
          </a:bodyPr>
          <a:lstStyle/>
          <a:p>
            <a:r>
              <a:rPr lang="en-US" sz="1000" dirty="0">
                <a:solidFill>
                  <a:srgbClr val="00B050"/>
                </a:solidFill>
                <a:latin typeface="Garamond" panose="02020404030301010803" pitchFamily="18" charset="0"/>
              </a:rPr>
              <a:t>External Account</a:t>
            </a:r>
          </a:p>
        </p:txBody>
      </p:sp>
      <p:sp>
        <p:nvSpPr>
          <p:cNvPr id="27" name="TextBox 26">
            <a:extLst>
              <a:ext uri="{FF2B5EF4-FFF2-40B4-BE49-F238E27FC236}">
                <a16:creationId xmlns:a16="http://schemas.microsoft.com/office/drawing/2014/main" id="{CA4B69AF-0F9E-B93A-52CF-716C8D67FF0C}"/>
              </a:ext>
            </a:extLst>
          </p:cNvPr>
          <p:cNvSpPr txBox="1"/>
          <p:nvPr/>
        </p:nvSpPr>
        <p:spPr>
          <a:xfrm flipH="1">
            <a:off x="7639946" y="4077523"/>
            <a:ext cx="1288518" cy="246221"/>
          </a:xfrm>
          <a:prstGeom prst="rect">
            <a:avLst/>
          </a:prstGeom>
          <a:noFill/>
        </p:spPr>
        <p:txBody>
          <a:bodyPr wrap="square" rtlCol="0">
            <a:spAutoFit/>
          </a:bodyPr>
          <a:lstStyle/>
          <a:p>
            <a:r>
              <a:rPr lang="en-US" sz="1000" dirty="0">
                <a:solidFill>
                  <a:srgbClr val="00B050"/>
                </a:solidFill>
                <a:latin typeface="Garamond" panose="02020404030301010803" pitchFamily="18" charset="0"/>
              </a:rPr>
              <a:t>External Account</a:t>
            </a:r>
          </a:p>
        </p:txBody>
      </p:sp>
      <p:sp>
        <p:nvSpPr>
          <p:cNvPr id="29" name="TextBox 28">
            <a:extLst>
              <a:ext uri="{FF2B5EF4-FFF2-40B4-BE49-F238E27FC236}">
                <a16:creationId xmlns:a16="http://schemas.microsoft.com/office/drawing/2014/main" id="{BC99A71B-7DEA-D00A-5B6E-0F7931C697A6}"/>
              </a:ext>
            </a:extLst>
          </p:cNvPr>
          <p:cNvSpPr txBox="1"/>
          <p:nvPr/>
        </p:nvSpPr>
        <p:spPr>
          <a:xfrm flipH="1">
            <a:off x="3233935" y="1957871"/>
            <a:ext cx="1288518" cy="246221"/>
          </a:xfrm>
          <a:prstGeom prst="rect">
            <a:avLst/>
          </a:prstGeom>
          <a:noFill/>
        </p:spPr>
        <p:txBody>
          <a:bodyPr wrap="square" rtlCol="0">
            <a:spAutoFit/>
          </a:bodyPr>
          <a:lstStyle/>
          <a:p>
            <a:r>
              <a:rPr lang="en-US" sz="1000" dirty="0">
                <a:solidFill>
                  <a:srgbClr val="00B050"/>
                </a:solidFill>
                <a:latin typeface="Garamond" panose="02020404030301010803" pitchFamily="18" charset="0"/>
              </a:rPr>
              <a:t>External Account</a:t>
            </a:r>
          </a:p>
        </p:txBody>
      </p:sp>
      <p:sp>
        <p:nvSpPr>
          <p:cNvPr id="31" name="TextBox 30">
            <a:extLst>
              <a:ext uri="{FF2B5EF4-FFF2-40B4-BE49-F238E27FC236}">
                <a16:creationId xmlns:a16="http://schemas.microsoft.com/office/drawing/2014/main" id="{1A08B5A0-AEE2-2D15-CF9F-86C1B15EB2F7}"/>
              </a:ext>
            </a:extLst>
          </p:cNvPr>
          <p:cNvSpPr txBox="1"/>
          <p:nvPr/>
        </p:nvSpPr>
        <p:spPr>
          <a:xfrm flipH="1">
            <a:off x="8479530" y="1967015"/>
            <a:ext cx="1288518" cy="246221"/>
          </a:xfrm>
          <a:prstGeom prst="rect">
            <a:avLst/>
          </a:prstGeom>
          <a:noFill/>
        </p:spPr>
        <p:txBody>
          <a:bodyPr wrap="square" rtlCol="0">
            <a:spAutoFit/>
          </a:bodyPr>
          <a:lstStyle/>
          <a:p>
            <a:r>
              <a:rPr lang="en-US" sz="1000" dirty="0">
                <a:solidFill>
                  <a:srgbClr val="00B050"/>
                </a:solidFill>
                <a:latin typeface="Garamond" panose="02020404030301010803" pitchFamily="18" charset="0"/>
              </a:rPr>
              <a:t>External Account</a:t>
            </a:r>
          </a:p>
        </p:txBody>
      </p:sp>
      <p:sp>
        <p:nvSpPr>
          <p:cNvPr id="33" name="TextBox 32">
            <a:extLst>
              <a:ext uri="{FF2B5EF4-FFF2-40B4-BE49-F238E27FC236}">
                <a16:creationId xmlns:a16="http://schemas.microsoft.com/office/drawing/2014/main" id="{780A7464-2B9C-8190-0A8C-CD95C2BBAC76}"/>
              </a:ext>
            </a:extLst>
          </p:cNvPr>
          <p:cNvSpPr txBox="1"/>
          <p:nvPr/>
        </p:nvSpPr>
        <p:spPr>
          <a:xfrm>
            <a:off x="303276" y="5720831"/>
            <a:ext cx="10047732" cy="461665"/>
          </a:xfrm>
          <a:prstGeom prst="rect">
            <a:avLst/>
          </a:prstGeom>
          <a:noFill/>
        </p:spPr>
        <p:txBody>
          <a:bodyPr wrap="square">
            <a:spAutoFit/>
          </a:bodyPr>
          <a:lstStyle/>
          <a:p>
            <a:r>
              <a:rPr lang="en-US" sz="1200" dirty="0"/>
              <a:t>A's </a:t>
            </a:r>
            <a:r>
              <a:rPr lang="en-US" sz="1200" b="1" dirty="0"/>
              <a:t>External LB = </a:t>
            </a:r>
            <a:r>
              <a:rPr lang="en-US" sz="1200" dirty="0"/>
              <a:t>Number of members’ V under him x {Total CV from all V x 6%} </a:t>
            </a:r>
            <a:r>
              <a:rPr lang="en-US" sz="1200" dirty="0">
                <a:sym typeface="Wingdings" panose="05000000000000000000" pitchFamily="2" charset="2"/>
              </a:rPr>
              <a:t> Note: Not including A’s V </a:t>
            </a:r>
            <a:r>
              <a:rPr lang="en-US" sz="1200" dirty="0"/>
              <a:t>+ {External Internal LB </a:t>
            </a:r>
            <a:r>
              <a:rPr lang="en-US" sz="1200" dirty="0">
                <a:latin typeface="Garamond" panose="02020404030301010803" pitchFamily="18" charset="0"/>
              </a:rPr>
              <a:t>L1, L2, L3, L4 all the 5 internal accounts : V1 + V2 + V3 + V4} x 6% + L5’s 3 internal accounts x 6% + L6’s 2 accounts + L7’s 1 account + L8’s 0 account </a:t>
            </a:r>
            <a:r>
              <a:rPr lang="en-US" sz="1200" dirty="0"/>
              <a:t>} x 6%</a:t>
            </a:r>
          </a:p>
        </p:txBody>
      </p:sp>
      <p:sp>
        <p:nvSpPr>
          <p:cNvPr id="35" name="TextBox 34">
            <a:extLst>
              <a:ext uri="{FF2B5EF4-FFF2-40B4-BE49-F238E27FC236}">
                <a16:creationId xmlns:a16="http://schemas.microsoft.com/office/drawing/2014/main" id="{194E6077-BF50-6F42-BBC6-ACBDFA3EF9DE}"/>
              </a:ext>
            </a:extLst>
          </p:cNvPr>
          <p:cNvSpPr txBox="1"/>
          <p:nvPr/>
        </p:nvSpPr>
        <p:spPr>
          <a:xfrm>
            <a:off x="303276" y="6117555"/>
            <a:ext cx="11585448" cy="276999"/>
          </a:xfrm>
          <a:prstGeom prst="rect">
            <a:avLst/>
          </a:prstGeom>
          <a:noFill/>
        </p:spPr>
        <p:txBody>
          <a:bodyPr wrap="square">
            <a:spAutoFit/>
          </a:bodyPr>
          <a:lstStyle/>
          <a:p>
            <a:r>
              <a:rPr lang="en-US" sz="1200" dirty="0"/>
              <a:t>A's </a:t>
            </a:r>
            <a:r>
              <a:rPr lang="en-US" sz="1200" b="1" dirty="0"/>
              <a:t>Internal LB = </a:t>
            </a:r>
            <a:r>
              <a:rPr lang="en-US" sz="1200" dirty="0"/>
              <a:t>{V1 + V2 + V3 + V4} x 6%</a:t>
            </a:r>
          </a:p>
        </p:txBody>
      </p:sp>
      <p:sp>
        <p:nvSpPr>
          <p:cNvPr id="36" name="TextBox 35">
            <a:extLst>
              <a:ext uri="{FF2B5EF4-FFF2-40B4-BE49-F238E27FC236}">
                <a16:creationId xmlns:a16="http://schemas.microsoft.com/office/drawing/2014/main" id="{A115AC65-A3A9-7E1E-EAB4-464132EB54E5}"/>
              </a:ext>
            </a:extLst>
          </p:cNvPr>
          <p:cNvSpPr txBox="1"/>
          <p:nvPr/>
        </p:nvSpPr>
        <p:spPr>
          <a:xfrm>
            <a:off x="303276" y="6394554"/>
            <a:ext cx="6094476" cy="276999"/>
          </a:xfrm>
          <a:prstGeom prst="rect">
            <a:avLst/>
          </a:prstGeom>
          <a:noFill/>
        </p:spPr>
        <p:txBody>
          <a:bodyPr wrap="square">
            <a:spAutoFit/>
          </a:bodyPr>
          <a:lstStyle/>
          <a:p>
            <a:r>
              <a:rPr lang="en-US" sz="1200" dirty="0"/>
              <a:t>Therefore A’s</a:t>
            </a:r>
            <a:r>
              <a:rPr lang="en-US" sz="1200" b="1" dirty="0"/>
              <a:t> Total LB = </a:t>
            </a:r>
            <a:r>
              <a:rPr lang="en-US" sz="1200" dirty="0">
                <a:latin typeface="Garamond" panose="02020404030301010803" pitchFamily="18" charset="0"/>
              </a:rPr>
              <a:t>A's External LB </a:t>
            </a:r>
            <a:r>
              <a:rPr lang="en-US" sz="1200" b="1" dirty="0">
                <a:latin typeface="Garamond" panose="02020404030301010803" pitchFamily="18" charset="0"/>
              </a:rPr>
              <a:t>+ </a:t>
            </a:r>
            <a:r>
              <a:rPr lang="en-US" sz="1200" dirty="0">
                <a:latin typeface="Garamond" panose="02020404030301010803" pitchFamily="18" charset="0"/>
              </a:rPr>
              <a:t>A's Internal LB </a:t>
            </a:r>
          </a:p>
        </p:txBody>
      </p:sp>
    </p:spTree>
    <p:extLst>
      <p:ext uri="{BB962C8B-B14F-4D97-AF65-F5344CB8AC3E}">
        <p14:creationId xmlns:p14="http://schemas.microsoft.com/office/powerpoint/2010/main" val="3031677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 name="Group 429">
            <a:extLst>
              <a:ext uri="{FF2B5EF4-FFF2-40B4-BE49-F238E27FC236}">
                <a16:creationId xmlns:a16="http://schemas.microsoft.com/office/drawing/2014/main" id="{36836CCC-0213-0EDD-04B1-21A67ECE99F9}"/>
              </a:ext>
            </a:extLst>
          </p:cNvPr>
          <p:cNvGrpSpPr/>
          <p:nvPr/>
        </p:nvGrpSpPr>
        <p:grpSpPr>
          <a:xfrm>
            <a:off x="6705696" y="1024481"/>
            <a:ext cx="2480929" cy="2242465"/>
            <a:chOff x="6705696" y="1024481"/>
            <a:chExt cx="2480929" cy="2242465"/>
          </a:xfrm>
        </p:grpSpPr>
        <p:sp>
          <p:nvSpPr>
            <p:cNvPr id="325" name="Oval 324">
              <a:extLst>
                <a:ext uri="{FF2B5EF4-FFF2-40B4-BE49-F238E27FC236}">
                  <a16:creationId xmlns:a16="http://schemas.microsoft.com/office/drawing/2014/main" id="{2E88B8E1-C3B6-3C0E-998F-09A552CCCF2A}"/>
                </a:ext>
              </a:extLst>
            </p:cNvPr>
            <p:cNvSpPr/>
            <p:nvPr/>
          </p:nvSpPr>
          <p:spPr>
            <a:xfrm>
              <a:off x="7011242" y="2209995"/>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7" name="Oval 326">
              <a:extLst>
                <a:ext uri="{FF2B5EF4-FFF2-40B4-BE49-F238E27FC236}">
                  <a16:creationId xmlns:a16="http://schemas.microsoft.com/office/drawing/2014/main" id="{0CBECE1A-C005-6BC9-09B8-0F769A82A1B4}"/>
                </a:ext>
              </a:extLst>
            </p:cNvPr>
            <p:cNvSpPr/>
            <p:nvPr/>
          </p:nvSpPr>
          <p:spPr>
            <a:xfrm>
              <a:off x="6705696" y="2605229"/>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9" name="Oval 328">
              <a:extLst>
                <a:ext uri="{FF2B5EF4-FFF2-40B4-BE49-F238E27FC236}">
                  <a16:creationId xmlns:a16="http://schemas.microsoft.com/office/drawing/2014/main" id="{3B16C6DE-F086-569C-2A0B-9E2FEC34D3CD}"/>
                </a:ext>
              </a:extLst>
            </p:cNvPr>
            <p:cNvSpPr/>
            <p:nvPr/>
          </p:nvSpPr>
          <p:spPr>
            <a:xfrm>
              <a:off x="7082744" y="2616256"/>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30" name="Oval 329">
              <a:extLst>
                <a:ext uri="{FF2B5EF4-FFF2-40B4-BE49-F238E27FC236}">
                  <a16:creationId xmlns:a16="http://schemas.microsoft.com/office/drawing/2014/main" id="{2868630A-D91B-5DCB-0BDF-BF87D1EF1A67}"/>
                </a:ext>
              </a:extLst>
            </p:cNvPr>
            <p:cNvSpPr/>
            <p:nvPr/>
          </p:nvSpPr>
          <p:spPr>
            <a:xfrm>
              <a:off x="6894220" y="2610742"/>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32" name="Oval 331">
              <a:extLst>
                <a:ext uri="{FF2B5EF4-FFF2-40B4-BE49-F238E27FC236}">
                  <a16:creationId xmlns:a16="http://schemas.microsoft.com/office/drawing/2014/main" id="{A8D6A2DA-C7F2-61CE-4274-FB26731B7769}"/>
                </a:ext>
              </a:extLst>
            </p:cNvPr>
            <p:cNvSpPr/>
            <p:nvPr/>
          </p:nvSpPr>
          <p:spPr>
            <a:xfrm>
              <a:off x="7270247" y="2610743"/>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42" name="Oval 341">
              <a:extLst>
                <a:ext uri="{FF2B5EF4-FFF2-40B4-BE49-F238E27FC236}">
                  <a16:creationId xmlns:a16="http://schemas.microsoft.com/office/drawing/2014/main" id="{BBB3C473-5F3D-0A78-D406-B3054ADE8FF4}"/>
                </a:ext>
              </a:extLst>
            </p:cNvPr>
            <p:cNvSpPr/>
            <p:nvPr/>
          </p:nvSpPr>
          <p:spPr>
            <a:xfrm>
              <a:off x="7848845" y="1847710"/>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3" name="Oval 342">
              <a:extLst>
                <a:ext uri="{FF2B5EF4-FFF2-40B4-BE49-F238E27FC236}">
                  <a16:creationId xmlns:a16="http://schemas.microsoft.com/office/drawing/2014/main" id="{463CCCFD-ADE8-01B0-1004-934FA0F6DA76}"/>
                </a:ext>
              </a:extLst>
            </p:cNvPr>
            <p:cNvSpPr/>
            <p:nvPr/>
          </p:nvSpPr>
          <p:spPr>
            <a:xfrm>
              <a:off x="8386642" y="1493196"/>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4" name="Oval 343">
              <a:extLst>
                <a:ext uri="{FF2B5EF4-FFF2-40B4-BE49-F238E27FC236}">
                  <a16:creationId xmlns:a16="http://schemas.microsoft.com/office/drawing/2014/main" id="{D2141A0D-2EF4-4ED6-08DC-AA665E4522A1}"/>
                </a:ext>
              </a:extLst>
            </p:cNvPr>
            <p:cNvSpPr/>
            <p:nvPr/>
          </p:nvSpPr>
          <p:spPr>
            <a:xfrm>
              <a:off x="7579179" y="2209997"/>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5" name="Oval 344">
              <a:extLst>
                <a:ext uri="{FF2B5EF4-FFF2-40B4-BE49-F238E27FC236}">
                  <a16:creationId xmlns:a16="http://schemas.microsoft.com/office/drawing/2014/main" id="{D7BD56E1-4F5C-5740-78BE-68EF55171BEF}"/>
                </a:ext>
              </a:extLst>
            </p:cNvPr>
            <p:cNvSpPr/>
            <p:nvPr/>
          </p:nvSpPr>
          <p:spPr>
            <a:xfrm>
              <a:off x="7937407" y="2209995"/>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6" name="Oval 345">
              <a:extLst>
                <a:ext uri="{FF2B5EF4-FFF2-40B4-BE49-F238E27FC236}">
                  <a16:creationId xmlns:a16="http://schemas.microsoft.com/office/drawing/2014/main" id="{7ABD9851-A850-AFAD-B04F-1A4028918F99}"/>
                </a:ext>
              </a:extLst>
            </p:cNvPr>
            <p:cNvSpPr/>
            <p:nvPr/>
          </p:nvSpPr>
          <p:spPr>
            <a:xfrm>
              <a:off x="8116521" y="2209995"/>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7" name="Oval 346">
              <a:extLst>
                <a:ext uri="{FF2B5EF4-FFF2-40B4-BE49-F238E27FC236}">
                  <a16:creationId xmlns:a16="http://schemas.microsoft.com/office/drawing/2014/main" id="{270BE216-6B0B-CA4B-694E-089A9ACB2545}"/>
                </a:ext>
              </a:extLst>
            </p:cNvPr>
            <p:cNvSpPr/>
            <p:nvPr/>
          </p:nvSpPr>
          <p:spPr>
            <a:xfrm>
              <a:off x="7758293" y="2209996"/>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1" name="Oval 350">
              <a:extLst>
                <a:ext uri="{FF2B5EF4-FFF2-40B4-BE49-F238E27FC236}">
                  <a16:creationId xmlns:a16="http://schemas.microsoft.com/office/drawing/2014/main" id="{209D285C-26F7-4EA7-AAC6-1768C70FE5AF}"/>
                </a:ext>
              </a:extLst>
            </p:cNvPr>
            <p:cNvSpPr/>
            <p:nvPr/>
          </p:nvSpPr>
          <p:spPr>
            <a:xfrm>
              <a:off x="8119287" y="1847710"/>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52" name="Straight Connector 351">
              <a:extLst>
                <a:ext uri="{FF2B5EF4-FFF2-40B4-BE49-F238E27FC236}">
                  <a16:creationId xmlns:a16="http://schemas.microsoft.com/office/drawing/2014/main" id="{FE176783-6297-1971-402E-A545D2D8582F}"/>
                </a:ext>
              </a:extLst>
            </p:cNvPr>
            <p:cNvCxnSpPr>
              <a:cxnSpLocks/>
            </p:cNvCxnSpPr>
            <p:nvPr/>
          </p:nvCxnSpPr>
          <p:spPr>
            <a:xfrm>
              <a:off x="8451881" y="1735953"/>
              <a:ext cx="0" cy="12822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53" name="Oval 352">
              <a:extLst>
                <a:ext uri="{FF2B5EF4-FFF2-40B4-BE49-F238E27FC236}">
                  <a16:creationId xmlns:a16="http://schemas.microsoft.com/office/drawing/2014/main" id="{C4021601-FB28-45D9-ED05-08F2C70B36C3}"/>
                </a:ext>
              </a:extLst>
            </p:cNvPr>
            <p:cNvSpPr/>
            <p:nvPr/>
          </p:nvSpPr>
          <p:spPr>
            <a:xfrm>
              <a:off x="8389729" y="1847710"/>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59" name="Straight Connector 358">
              <a:extLst>
                <a:ext uri="{FF2B5EF4-FFF2-40B4-BE49-F238E27FC236}">
                  <a16:creationId xmlns:a16="http://schemas.microsoft.com/office/drawing/2014/main" id="{B2CF1709-F368-51F7-84D4-32F25A43F5FE}"/>
                </a:ext>
              </a:extLst>
            </p:cNvPr>
            <p:cNvCxnSpPr>
              <a:cxnSpLocks/>
              <a:stCxn id="342" idx="4"/>
            </p:cNvCxnSpPr>
            <p:nvPr/>
          </p:nvCxnSpPr>
          <p:spPr>
            <a:xfrm>
              <a:off x="7911346" y="2092909"/>
              <a:ext cx="258675" cy="11708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1" name="Straight Connector 360">
              <a:extLst>
                <a:ext uri="{FF2B5EF4-FFF2-40B4-BE49-F238E27FC236}">
                  <a16:creationId xmlns:a16="http://schemas.microsoft.com/office/drawing/2014/main" id="{2537B8E2-A2C1-9EE0-2A1F-27D963D42AE3}"/>
                </a:ext>
              </a:extLst>
            </p:cNvPr>
            <p:cNvCxnSpPr>
              <a:cxnSpLocks/>
              <a:stCxn id="344" idx="0"/>
              <a:endCxn id="342" idx="4"/>
            </p:cNvCxnSpPr>
            <p:nvPr/>
          </p:nvCxnSpPr>
          <p:spPr>
            <a:xfrm flipV="1">
              <a:off x="7641680" y="2092909"/>
              <a:ext cx="269666" cy="1170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64" name="TextBox 363">
              <a:extLst>
                <a:ext uri="{FF2B5EF4-FFF2-40B4-BE49-F238E27FC236}">
                  <a16:creationId xmlns:a16="http://schemas.microsoft.com/office/drawing/2014/main" id="{CA993F83-B2D9-41A8-7C5E-25AE48143310}"/>
                </a:ext>
              </a:extLst>
            </p:cNvPr>
            <p:cNvSpPr txBox="1"/>
            <p:nvPr/>
          </p:nvSpPr>
          <p:spPr>
            <a:xfrm>
              <a:off x="8314997" y="1493196"/>
              <a:ext cx="276038" cy="276999"/>
            </a:xfrm>
            <a:prstGeom prst="rect">
              <a:avLst/>
            </a:prstGeom>
            <a:noFill/>
          </p:spPr>
          <p:txBody>
            <a:bodyPr wrap="none" rtlCol="0">
              <a:spAutoFit/>
            </a:bodyPr>
            <a:lstStyle/>
            <a:p>
              <a:r>
                <a:rPr lang="en-US" sz="1200" dirty="0"/>
                <a:t>A</a:t>
              </a:r>
            </a:p>
          </p:txBody>
        </p:sp>
        <p:sp>
          <p:nvSpPr>
            <p:cNvPr id="365" name="TextBox 364">
              <a:extLst>
                <a:ext uri="{FF2B5EF4-FFF2-40B4-BE49-F238E27FC236}">
                  <a16:creationId xmlns:a16="http://schemas.microsoft.com/office/drawing/2014/main" id="{1F97CD85-8790-265D-B408-F27F7420CBF3}"/>
                </a:ext>
              </a:extLst>
            </p:cNvPr>
            <p:cNvSpPr txBox="1"/>
            <p:nvPr/>
          </p:nvSpPr>
          <p:spPr>
            <a:xfrm>
              <a:off x="7775692" y="1831809"/>
              <a:ext cx="277640" cy="276999"/>
            </a:xfrm>
            <a:prstGeom prst="rect">
              <a:avLst/>
            </a:prstGeom>
            <a:noFill/>
          </p:spPr>
          <p:txBody>
            <a:bodyPr wrap="none" rtlCol="0">
              <a:spAutoFit/>
            </a:bodyPr>
            <a:lstStyle/>
            <a:p>
              <a:r>
                <a:rPr lang="en-US" sz="1200" dirty="0"/>
                <a:t>B</a:t>
              </a:r>
            </a:p>
          </p:txBody>
        </p:sp>
        <p:sp>
          <p:nvSpPr>
            <p:cNvPr id="366" name="TextBox 365">
              <a:extLst>
                <a:ext uri="{FF2B5EF4-FFF2-40B4-BE49-F238E27FC236}">
                  <a16:creationId xmlns:a16="http://schemas.microsoft.com/office/drawing/2014/main" id="{5839B32F-4A02-510D-CF16-25D03BD5DB92}"/>
                </a:ext>
              </a:extLst>
            </p:cNvPr>
            <p:cNvSpPr txBox="1"/>
            <p:nvPr/>
          </p:nvSpPr>
          <p:spPr>
            <a:xfrm>
              <a:off x="6932803" y="2209104"/>
              <a:ext cx="290464" cy="276999"/>
            </a:xfrm>
            <a:prstGeom prst="rect">
              <a:avLst/>
            </a:prstGeom>
            <a:noFill/>
          </p:spPr>
          <p:txBody>
            <a:bodyPr wrap="none" rtlCol="0">
              <a:spAutoFit/>
            </a:bodyPr>
            <a:lstStyle/>
            <a:p>
              <a:r>
                <a:rPr lang="en-US" sz="1200" dirty="0"/>
                <a:t>C</a:t>
              </a:r>
            </a:p>
          </p:txBody>
        </p:sp>
        <p:cxnSp>
          <p:nvCxnSpPr>
            <p:cNvPr id="374" name="Straight Connector 373">
              <a:extLst>
                <a:ext uri="{FF2B5EF4-FFF2-40B4-BE49-F238E27FC236}">
                  <a16:creationId xmlns:a16="http://schemas.microsoft.com/office/drawing/2014/main" id="{FE3F5499-7EFE-550F-DA2B-5FE71DBB222E}"/>
                </a:ext>
              </a:extLst>
            </p:cNvPr>
            <p:cNvCxnSpPr>
              <a:cxnSpLocks/>
              <a:stCxn id="327" idx="0"/>
            </p:cNvCxnSpPr>
            <p:nvPr/>
          </p:nvCxnSpPr>
          <p:spPr>
            <a:xfrm flipV="1">
              <a:off x="6768197" y="2471021"/>
              <a:ext cx="311900" cy="13420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76" name="Oval 375">
              <a:extLst>
                <a:ext uri="{FF2B5EF4-FFF2-40B4-BE49-F238E27FC236}">
                  <a16:creationId xmlns:a16="http://schemas.microsoft.com/office/drawing/2014/main" id="{0A572813-E4E8-A2B0-0638-14F9B12715F1}"/>
                </a:ext>
              </a:extLst>
            </p:cNvPr>
            <p:cNvSpPr/>
            <p:nvPr/>
          </p:nvSpPr>
          <p:spPr>
            <a:xfrm>
              <a:off x="8657036" y="1845090"/>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7" name="Oval 376">
              <a:extLst>
                <a:ext uri="{FF2B5EF4-FFF2-40B4-BE49-F238E27FC236}">
                  <a16:creationId xmlns:a16="http://schemas.microsoft.com/office/drawing/2014/main" id="{699A497C-ED64-9F48-04A6-1D8DF58C8A63}"/>
                </a:ext>
              </a:extLst>
            </p:cNvPr>
            <p:cNvSpPr/>
            <p:nvPr/>
          </p:nvSpPr>
          <p:spPr>
            <a:xfrm>
              <a:off x="8924343" y="1845090"/>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2" name="Oval 381">
              <a:extLst>
                <a:ext uri="{FF2B5EF4-FFF2-40B4-BE49-F238E27FC236}">
                  <a16:creationId xmlns:a16="http://schemas.microsoft.com/office/drawing/2014/main" id="{C7934AD9-B470-09DA-8189-2CCAA8899A8B}"/>
                </a:ext>
              </a:extLst>
            </p:cNvPr>
            <p:cNvSpPr/>
            <p:nvPr/>
          </p:nvSpPr>
          <p:spPr>
            <a:xfrm>
              <a:off x="7382675" y="2209995"/>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3" name="Oval 382">
              <a:extLst>
                <a:ext uri="{FF2B5EF4-FFF2-40B4-BE49-F238E27FC236}">
                  <a16:creationId xmlns:a16="http://schemas.microsoft.com/office/drawing/2014/main" id="{9DF96FB4-CE48-5191-51F4-97D130899202}"/>
                </a:ext>
              </a:extLst>
            </p:cNvPr>
            <p:cNvSpPr/>
            <p:nvPr/>
          </p:nvSpPr>
          <p:spPr>
            <a:xfrm>
              <a:off x="7207746" y="2212734"/>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94" name="Straight Connector 393">
              <a:extLst>
                <a:ext uri="{FF2B5EF4-FFF2-40B4-BE49-F238E27FC236}">
                  <a16:creationId xmlns:a16="http://schemas.microsoft.com/office/drawing/2014/main" id="{52A713CC-F83F-F020-58AD-4F87BCAEC462}"/>
                </a:ext>
              </a:extLst>
            </p:cNvPr>
            <p:cNvCxnSpPr>
              <a:stCxn id="364" idx="2"/>
              <a:endCxn id="351" idx="0"/>
            </p:cNvCxnSpPr>
            <p:nvPr/>
          </p:nvCxnSpPr>
          <p:spPr>
            <a:xfrm flipH="1">
              <a:off x="8181788" y="1770195"/>
              <a:ext cx="271228" cy="7751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6" name="Straight Connector 395">
              <a:extLst>
                <a:ext uri="{FF2B5EF4-FFF2-40B4-BE49-F238E27FC236}">
                  <a16:creationId xmlns:a16="http://schemas.microsoft.com/office/drawing/2014/main" id="{B6DFA00B-48E1-ED0C-253C-95D3130ECEDE}"/>
                </a:ext>
              </a:extLst>
            </p:cNvPr>
            <p:cNvCxnSpPr>
              <a:stCxn id="364" idx="2"/>
              <a:endCxn id="365" idx="0"/>
            </p:cNvCxnSpPr>
            <p:nvPr/>
          </p:nvCxnSpPr>
          <p:spPr>
            <a:xfrm flipH="1">
              <a:off x="7914512" y="1770195"/>
              <a:ext cx="538504" cy="616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8" name="Straight Connector 397">
              <a:extLst>
                <a:ext uri="{FF2B5EF4-FFF2-40B4-BE49-F238E27FC236}">
                  <a16:creationId xmlns:a16="http://schemas.microsoft.com/office/drawing/2014/main" id="{A05F81BA-85D4-9922-189E-4FE0BBB5B3E3}"/>
                </a:ext>
              </a:extLst>
            </p:cNvPr>
            <p:cNvCxnSpPr>
              <a:stCxn id="364" idx="2"/>
              <a:endCxn id="376" idx="0"/>
            </p:cNvCxnSpPr>
            <p:nvPr/>
          </p:nvCxnSpPr>
          <p:spPr>
            <a:xfrm>
              <a:off x="8453016" y="1770195"/>
              <a:ext cx="266521" cy="7489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0" name="Straight Connector 399">
              <a:extLst>
                <a:ext uri="{FF2B5EF4-FFF2-40B4-BE49-F238E27FC236}">
                  <a16:creationId xmlns:a16="http://schemas.microsoft.com/office/drawing/2014/main" id="{E343AE93-66F0-2C43-3EBD-1FFA828E27C4}"/>
                </a:ext>
              </a:extLst>
            </p:cNvPr>
            <p:cNvCxnSpPr>
              <a:stCxn id="364" idx="2"/>
              <a:endCxn id="377" idx="0"/>
            </p:cNvCxnSpPr>
            <p:nvPr/>
          </p:nvCxnSpPr>
          <p:spPr>
            <a:xfrm>
              <a:off x="8453016" y="1770195"/>
              <a:ext cx="533828" cy="7489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B502CC8B-9357-75B4-458B-365D11AAE291}"/>
                </a:ext>
              </a:extLst>
            </p:cNvPr>
            <p:cNvCxnSpPr>
              <a:cxnSpLocks/>
              <a:stCxn id="365" idx="2"/>
            </p:cNvCxnSpPr>
            <p:nvPr/>
          </p:nvCxnSpPr>
          <p:spPr>
            <a:xfrm flipH="1">
              <a:off x="7067786" y="2108808"/>
              <a:ext cx="846726" cy="10671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7DC83FB8-1C53-1107-CF1B-3357688D5422}"/>
                </a:ext>
              </a:extLst>
            </p:cNvPr>
            <p:cNvCxnSpPr>
              <a:cxnSpLocks/>
              <a:stCxn id="365" idx="2"/>
            </p:cNvCxnSpPr>
            <p:nvPr/>
          </p:nvCxnSpPr>
          <p:spPr>
            <a:xfrm flipH="1">
              <a:off x="7277880" y="2108808"/>
              <a:ext cx="636632" cy="10633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4" name="Straight Connector 413">
              <a:extLst>
                <a:ext uri="{FF2B5EF4-FFF2-40B4-BE49-F238E27FC236}">
                  <a16:creationId xmlns:a16="http://schemas.microsoft.com/office/drawing/2014/main" id="{4E8DE78E-5D02-A02A-144A-A5E3F44E0C9D}"/>
                </a:ext>
              </a:extLst>
            </p:cNvPr>
            <p:cNvCxnSpPr>
              <a:stCxn id="365" idx="2"/>
              <a:endCxn id="347" idx="0"/>
            </p:cNvCxnSpPr>
            <p:nvPr/>
          </p:nvCxnSpPr>
          <p:spPr>
            <a:xfrm flipH="1">
              <a:off x="7820794" y="2108808"/>
              <a:ext cx="93718" cy="1011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6" name="Straight Connector 415">
              <a:extLst>
                <a:ext uri="{FF2B5EF4-FFF2-40B4-BE49-F238E27FC236}">
                  <a16:creationId xmlns:a16="http://schemas.microsoft.com/office/drawing/2014/main" id="{0276AFBE-A9AE-E807-B2D7-03CBB23CE55F}"/>
                </a:ext>
              </a:extLst>
            </p:cNvPr>
            <p:cNvCxnSpPr>
              <a:stCxn id="365" idx="2"/>
              <a:endCxn id="345" idx="0"/>
            </p:cNvCxnSpPr>
            <p:nvPr/>
          </p:nvCxnSpPr>
          <p:spPr>
            <a:xfrm>
              <a:off x="7914512" y="2108808"/>
              <a:ext cx="85396" cy="10118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0" name="Straight Connector 419">
              <a:extLst>
                <a:ext uri="{FF2B5EF4-FFF2-40B4-BE49-F238E27FC236}">
                  <a16:creationId xmlns:a16="http://schemas.microsoft.com/office/drawing/2014/main" id="{E3F25217-16D6-1B41-6103-6C067AB5D974}"/>
                </a:ext>
              </a:extLst>
            </p:cNvPr>
            <p:cNvCxnSpPr>
              <a:stCxn id="366" idx="2"/>
              <a:endCxn id="330" idx="0"/>
            </p:cNvCxnSpPr>
            <p:nvPr/>
          </p:nvCxnSpPr>
          <p:spPr>
            <a:xfrm flipH="1">
              <a:off x="6956721" y="2486103"/>
              <a:ext cx="121314" cy="124639"/>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2" name="Straight Connector 421">
              <a:extLst>
                <a:ext uri="{FF2B5EF4-FFF2-40B4-BE49-F238E27FC236}">
                  <a16:creationId xmlns:a16="http://schemas.microsoft.com/office/drawing/2014/main" id="{7DDBA5E7-EB96-534D-5442-6647E8080455}"/>
                </a:ext>
              </a:extLst>
            </p:cNvPr>
            <p:cNvCxnSpPr>
              <a:stCxn id="366" idx="2"/>
              <a:endCxn id="329" idx="0"/>
            </p:cNvCxnSpPr>
            <p:nvPr/>
          </p:nvCxnSpPr>
          <p:spPr>
            <a:xfrm>
              <a:off x="7078035" y="2486103"/>
              <a:ext cx="67210" cy="13015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4" name="Straight Connector 423">
              <a:extLst>
                <a:ext uri="{FF2B5EF4-FFF2-40B4-BE49-F238E27FC236}">
                  <a16:creationId xmlns:a16="http://schemas.microsoft.com/office/drawing/2014/main" id="{18FA71C1-F3B6-3E0E-36C0-983D37715780}"/>
                </a:ext>
              </a:extLst>
            </p:cNvPr>
            <p:cNvCxnSpPr>
              <a:stCxn id="366" idx="2"/>
              <a:endCxn id="332" idx="0"/>
            </p:cNvCxnSpPr>
            <p:nvPr/>
          </p:nvCxnSpPr>
          <p:spPr>
            <a:xfrm>
              <a:off x="7078035" y="2486103"/>
              <a:ext cx="254713" cy="12464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426" name="TextBox 425">
              <a:extLst>
                <a:ext uri="{FF2B5EF4-FFF2-40B4-BE49-F238E27FC236}">
                  <a16:creationId xmlns:a16="http://schemas.microsoft.com/office/drawing/2014/main" id="{AE5468DD-FC63-FB1C-1167-22F760ED6432}"/>
                </a:ext>
              </a:extLst>
            </p:cNvPr>
            <p:cNvSpPr txBox="1"/>
            <p:nvPr/>
          </p:nvSpPr>
          <p:spPr>
            <a:xfrm>
              <a:off x="7539785" y="2897614"/>
              <a:ext cx="1550424" cy="369332"/>
            </a:xfrm>
            <a:prstGeom prst="rect">
              <a:avLst/>
            </a:prstGeom>
            <a:noFill/>
          </p:spPr>
          <p:txBody>
            <a:bodyPr wrap="none" rtlCol="0">
              <a:spAutoFit/>
            </a:bodyPr>
            <a:lstStyle/>
            <a:p>
              <a:pPr algn="ctr"/>
              <a:r>
                <a:rPr lang="en-US" dirty="0">
                  <a:latin typeface="Garamond" panose="02020404030301010803" pitchFamily="18" charset="0"/>
                </a:rPr>
                <a:t>Direct Sponsor</a:t>
              </a:r>
            </a:p>
          </p:txBody>
        </p:sp>
        <p:sp>
          <p:nvSpPr>
            <p:cNvPr id="427" name="TextBox 426">
              <a:extLst>
                <a:ext uri="{FF2B5EF4-FFF2-40B4-BE49-F238E27FC236}">
                  <a16:creationId xmlns:a16="http://schemas.microsoft.com/office/drawing/2014/main" id="{A774F50F-5A3A-91C7-A518-94017835E91A}"/>
                </a:ext>
              </a:extLst>
            </p:cNvPr>
            <p:cNvSpPr txBox="1"/>
            <p:nvPr/>
          </p:nvSpPr>
          <p:spPr>
            <a:xfrm>
              <a:off x="7613373" y="1024481"/>
              <a:ext cx="1573252" cy="369332"/>
            </a:xfrm>
            <a:prstGeom prst="rect">
              <a:avLst/>
            </a:prstGeom>
            <a:noFill/>
          </p:spPr>
          <p:txBody>
            <a:bodyPr wrap="none" rtlCol="0">
              <a:spAutoFit/>
            </a:bodyPr>
            <a:lstStyle/>
            <a:p>
              <a:pPr algn="ctr"/>
              <a:r>
                <a:rPr lang="en-US" dirty="0">
                  <a:latin typeface="Garamond" panose="02020404030301010803" pitchFamily="18" charset="0"/>
                </a:rPr>
                <a:t>Plan B Unilevel</a:t>
              </a:r>
            </a:p>
          </p:txBody>
        </p:sp>
      </p:grpSp>
      <p:grpSp>
        <p:nvGrpSpPr>
          <p:cNvPr id="429" name="Group 428">
            <a:extLst>
              <a:ext uri="{FF2B5EF4-FFF2-40B4-BE49-F238E27FC236}">
                <a16:creationId xmlns:a16="http://schemas.microsoft.com/office/drawing/2014/main" id="{6B43E1D5-E65C-CE91-497F-F0C6FFA450CD}"/>
              </a:ext>
            </a:extLst>
          </p:cNvPr>
          <p:cNvGrpSpPr/>
          <p:nvPr/>
        </p:nvGrpSpPr>
        <p:grpSpPr>
          <a:xfrm>
            <a:off x="1994945" y="1023357"/>
            <a:ext cx="2598992" cy="3406760"/>
            <a:chOff x="1994945" y="1023357"/>
            <a:chExt cx="2598992" cy="3406760"/>
          </a:xfrm>
        </p:grpSpPr>
        <p:sp>
          <p:nvSpPr>
            <p:cNvPr id="160" name="Oval 159">
              <a:extLst>
                <a:ext uri="{FF2B5EF4-FFF2-40B4-BE49-F238E27FC236}">
                  <a16:creationId xmlns:a16="http://schemas.microsoft.com/office/drawing/2014/main" id="{6D1BB934-DB05-3590-2452-068961AAF0D0}"/>
                </a:ext>
              </a:extLst>
            </p:cNvPr>
            <p:cNvSpPr/>
            <p:nvPr/>
          </p:nvSpPr>
          <p:spPr>
            <a:xfrm>
              <a:off x="3239753" y="2195790"/>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61" name="Oval 160">
              <a:extLst>
                <a:ext uri="{FF2B5EF4-FFF2-40B4-BE49-F238E27FC236}">
                  <a16:creationId xmlns:a16="http://schemas.microsoft.com/office/drawing/2014/main" id="{DBF70B57-CD70-4A4B-65E1-171E829BFAE2}"/>
                </a:ext>
              </a:extLst>
            </p:cNvPr>
            <p:cNvSpPr/>
            <p:nvPr/>
          </p:nvSpPr>
          <p:spPr>
            <a:xfrm>
              <a:off x="2369950" y="2610743"/>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62" name="Straight Connector 161">
              <a:extLst>
                <a:ext uri="{FF2B5EF4-FFF2-40B4-BE49-F238E27FC236}">
                  <a16:creationId xmlns:a16="http://schemas.microsoft.com/office/drawing/2014/main" id="{5665BC2A-F85F-3470-9371-3C55B12DE47B}"/>
                </a:ext>
              </a:extLst>
            </p:cNvPr>
            <p:cNvCxnSpPr/>
            <p:nvPr/>
          </p:nvCxnSpPr>
          <p:spPr>
            <a:xfrm flipH="1">
              <a:off x="2432451" y="2440989"/>
              <a:ext cx="869803" cy="16975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163" name="Oval 162">
              <a:extLst>
                <a:ext uri="{FF2B5EF4-FFF2-40B4-BE49-F238E27FC236}">
                  <a16:creationId xmlns:a16="http://schemas.microsoft.com/office/drawing/2014/main" id="{2E8ADCE3-5B48-672B-6AFC-9FFF5FEBF809}"/>
                </a:ext>
              </a:extLst>
            </p:cNvPr>
            <p:cNvSpPr/>
            <p:nvPr/>
          </p:nvSpPr>
          <p:spPr>
            <a:xfrm>
              <a:off x="4187583" y="2576937"/>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4" name="Oval 163">
              <a:extLst>
                <a:ext uri="{FF2B5EF4-FFF2-40B4-BE49-F238E27FC236}">
                  <a16:creationId xmlns:a16="http://schemas.microsoft.com/office/drawing/2014/main" id="{0D121A5B-0BB4-EBD7-995D-FCB9316C3FE2}"/>
                </a:ext>
              </a:extLst>
            </p:cNvPr>
            <p:cNvSpPr/>
            <p:nvPr/>
          </p:nvSpPr>
          <p:spPr>
            <a:xfrm>
              <a:off x="3239753" y="2573020"/>
              <a:ext cx="125002" cy="245199"/>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nvGrpSpPr>
            <p:cNvPr id="165" name="Group 164">
              <a:extLst>
                <a:ext uri="{FF2B5EF4-FFF2-40B4-BE49-F238E27FC236}">
                  <a16:creationId xmlns:a16="http://schemas.microsoft.com/office/drawing/2014/main" id="{DF47D43C-847C-12A7-29F5-D2621313B1DC}"/>
                </a:ext>
              </a:extLst>
            </p:cNvPr>
            <p:cNvGrpSpPr/>
            <p:nvPr/>
          </p:nvGrpSpPr>
          <p:grpSpPr>
            <a:xfrm>
              <a:off x="2864748" y="2950250"/>
              <a:ext cx="859386" cy="1037383"/>
              <a:chOff x="0" y="0"/>
              <a:chExt cx="1571625" cy="1047751"/>
            </a:xfrm>
          </p:grpSpPr>
          <p:sp>
            <p:nvSpPr>
              <p:cNvPr id="268" name="Oval 267">
                <a:extLst>
                  <a:ext uri="{FF2B5EF4-FFF2-40B4-BE49-F238E27FC236}">
                    <a16:creationId xmlns:a16="http://schemas.microsoft.com/office/drawing/2014/main" id="{7EF850AC-CE09-E464-5646-EA69C23B2AD9}"/>
                  </a:ext>
                </a:extLst>
              </p:cNvPr>
              <p:cNvSpPr/>
              <p:nvPr/>
            </p:nvSpPr>
            <p:spPr>
              <a:xfrm>
                <a:off x="142875" y="9525"/>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9" name="Oval 268">
                <a:extLst>
                  <a:ext uri="{FF2B5EF4-FFF2-40B4-BE49-F238E27FC236}">
                    <a16:creationId xmlns:a16="http://schemas.microsoft.com/office/drawing/2014/main" id="{8D04AF02-38C4-B9CC-BDDC-5D713E6821FF}"/>
                  </a:ext>
                </a:extLst>
              </p:cNvPr>
              <p:cNvSpPr/>
              <p:nvPr/>
            </p:nvSpPr>
            <p:spPr>
              <a:xfrm>
                <a:off x="685800" y="0"/>
                <a:ext cx="228600" cy="247650"/>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0" name="Oval 269">
                <a:extLst>
                  <a:ext uri="{FF2B5EF4-FFF2-40B4-BE49-F238E27FC236}">
                    <a16:creationId xmlns:a16="http://schemas.microsoft.com/office/drawing/2014/main" id="{4152C217-7BC1-1B28-1F24-A2C7A84DF449}"/>
                  </a:ext>
                </a:extLst>
              </p:cNvPr>
              <p:cNvSpPr/>
              <p:nvPr/>
            </p:nvSpPr>
            <p:spPr>
              <a:xfrm>
                <a:off x="1200150"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71" name="Group 270">
                <a:extLst>
                  <a:ext uri="{FF2B5EF4-FFF2-40B4-BE49-F238E27FC236}">
                    <a16:creationId xmlns:a16="http://schemas.microsoft.com/office/drawing/2014/main" id="{D7A52EC2-4E15-A0CB-129A-44AFD1B4A24E}"/>
                  </a:ext>
                </a:extLst>
              </p:cNvPr>
              <p:cNvGrpSpPr/>
              <p:nvPr/>
            </p:nvGrpSpPr>
            <p:grpSpPr>
              <a:xfrm>
                <a:off x="533400" y="276225"/>
                <a:ext cx="514350" cy="771526"/>
                <a:chOff x="0" y="0"/>
                <a:chExt cx="895350" cy="876300"/>
              </a:xfrm>
            </p:grpSpPr>
            <p:grpSp>
              <p:nvGrpSpPr>
                <p:cNvPr id="302" name="Group 301">
                  <a:extLst>
                    <a:ext uri="{FF2B5EF4-FFF2-40B4-BE49-F238E27FC236}">
                      <a16:creationId xmlns:a16="http://schemas.microsoft.com/office/drawing/2014/main" id="{CDD6F14F-D692-7492-4719-812A88E6DCD3}"/>
                    </a:ext>
                  </a:extLst>
                </p:cNvPr>
                <p:cNvGrpSpPr/>
                <p:nvPr/>
              </p:nvGrpSpPr>
              <p:grpSpPr>
                <a:xfrm>
                  <a:off x="0" y="285750"/>
                  <a:ext cx="895350" cy="590550"/>
                  <a:chOff x="0" y="0"/>
                  <a:chExt cx="895350" cy="590550"/>
                </a:xfrm>
              </p:grpSpPr>
              <p:sp>
                <p:nvSpPr>
                  <p:cNvPr id="304" name="Isosceles Triangle 303">
                    <a:extLst>
                      <a:ext uri="{FF2B5EF4-FFF2-40B4-BE49-F238E27FC236}">
                        <a16:creationId xmlns:a16="http://schemas.microsoft.com/office/drawing/2014/main" id="{1DC4424C-1676-7DA2-3117-10B69E4F636F}"/>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5" name="Isosceles Triangle 304">
                    <a:extLst>
                      <a:ext uri="{FF2B5EF4-FFF2-40B4-BE49-F238E27FC236}">
                        <a16:creationId xmlns:a16="http://schemas.microsoft.com/office/drawing/2014/main" id="{D9A5701E-F98F-FC8C-6065-743A83923E8A}"/>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6" name="Isosceles Triangle 305">
                    <a:extLst>
                      <a:ext uri="{FF2B5EF4-FFF2-40B4-BE49-F238E27FC236}">
                        <a16:creationId xmlns:a16="http://schemas.microsoft.com/office/drawing/2014/main" id="{3D0324BA-7CC5-18A7-392C-A280EF8EDD59}"/>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7" name="Isosceles Triangle 306">
                    <a:extLst>
                      <a:ext uri="{FF2B5EF4-FFF2-40B4-BE49-F238E27FC236}">
                        <a16:creationId xmlns:a16="http://schemas.microsoft.com/office/drawing/2014/main" id="{5A54A1F1-8291-417E-EBC2-138CE02AB7D3}"/>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8" name="Isosceles Triangle 307">
                    <a:extLst>
                      <a:ext uri="{FF2B5EF4-FFF2-40B4-BE49-F238E27FC236}">
                        <a16:creationId xmlns:a16="http://schemas.microsoft.com/office/drawing/2014/main" id="{CB17032F-15F9-8506-F4DF-C8024680638B}"/>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9" name="Isosceles Triangle 308">
                    <a:extLst>
                      <a:ext uri="{FF2B5EF4-FFF2-40B4-BE49-F238E27FC236}">
                        <a16:creationId xmlns:a16="http://schemas.microsoft.com/office/drawing/2014/main" id="{3C4E9323-16D3-D518-CB40-210234C4B077}"/>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0" name="Isosceles Triangle 309">
                    <a:extLst>
                      <a:ext uri="{FF2B5EF4-FFF2-40B4-BE49-F238E27FC236}">
                        <a16:creationId xmlns:a16="http://schemas.microsoft.com/office/drawing/2014/main" id="{F71325CC-42B6-BA69-1A2E-A792589CD676}"/>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1" name="Isosceles Triangle 310">
                    <a:extLst>
                      <a:ext uri="{FF2B5EF4-FFF2-40B4-BE49-F238E27FC236}">
                        <a16:creationId xmlns:a16="http://schemas.microsoft.com/office/drawing/2014/main" id="{8CB919EE-A10E-11A3-64CC-2020BFB9A040}"/>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2" name="Isosceles Triangle 311">
                    <a:extLst>
                      <a:ext uri="{FF2B5EF4-FFF2-40B4-BE49-F238E27FC236}">
                        <a16:creationId xmlns:a16="http://schemas.microsoft.com/office/drawing/2014/main" id="{BA9236B8-2A18-C841-A953-5786568A92B8}"/>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3" name="Isosceles Triangle 312">
                    <a:extLst>
                      <a:ext uri="{FF2B5EF4-FFF2-40B4-BE49-F238E27FC236}">
                        <a16:creationId xmlns:a16="http://schemas.microsoft.com/office/drawing/2014/main" id="{2C681B66-C0B2-DB1C-B404-1CD4A06CAF87}"/>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4" name="Isosceles Triangle 313">
                    <a:extLst>
                      <a:ext uri="{FF2B5EF4-FFF2-40B4-BE49-F238E27FC236}">
                        <a16:creationId xmlns:a16="http://schemas.microsoft.com/office/drawing/2014/main" id="{678C8B4E-C393-DDD8-9301-439D0E25E033}"/>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5" name="Isosceles Triangle 314">
                    <a:extLst>
                      <a:ext uri="{FF2B5EF4-FFF2-40B4-BE49-F238E27FC236}">
                        <a16:creationId xmlns:a16="http://schemas.microsoft.com/office/drawing/2014/main" id="{343529A4-C256-9C61-CB99-5160D60D992A}"/>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03" name="Isosceles Triangle 302">
                  <a:extLst>
                    <a:ext uri="{FF2B5EF4-FFF2-40B4-BE49-F238E27FC236}">
                      <a16:creationId xmlns:a16="http://schemas.microsoft.com/office/drawing/2014/main" id="{4DC4497A-515D-DE00-5844-D96E2A71C062}"/>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72" name="Group 271">
                <a:extLst>
                  <a:ext uri="{FF2B5EF4-FFF2-40B4-BE49-F238E27FC236}">
                    <a16:creationId xmlns:a16="http://schemas.microsoft.com/office/drawing/2014/main" id="{02364E6B-FD8D-F640-7F7A-74BD7544B85F}"/>
                  </a:ext>
                </a:extLst>
              </p:cNvPr>
              <p:cNvGrpSpPr/>
              <p:nvPr/>
            </p:nvGrpSpPr>
            <p:grpSpPr>
              <a:xfrm>
                <a:off x="0" y="276225"/>
                <a:ext cx="514350" cy="771526"/>
                <a:chOff x="0" y="0"/>
                <a:chExt cx="895350" cy="876300"/>
              </a:xfrm>
            </p:grpSpPr>
            <p:grpSp>
              <p:nvGrpSpPr>
                <p:cNvPr id="288" name="Group 287">
                  <a:extLst>
                    <a:ext uri="{FF2B5EF4-FFF2-40B4-BE49-F238E27FC236}">
                      <a16:creationId xmlns:a16="http://schemas.microsoft.com/office/drawing/2014/main" id="{C6D6F090-93A4-4E6F-1022-428B65341EE8}"/>
                    </a:ext>
                  </a:extLst>
                </p:cNvPr>
                <p:cNvGrpSpPr/>
                <p:nvPr/>
              </p:nvGrpSpPr>
              <p:grpSpPr>
                <a:xfrm>
                  <a:off x="0" y="285750"/>
                  <a:ext cx="895350" cy="590550"/>
                  <a:chOff x="0" y="0"/>
                  <a:chExt cx="895350" cy="590550"/>
                </a:xfrm>
              </p:grpSpPr>
              <p:sp>
                <p:nvSpPr>
                  <p:cNvPr id="290" name="Isosceles Triangle 289">
                    <a:extLst>
                      <a:ext uri="{FF2B5EF4-FFF2-40B4-BE49-F238E27FC236}">
                        <a16:creationId xmlns:a16="http://schemas.microsoft.com/office/drawing/2014/main" id="{099034F9-73C2-99DC-3DFE-12529AEEBE18}"/>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1" name="Isosceles Triangle 290">
                    <a:extLst>
                      <a:ext uri="{FF2B5EF4-FFF2-40B4-BE49-F238E27FC236}">
                        <a16:creationId xmlns:a16="http://schemas.microsoft.com/office/drawing/2014/main" id="{ADE8C9CE-06A2-7FEF-F0C4-E407FB4466EC}"/>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2" name="Isosceles Triangle 291">
                    <a:extLst>
                      <a:ext uri="{FF2B5EF4-FFF2-40B4-BE49-F238E27FC236}">
                        <a16:creationId xmlns:a16="http://schemas.microsoft.com/office/drawing/2014/main" id="{2ED4B237-78B2-90E9-5242-308278CAD788}"/>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3" name="Isosceles Triangle 292">
                    <a:extLst>
                      <a:ext uri="{FF2B5EF4-FFF2-40B4-BE49-F238E27FC236}">
                        <a16:creationId xmlns:a16="http://schemas.microsoft.com/office/drawing/2014/main" id="{32668B12-2D00-93EA-CC0B-D9D718BAFCA8}"/>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4" name="Isosceles Triangle 293">
                    <a:extLst>
                      <a:ext uri="{FF2B5EF4-FFF2-40B4-BE49-F238E27FC236}">
                        <a16:creationId xmlns:a16="http://schemas.microsoft.com/office/drawing/2014/main" id="{DD692279-A359-1EAE-6E84-5794D12EE5EB}"/>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5" name="Isosceles Triangle 294">
                    <a:extLst>
                      <a:ext uri="{FF2B5EF4-FFF2-40B4-BE49-F238E27FC236}">
                        <a16:creationId xmlns:a16="http://schemas.microsoft.com/office/drawing/2014/main" id="{7BFB5AAA-30D7-0FB6-CD8B-F2CADC4B4FDA}"/>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6" name="Isosceles Triangle 295">
                    <a:extLst>
                      <a:ext uri="{FF2B5EF4-FFF2-40B4-BE49-F238E27FC236}">
                        <a16:creationId xmlns:a16="http://schemas.microsoft.com/office/drawing/2014/main" id="{3FCB5E0E-DDB5-A0DA-B238-859F041EC9AE}"/>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7" name="Isosceles Triangle 296">
                    <a:extLst>
                      <a:ext uri="{FF2B5EF4-FFF2-40B4-BE49-F238E27FC236}">
                        <a16:creationId xmlns:a16="http://schemas.microsoft.com/office/drawing/2014/main" id="{7CB17F99-91DC-3285-2066-A5139D273B37}"/>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8" name="Isosceles Triangle 297">
                    <a:extLst>
                      <a:ext uri="{FF2B5EF4-FFF2-40B4-BE49-F238E27FC236}">
                        <a16:creationId xmlns:a16="http://schemas.microsoft.com/office/drawing/2014/main" id="{9F2375D2-D4B9-6C54-91FA-784AA913E822}"/>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9" name="Isosceles Triangle 298">
                    <a:extLst>
                      <a:ext uri="{FF2B5EF4-FFF2-40B4-BE49-F238E27FC236}">
                        <a16:creationId xmlns:a16="http://schemas.microsoft.com/office/drawing/2014/main" id="{F6E3ACAC-C23C-AE53-7819-44B2F5794C14}"/>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0" name="Isosceles Triangle 299">
                    <a:extLst>
                      <a:ext uri="{FF2B5EF4-FFF2-40B4-BE49-F238E27FC236}">
                        <a16:creationId xmlns:a16="http://schemas.microsoft.com/office/drawing/2014/main" id="{14045DA4-80EB-B866-BBA2-039BB6DB61CB}"/>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1" name="Isosceles Triangle 300">
                    <a:extLst>
                      <a:ext uri="{FF2B5EF4-FFF2-40B4-BE49-F238E27FC236}">
                        <a16:creationId xmlns:a16="http://schemas.microsoft.com/office/drawing/2014/main" id="{304A2133-3483-04DE-9B57-276CB637E14F}"/>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89" name="Isosceles Triangle 288">
                  <a:extLst>
                    <a:ext uri="{FF2B5EF4-FFF2-40B4-BE49-F238E27FC236}">
                      <a16:creationId xmlns:a16="http://schemas.microsoft.com/office/drawing/2014/main" id="{82C23F84-D4A6-DF5F-0F6E-F5ACA3F1C4B4}"/>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73" name="Group 272">
                <a:extLst>
                  <a:ext uri="{FF2B5EF4-FFF2-40B4-BE49-F238E27FC236}">
                    <a16:creationId xmlns:a16="http://schemas.microsoft.com/office/drawing/2014/main" id="{504E5C2D-B5DF-C25A-59B0-E32FB7D5E91B}"/>
                  </a:ext>
                </a:extLst>
              </p:cNvPr>
              <p:cNvGrpSpPr/>
              <p:nvPr/>
            </p:nvGrpSpPr>
            <p:grpSpPr>
              <a:xfrm>
                <a:off x="1057275" y="276225"/>
                <a:ext cx="514350" cy="771526"/>
                <a:chOff x="0" y="0"/>
                <a:chExt cx="895350" cy="876300"/>
              </a:xfrm>
            </p:grpSpPr>
            <p:grpSp>
              <p:nvGrpSpPr>
                <p:cNvPr id="274" name="Group 273">
                  <a:extLst>
                    <a:ext uri="{FF2B5EF4-FFF2-40B4-BE49-F238E27FC236}">
                      <a16:creationId xmlns:a16="http://schemas.microsoft.com/office/drawing/2014/main" id="{69FD6B2D-B1F3-C766-8459-78795020D6BF}"/>
                    </a:ext>
                  </a:extLst>
                </p:cNvPr>
                <p:cNvGrpSpPr/>
                <p:nvPr/>
              </p:nvGrpSpPr>
              <p:grpSpPr>
                <a:xfrm>
                  <a:off x="0" y="285750"/>
                  <a:ext cx="895350" cy="590550"/>
                  <a:chOff x="0" y="0"/>
                  <a:chExt cx="895350" cy="590550"/>
                </a:xfrm>
              </p:grpSpPr>
              <p:sp>
                <p:nvSpPr>
                  <p:cNvPr id="276" name="Isosceles Triangle 275">
                    <a:extLst>
                      <a:ext uri="{FF2B5EF4-FFF2-40B4-BE49-F238E27FC236}">
                        <a16:creationId xmlns:a16="http://schemas.microsoft.com/office/drawing/2014/main" id="{70371AB6-DF88-FCAE-F824-068B6B235C51}"/>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7" name="Isosceles Triangle 276">
                    <a:extLst>
                      <a:ext uri="{FF2B5EF4-FFF2-40B4-BE49-F238E27FC236}">
                        <a16:creationId xmlns:a16="http://schemas.microsoft.com/office/drawing/2014/main" id="{3C66829B-7530-7CD9-E056-EF529A411F13}"/>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8" name="Isosceles Triangle 277">
                    <a:extLst>
                      <a:ext uri="{FF2B5EF4-FFF2-40B4-BE49-F238E27FC236}">
                        <a16:creationId xmlns:a16="http://schemas.microsoft.com/office/drawing/2014/main" id="{106EFA93-73F4-1D45-80EA-E3F969B1C713}"/>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9" name="Isosceles Triangle 278">
                    <a:extLst>
                      <a:ext uri="{FF2B5EF4-FFF2-40B4-BE49-F238E27FC236}">
                        <a16:creationId xmlns:a16="http://schemas.microsoft.com/office/drawing/2014/main" id="{1A24F6DE-23A1-9EF3-FBE4-3CE97AC75F95}"/>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0" name="Isosceles Triangle 279">
                    <a:extLst>
                      <a:ext uri="{FF2B5EF4-FFF2-40B4-BE49-F238E27FC236}">
                        <a16:creationId xmlns:a16="http://schemas.microsoft.com/office/drawing/2014/main" id="{E0C71602-C886-97C0-B199-76ABE5727238}"/>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1" name="Isosceles Triangle 280">
                    <a:extLst>
                      <a:ext uri="{FF2B5EF4-FFF2-40B4-BE49-F238E27FC236}">
                        <a16:creationId xmlns:a16="http://schemas.microsoft.com/office/drawing/2014/main" id="{A2F76DB0-7DEC-DD80-841C-019A38C08C8B}"/>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2" name="Isosceles Triangle 281">
                    <a:extLst>
                      <a:ext uri="{FF2B5EF4-FFF2-40B4-BE49-F238E27FC236}">
                        <a16:creationId xmlns:a16="http://schemas.microsoft.com/office/drawing/2014/main" id="{8E1F7262-89DA-7D31-3D83-32F6C904F5E8}"/>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3" name="Isosceles Triangle 282">
                    <a:extLst>
                      <a:ext uri="{FF2B5EF4-FFF2-40B4-BE49-F238E27FC236}">
                        <a16:creationId xmlns:a16="http://schemas.microsoft.com/office/drawing/2014/main" id="{173E572B-6EA6-EDAA-EEC7-DAE182232A03}"/>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4" name="Isosceles Triangle 283">
                    <a:extLst>
                      <a:ext uri="{FF2B5EF4-FFF2-40B4-BE49-F238E27FC236}">
                        <a16:creationId xmlns:a16="http://schemas.microsoft.com/office/drawing/2014/main" id="{1374054E-A132-DCE2-E63C-D9E7A46DE235}"/>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5" name="Isosceles Triangle 284">
                    <a:extLst>
                      <a:ext uri="{FF2B5EF4-FFF2-40B4-BE49-F238E27FC236}">
                        <a16:creationId xmlns:a16="http://schemas.microsoft.com/office/drawing/2014/main" id="{8FF08D4B-9487-C09D-C93C-2CAB8EF8B434}"/>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6" name="Isosceles Triangle 285">
                    <a:extLst>
                      <a:ext uri="{FF2B5EF4-FFF2-40B4-BE49-F238E27FC236}">
                        <a16:creationId xmlns:a16="http://schemas.microsoft.com/office/drawing/2014/main" id="{D4031621-7C82-5036-24F0-CEA034BB4F1C}"/>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7" name="Isosceles Triangle 286">
                    <a:extLst>
                      <a:ext uri="{FF2B5EF4-FFF2-40B4-BE49-F238E27FC236}">
                        <a16:creationId xmlns:a16="http://schemas.microsoft.com/office/drawing/2014/main" id="{975B577B-EE4C-C2F9-7493-7A1720E8A5E7}"/>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75" name="Isosceles Triangle 274">
                  <a:extLst>
                    <a:ext uri="{FF2B5EF4-FFF2-40B4-BE49-F238E27FC236}">
                      <a16:creationId xmlns:a16="http://schemas.microsoft.com/office/drawing/2014/main" id="{9A00CC8D-A8D0-D4B2-DB6B-21B501EB9120}"/>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166" name="Group 165">
              <a:extLst>
                <a:ext uri="{FF2B5EF4-FFF2-40B4-BE49-F238E27FC236}">
                  <a16:creationId xmlns:a16="http://schemas.microsoft.com/office/drawing/2014/main" id="{61B164CA-D5FE-DB93-5036-D326D5AC05A2}"/>
                </a:ext>
              </a:extLst>
            </p:cNvPr>
            <p:cNvGrpSpPr/>
            <p:nvPr/>
          </p:nvGrpSpPr>
          <p:grpSpPr>
            <a:xfrm>
              <a:off x="1994945" y="2950250"/>
              <a:ext cx="859386" cy="1037383"/>
              <a:chOff x="0" y="0"/>
              <a:chExt cx="1571625" cy="1047751"/>
            </a:xfrm>
          </p:grpSpPr>
          <p:sp>
            <p:nvSpPr>
              <p:cNvPr id="220" name="Oval 219">
                <a:extLst>
                  <a:ext uri="{FF2B5EF4-FFF2-40B4-BE49-F238E27FC236}">
                    <a16:creationId xmlns:a16="http://schemas.microsoft.com/office/drawing/2014/main" id="{79656249-E02E-F7ED-33D7-37360A2413F5}"/>
                  </a:ext>
                </a:extLst>
              </p:cNvPr>
              <p:cNvSpPr/>
              <p:nvPr/>
            </p:nvSpPr>
            <p:spPr>
              <a:xfrm>
                <a:off x="142875" y="9525"/>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1" name="Oval 220">
                <a:extLst>
                  <a:ext uri="{FF2B5EF4-FFF2-40B4-BE49-F238E27FC236}">
                    <a16:creationId xmlns:a16="http://schemas.microsoft.com/office/drawing/2014/main" id="{BF9A81F0-3C15-DB8E-8083-95D5BA92DD56}"/>
                  </a:ext>
                </a:extLst>
              </p:cNvPr>
              <p:cNvSpPr/>
              <p:nvPr/>
            </p:nvSpPr>
            <p:spPr>
              <a:xfrm>
                <a:off x="685800" y="0"/>
                <a:ext cx="228600" cy="247650"/>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2" name="Oval 221">
                <a:extLst>
                  <a:ext uri="{FF2B5EF4-FFF2-40B4-BE49-F238E27FC236}">
                    <a16:creationId xmlns:a16="http://schemas.microsoft.com/office/drawing/2014/main" id="{258E4F67-FAF3-B018-220D-73BCF3FFAD26}"/>
                  </a:ext>
                </a:extLst>
              </p:cNvPr>
              <p:cNvSpPr/>
              <p:nvPr/>
            </p:nvSpPr>
            <p:spPr>
              <a:xfrm>
                <a:off x="1200150" y="0"/>
                <a:ext cx="228600" cy="247650"/>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23" name="Group 222">
                <a:extLst>
                  <a:ext uri="{FF2B5EF4-FFF2-40B4-BE49-F238E27FC236}">
                    <a16:creationId xmlns:a16="http://schemas.microsoft.com/office/drawing/2014/main" id="{9B603A1C-4779-FB6E-C62E-B4EBB012661B}"/>
                  </a:ext>
                </a:extLst>
              </p:cNvPr>
              <p:cNvGrpSpPr/>
              <p:nvPr/>
            </p:nvGrpSpPr>
            <p:grpSpPr>
              <a:xfrm>
                <a:off x="533400" y="276225"/>
                <a:ext cx="514350" cy="771526"/>
                <a:chOff x="0" y="0"/>
                <a:chExt cx="895350" cy="876300"/>
              </a:xfrm>
            </p:grpSpPr>
            <p:grpSp>
              <p:nvGrpSpPr>
                <p:cNvPr id="254" name="Group 253">
                  <a:extLst>
                    <a:ext uri="{FF2B5EF4-FFF2-40B4-BE49-F238E27FC236}">
                      <a16:creationId xmlns:a16="http://schemas.microsoft.com/office/drawing/2014/main" id="{4B1D84F6-2928-86B6-D652-B1CE5DC2C1BC}"/>
                    </a:ext>
                  </a:extLst>
                </p:cNvPr>
                <p:cNvGrpSpPr/>
                <p:nvPr/>
              </p:nvGrpSpPr>
              <p:grpSpPr>
                <a:xfrm>
                  <a:off x="0" y="285750"/>
                  <a:ext cx="895350" cy="590550"/>
                  <a:chOff x="0" y="0"/>
                  <a:chExt cx="895350" cy="590550"/>
                </a:xfrm>
              </p:grpSpPr>
              <p:sp>
                <p:nvSpPr>
                  <p:cNvPr id="256" name="Isosceles Triangle 255">
                    <a:extLst>
                      <a:ext uri="{FF2B5EF4-FFF2-40B4-BE49-F238E27FC236}">
                        <a16:creationId xmlns:a16="http://schemas.microsoft.com/office/drawing/2014/main" id="{786541E3-B764-A3BC-8D91-BC35FCE28A6F}"/>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7" name="Isosceles Triangle 256">
                    <a:extLst>
                      <a:ext uri="{FF2B5EF4-FFF2-40B4-BE49-F238E27FC236}">
                        <a16:creationId xmlns:a16="http://schemas.microsoft.com/office/drawing/2014/main" id="{34E452DE-5DB0-E305-2E48-B13697098A0E}"/>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8" name="Isosceles Triangle 257">
                    <a:extLst>
                      <a:ext uri="{FF2B5EF4-FFF2-40B4-BE49-F238E27FC236}">
                        <a16:creationId xmlns:a16="http://schemas.microsoft.com/office/drawing/2014/main" id="{0384BE18-A110-B5F9-4F64-C2F08A32E615}"/>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9" name="Isosceles Triangle 258">
                    <a:extLst>
                      <a:ext uri="{FF2B5EF4-FFF2-40B4-BE49-F238E27FC236}">
                        <a16:creationId xmlns:a16="http://schemas.microsoft.com/office/drawing/2014/main" id="{9C53B6DF-C772-1B2E-3D2F-0343ED9D88DE}"/>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0" name="Isosceles Triangle 259">
                    <a:extLst>
                      <a:ext uri="{FF2B5EF4-FFF2-40B4-BE49-F238E27FC236}">
                        <a16:creationId xmlns:a16="http://schemas.microsoft.com/office/drawing/2014/main" id="{DDC1CF77-A225-94D9-5617-833BF551FB95}"/>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1" name="Isosceles Triangle 260">
                    <a:extLst>
                      <a:ext uri="{FF2B5EF4-FFF2-40B4-BE49-F238E27FC236}">
                        <a16:creationId xmlns:a16="http://schemas.microsoft.com/office/drawing/2014/main" id="{79AA954E-94C8-A94C-772B-9C8164975BA1}"/>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2" name="Isosceles Triangle 261">
                    <a:extLst>
                      <a:ext uri="{FF2B5EF4-FFF2-40B4-BE49-F238E27FC236}">
                        <a16:creationId xmlns:a16="http://schemas.microsoft.com/office/drawing/2014/main" id="{1A54F908-8F30-B9FB-F773-4C4812290C84}"/>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3" name="Isosceles Triangle 262">
                    <a:extLst>
                      <a:ext uri="{FF2B5EF4-FFF2-40B4-BE49-F238E27FC236}">
                        <a16:creationId xmlns:a16="http://schemas.microsoft.com/office/drawing/2014/main" id="{5A1F3B1B-F147-3FEE-2F76-42DEC2C4CE7B}"/>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4" name="Isosceles Triangle 263">
                    <a:extLst>
                      <a:ext uri="{FF2B5EF4-FFF2-40B4-BE49-F238E27FC236}">
                        <a16:creationId xmlns:a16="http://schemas.microsoft.com/office/drawing/2014/main" id="{EB5C8FAD-3205-0389-2007-75986C7C0CCB}"/>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5" name="Isosceles Triangle 264">
                    <a:extLst>
                      <a:ext uri="{FF2B5EF4-FFF2-40B4-BE49-F238E27FC236}">
                        <a16:creationId xmlns:a16="http://schemas.microsoft.com/office/drawing/2014/main" id="{43080F24-A9FF-E605-85AD-B992A8C10EA2}"/>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6" name="Isosceles Triangle 265">
                    <a:extLst>
                      <a:ext uri="{FF2B5EF4-FFF2-40B4-BE49-F238E27FC236}">
                        <a16:creationId xmlns:a16="http://schemas.microsoft.com/office/drawing/2014/main" id="{5DD65E8E-924C-C10A-31DC-13325D4C0D46}"/>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7" name="Isosceles Triangle 266">
                    <a:extLst>
                      <a:ext uri="{FF2B5EF4-FFF2-40B4-BE49-F238E27FC236}">
                        <a16:creationId xmlns:a16="http://schemas.microsoft.com/office/drawing/2014/main" id="{3016B112-316A-6095-8A01-E0DC49C624B5}"/>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55" name="Isosceles Triangle 254">
                  <a:extLst>
                    <a:ext uri="{FF2B5EF4-FFF2-40B4-BE49-F238E27FC236}">
                      <a16:creationId xmlns:a16="http://schemas.microsoft.com/office/drawing/2014/main" id="{110290FC-142F-9ABD-C04E-E9593843C323}"/>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24" name="Group 223">
                <a:extLst>
                  <a:ext uri="{FF2B5EF4-FFF2-40B4-BE49-F238E27FC236}">
                    <a16:creationId xmlns:a16="http://schemas.microsoft.com/office/drawing/2014/main" id="{918999C4-ABBE-F2BB-A569-DFD52F27A912}"/>
                  </a:ext>
                </a:extLst>
              </p:cNvPr>
              <p:cNvGrpSpPr/>
              <p:nvPr/>
            </p:nvGrpSpPr>
            <p:grpSpPr>
              <a:xfrm>
                <a:off x="0" y="276225"/>
                <a:ext cx="514350" cy="771526"/>
                <a:chOff x="0" y="0"/>
                <a:chExt cx="895350" cy="876300"/>
              </a:xfrm>
            </p:grpSpPr>
            <p:grpSp>
              <p:nvGrpSpPr>
                <p:cNvPr id="240" name="Group 239">
                  <a:extLst>
                    <a:ext uri="{FF2B5EF4-FFF2-40B4-BE49-F238E27FC236}">
                      <a16:creationId xmlns:a16="http://schemas.microsoft.com/office/drawing/2014/main" id="{2C6EF66F-4299-304B-612C-05E4C32F1CBD}"/>
                    </a:ext>
                  </a:extLst>
                </p:cNvPr>
                <p:cNvGrpSpPr/>
                <p:nvPr/>
              </p:nvGrpSpPr>
              <p:grpSpPr>
                <a:xfrm>
                  <a:off x="0" y="285750"/>
                  <a:ext cx="895350" cy="590550"/>
                  <a:chOff x="0" y="0"/>
                  <a:chExt cx="895350" cy="590550"/>
                </a:xfrm>
              </p:grpSpPr>
              <p:sp>
                <p:nvSpPr>
                  <p:cNvPr id="242" name="Isosceles Triangle 241">
                    <a:extLst>
                      <a:ext uri="{FF2B5EF4-FFF2-40B4-BE49-F238E27FC236}">
                        <a16:creationId xmlns:a16="http://schemas.microsoft.com/office/drawing/2014/main" id="{D457111B-D1DD-CA32-18F8-77749B1AA26C}"/>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3" name="Isosceles Triangle 242">
                    <a:extLst>
                      <a:ext uri="{FF2B5EF4-FFF2-40B4-BE49-F238E27FC236}">
                        <a16:creationId xmlns:a16="http://schemas.microsoft.com/office/drawing/2014/main" id="{96A4C83D-DEC7-2F0C-9C2E-E1CBB625EF04}"/>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4" name="Isosceles Triangle 243">
                    <a:extLst>
                      <a:ext uri="{FF2B5EF4-FFF2-40B4-BE49-F238E27FC236}">
                        <a16:creationId xmlns:a16="http://schemas.microsoft.com/office/drawing/2014/main" id="{FB528DB6-01C7-9169-DF13-0625B57D0933}"/>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5" name="Isosceles Triangle 244">
                    <a:extLst>
                      <a:ext uri="{FF2B5EF4-FFF2-40B4-BE49-F238E27FC236}">
                        <a16:creationId xmlns:a16="http://schemas.microsoft.com/office/drawing/2014/main" id="{9152ED94-B9FA-33B7-466B-522C3EE7D35E}"/>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6" name="Isosceles Triangle 245">
                    <a:extLst>
                      <a:ext uri="{FF2B5EF4-FFF2-40B4-BE49-F238E27FC236}">
                        <a16:creationId xmlns:a16="http://schemas.microsoft.com/office/drawing/2014/main" id="{A11DD07A-9F7D-80CC-6DDF-DB55D8FA6E09}"/>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7" name="Isosceles Triangle 246">
                    <a:extLst>
                      <a:ext uri="{FF2B5EF4-FFF2-40B4-BE49-F238E27FC236}">
                        <a16:creationId xmlns:a16="http://schemas.microsoft.com/office/drawing/2014/main" id="{BDE2F55C-275A-ADBF-2D97-CEC4B179382A}"/>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8" name="Isosceles Triangle 247">
                    <a:extLst>
                      <a:ext uri="{FF2B5EF4-FFF2-40B4-BE49-F238E27FC236}">
                        <a16:creationId xmlns:a16="http://schemas.microsoft.com/office/drawing/2014/main" id="{3016FEFB-A07D-0F03-B20E-DF9824813612}"/>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9" name="Isosceles Triangle 248">
                    <a:extLst>
                      <a:ext uri="{FF2B5EF4-FFF2-40B4-BE49-F238E27FC236}">
                        <a16:creationId xmlns:a16="http://schemas.microsoft.com/office/drawing/2014/main" id="{CB21910A-91FE-812E-92B6-A41A81D8FCBC}"/>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0" name="Isosceles Triangle 249">
                    <a:extLst>
                      <a:ext uri="{FF2B5EF4-FFF2-40B4-BE49-F238E27FC236}">
                        <a16:creationId xmlns:a16="http://schemas.microsoft.com/office/drawing/2014/main" id="{B33FB41C-3BE5-4FC7-DAF4-68DB8B1CD919}"/>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1" name="Isosceles Triangle 250">
                    <a:extLst>
                      <a:ext uri="{FF2B5EF4-FFF2-40B4-BE49-F238E27FC236}">
                        <a16:creationId xmlns:a16="http://schemas.microsoft.com/office/drawing/2014/main" id="{D7CA258B-ECDE-5C6D-C6DC-CF12E75E884E}"/>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2" name="Isosceles Triangle 251">
                    <a:extLst>
                      <a:ext uri="{FF2B5EF4-FFF2-40B4-BE49-F238E27FC236}">
                        <a16:creationId xmlns:a16="http://schemas.microsoft.com/office/drawing/2014/main" id="{1820110E-2AEB-AD47-8B62-B3F11DFC8104}"/>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3" name="Isosceles Triangle 252">
                    <a:extLst>
                      <a:ext uri="{FF2B5EF4-FFF2-40B4-BE49-F238E27FC236}">
                        <a16:creationId xmlns:a16="http://schemas.microsoft.com/office/drawing/2014/main" id="{EE4B0AFE-5392-913B-4080-5231BA66AB40}"/>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1" name="Isosceles Triangle 240">
                  <a:extLst>
                    <a:ext uri="{FF2B5EF4-FFF2-40B4-BE49-F238E27FC236}">
                      <a16:creationId xmlns:a16="http://schemas.microsoft.com/office/drawing/2014/main" id="{9C7B0C57-E3D8-49C5-CC3C-CE193C4FBC9F}"/>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25" name="Group 224">
                <a:extLst>
                  <a:ext uri="{FF2B5EF4-FFF2-40B4-BE49-F238E27FC236}">
                    <a16:creationId xmlns:a16="http://schemas.microsoft.com/office/drawing/2014/main" id="{3C895BDE-F2B9-0551-7819-4941B3DD9F7A}"/>
                  </a:ext>
                </a:extLst>
              </p:cNvPr>
              <p:cNvGrpSpPr/>
              <p:nvPr/>
            </p:nvGrpSpPr>
            <p:grpSpPr>
              <a:xfrm>
                <a:off x="1057275" y="276225"/>
                <a:ext cx="514350" cy="771526"/>
                <a:chOff x="0" y="0"/>
                <a:chExt cx="895350" cy="876300"/>
              </a:xfrm>
            </p:grpSpPr>
            <p:grpSp>
              <p:nvGrpSpPr>
                <p:cNvPr id="226" name="Group 225">
                  <a:extLst>
                    <a:ext uri="{FF2B5EF4-FFF2-40B4-BE49-F238E27FC236}">
                      <a16:creationId xmlns:a16="http://schemas.microsoft.com/office/drawing/2014/main" id="{EA64D6DC-1F13-086A-82EA-883A8D6FFF33}"/>
                    </a:ext>
                  </a:extLst>
                </p:cNvPr>
                <p:cNvGrpSpPr/>
                <p:nvPr/>
              </p:nvGrpSpPr>
              <p:grpSpPr>
                <a:xfrm>
                  <a:off x="0" y="285750"/>
                  <a:ext cx="895350" cy="590550"/>
                  <a:chOff x="0" y="0"/>
                  <a:chExt cx="895350" cy="590550"/>
                </a:xfrm>
              </p:grpSpPr>
              <p:sp>
                <p:nvSpPr>
                  <p:cNvPr id="228" name="Isosceles Triangle 227">
                    <a:extLst>
                      <a:ext uri="{FF2B5EF4-FFF2-40B4-BE49-F238E27FC236}">
                        <a16:creationId xmlns:a16="http://schemas.microsoft.com/office/drawing/2014/main" id="{53F7631F-3568-4909-9886-AFD6866905CD}"/>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9" name="Isosceles Triangle 228">
                    <a:extLst>
                      <a:ext uri="{FF2B5EF4-FFF2-40B4-BE49-F238E27FC236}">
                        <a16:creationId xmlns:a16="http://schemas.microsoft.com/office/drawing/2014/main" id="{F258E73A-6D85-333A-F44E-906C9B2E5AF7}"/>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0" name="Isosceles Triangle 229">
                    <a:extLst>
                      <a:ext uri="{FF2B5EF4-FFF2-40B4-BE49-F238E27FC236}">
                        <a16:creationId xmlns:a16="http://schemas.microsoft.com/office/drawing/2014/main" id="{DB00A8B6-E2C4-79AF-4C14-36890916569B}"/>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1" name="Isosceles Triangle 230">
                    <a:extLst>
                      <a:ext uri="{FF2B5EF4-FFF2-40B4-BE49-F238E27FC236}">
                        <a16:creationId xmlns:a16="http://schemas.microsoft.com/office/drawing/2014/main" id="{E2100F75-C0A6-DEFF-2E93-5D8BA3B3A5CD}"/>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2" name="Isosceles Triangle 231">
                    <a:extLst>
                      <a:ext uri="{FF2B5EF4-FFF2-40B4-BE49-F238E27FC236}">
                        <a16:creationId xmlns:a16="http://schemas.microsoft.com/office/drawing/2014/main" id="{DEDCE653-D7A4-03ED-7726-A0BD32612C05}"/>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3" name="Isosceles Triangle 232">
                    <a:extLst>
                      <a:ext uri="{FF2B5EF4-FFF2-40B4-BE49-F238E27FC236}">
                        <a16:creationId xmlns:a16="http://schemas.microsoft.com/office/drawing/2014/main" id="{2D3AEA54-46F8-BFBF-E761-C96E87C0A9FA}"/>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4" name="Isosceles Triangle 233">
                    <a:extLst>
                      <a:ext uri="{FF2B5EF4-FFF2-40B4-BE49-F238E27FC236}">
                        <a16:creationId xmlns:a16="http://schemas.microsoft.com/office/drawing/2014/main" id="{A7A462AA-2057-BBE4-CA3B-76FEC6124D2A}"/>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5" name="Isosceles Triangle 234">
                    <a:extLst>
                      <a:ext uri="{FF2B5EF4-FFF2-40B4-BE49-F238E27FC236}">
                        <a16:creationId xmlns:a16="http://schemas.microsoft.com/office/drawing/2014/main" id="{C54A7689-FF71-E69F-479C-E1147FD4454B}"/>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6" name="Isosceles Triangle 235">
                    <a:extLst>
                      <a:ext uri="{FF2B5EF4-FFF2-40B4-BE49-F238E27FC236}">
                        <a16:creationId xmlns:a16="http://schemas.microsoft.com/office/drawing/2014/main" id="{C2ED8A62-C7E2-90BA-8775-AB055FD990F6}"/>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7" name="Isosceles Triangle 236">
                    <a:extLst>
                      <a:ext uri="{FF2B5EF4-FFF2-40B4-BE49-F238E27FC236}">
                        <a16:creationId xmlns:a16="http://schemas.microsoft.com/office/drawing/2014/main" id="{9A7A095E-4C89-82C6-ABF5-00383DE02AEF}"/>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8" name="Isosceles Triangle 237">
                    <a:extLst>
                      <a:ext uri="{FF2B5EF4-FFF2-40B4-BE49-F238E27FC236}">
                        <a16:creationId xmlns:a16="http://schemas.microsoft.com/office/drawing/2014/main" id="{8D94AD71-ED42-101C-843B-A549244056AD}"/>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9" name="Isosceles Triangle 238">
                    <a:extLst>
                      <a:ext uri="{FF2B5EF4-FFF2-40B4-BE49-F238E27FC236}">
                        <a16:creationId xmlns:a16="http://schemas.microsoft.com/office/drawing/2014/main" id="{A6E06E3D-E32E-BA9D-8192-951B632A1090}"/>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7" name="Isosceles Triangle 226">
                  <a:extLst>
                    <a:ext uri="{FF2B5EF4-FFF2-40B4-BE49-F238E27FC236}">
                      <a16:creationId xmlns:a16="http://schemas.microsoft.com/office/drawing/2014/main" id="{03719C86-6F22-E6F5-3AB4-6930D54B6062}"/>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167" name="Group 166">
              <a:extLst>
                <a:ext uri="{FF2B5EF4-FFF2-40B4-BE49-F238E27FC236}">
                  <a16:creationId xmlns:a16="http://schemas.microsoft.com/office/drawing/2014/main" id="{6C4E37E8-1C7E-8C40-38D9-A73D9F9C7AFF}"/>
                </a:ext>
              </a:extLst>
            </p:cNvPr>
            <p:cNvGrpSpPr/>
            <p:nvPr/>
          </p:nvGrpSpPr>
          <p:grpSpPr>
            <a:xfrm>
              <a:off x="3734551" y="2950250"/>
              <a:ext cx="859386" cy="1037383"/>
              <a:chOff x="0" y="0"/>
              <a:chExt cx="1571625" cy="1047751"/>
            </a:xfrm>
          </p:grpSpPr>
          <p:sp>
            <p:nvSpPr>
              <p:cNvPr id="172" name="Oval 171">
                <a:extLst>
                  <a:ext uri="{FF2B5EF4-FFF2-40B4-BE49-F238E27FC236}">
                    <a16:creationId xmlns:a16="http://schemas.microsoft.com/office/drawing/2014/main" id="{93ACC64A-D875-8DC9-5693-63D69AD7FC07}"/>
                  </a:ext>
                </a:extLst>
              </p:cNvPr>
              <p:cNvSpPr/>
              <p:nvPr/>
            </p:nvSpPr>
            <p:spPr>
              <a:xfrm>
                <a:off x="142875" y="9525"/>
                <a:ext cx="228600" cy="247650"/>
              </a:xfrm>
              <a:prstGeom prst="ellipse">
                <a:avLst/>
              </a:prstGeom>
              <a:solidFill>
                <a:schemeClr val="tx2">
                  <a:lumMod val="25000"/>
                  <a:lumOff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3" name="Oval 172">
                <a:extLst>
                  <a:ext uri="{FF2B5EF4-FFF2-40B4-BE49-F238E27FC236}">
                    <a16:creationId xmlns:a16="http://schemas.microsoft.com/office/drawing/2014/main" id="{45BD5978-42EA-6155-2785-D4887038AAE7}"/>
                  </a:ext>
                </a:extLst>
              </p:cNvPr>
              <p:cNvSpPr/>
              <p:nvPr/>
            </p:nvSpPr>
            <p:spPr>
              <a:xfrm>
                <a:off x="685800" y="0"/>
                <a:ext cx="228600" cy="247650"/>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4" name="Oval 173">
                <a:extLst>
                  <a:ext uri="{FF2B5EF4-FFF2-40B4-BE49-F238E27FC236}">
                    <a16:creationId xmlns:a16="http://schemas.microsoft.com/office/drawing/2014/main" id="{EF1A124F-9125-25A5-0E94-5B90CCBC8175}"/>
                  </a:ext>
                </a:extLst>
              </p:cNvPr>
              <p:cNvSpPr/>
              <p:nvPr/>
            </p:nvSpPr>
            <p:spPr>
              <a:xfrm>
                <a:off x="1200150"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75" name="Group 174">
                <a:extLst>
                  <a:ext uri="{FF2B5EF4-FFF2-40B4-BE49-F238E27FC236}">
                    <a16:creationId xmlns:a16="http://schemas.microsoft.com/office/drawing/2014/main" id="{4AA42ACE-1D63-8E74-6F40-455AC255608F}"/>
                  </a:ext>
                </a:extLst>
              </p:cNvPr>
              <p:cNvGrpSpPr/>
              <p:nvPr/>
            </p:nvGrpSpPr>
            <p:grpSpPr>
              <a:xfrm>
                <a:off x="533400" y="276225"/>
                <a:ext cx="514350" cy="771526"/>
                <a:chOff x="0" y="0"/>
                <a:chExt cx="895350" cy="876300"/>
              </a:xfrm>
            </p:grpSpPr>
            <p:grpSp>
              <p:nvGrpSpPr>
                <p:cNvPr id="206" name="Group 205">
                  <a:extLst>
                    <a:ext uri="{FF2B5EF4-FFF2-40B4-BE49-F238E27FC236}">
                      <a16:creationId xmlns:a16="http://schemas.microsoft.com/office/drawing/2014/main" id="{42BEFC56-5717-14F8-73E5-0D58F9B9994A}"/>
                    </a:ext>
                  </a:extLst>
                </p:cNvPr>
                <p:cNvGrpSpPr/>
                <p:nvPr/>
              </p:nvGrpSpPr>
              <p:grpSpPr>
                <a:xfrm>
                  <a:off x="0" y="285750"/>
                  <a:ext cx="895350" cy="590550"/>
                  <a:chOff x="0" y="0"/>
                  <a:chExt cx="895350" cy="590550"/>
                </a:xfrm>
              </p:grpSpPr>
              <p:sp>
                <p:nvSpPr>
                  <p:cNvPr id="208" name="Isosceles Triangle 207">
                    <a:extLst>
                      <a:ext uri="{FF2B5EF4-FFF2-40B4-BE49-F238E27FC236}">
                        <a16:creationId xmlns:a16="http://schemas.microsoft.com/office/drawing/2014/main" id="{1AF33093-3499-FC65-6549-A59406BBE768}"/>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9" name="Isosceles Triangle 208">
                    <a:extLst>
                      <a:ext uri="{FF2B5EF4-FFF2-40B4-BE49-F238E27FC236}">
                        <a16:creationId xmlns:a16="http://schemas.microsoft.com/office/drawing/2014/main" id="{094D5512-B4E4-D036-1516-218B2F0026F6}"/>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0" name="Isosceles Triangle 209">
                    <a:extLst>
                      <a:ext uri="{FF2B5EF4-FFF2-40B4-BE49-F238E27FC236}">
                        <a16:creationId xmlns:a16="http://schemas.microsoft.com/office/drawing/2014/main" id="{1355FCBF-D1FA-604C-E832-3D522D0F6252}"/>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1" name="Isosceles Triangle 210">
                    <a:extLst>
                      <a:ext uri="{FF2B5EF4-FFF2-40B4-BE49-F238E27FC236}">
                        <a16:creationId xmlns:a16="http://schemas.microsoft.com/office/drawing/2014/main" id="{4D9C8A07-CA23-6820-0949-8DD200418C4B}"/>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2" name="Isosceles Triangle 211">
                    <a:extLst>
                      <a:ext uri="{FF2B5EF4-FFF2-40B4-BE49-F238E27FC236}">
                        <a16:creationId xmlns:a16="http://schemas.microsoft.com/office/drawing/2014/main" id="{49D545DF-D249-EF33-B91C-3E56C7859BB3}"/>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3" name="Isosceles Triangle 212">
                    <a:extLst>
                      <a:ext uri="{FF2B5EF4-FFF2-40B4-BE49-F238E27FC236}">
                        <a16:creationId xmlns:a16="http://schemas.microsoft.com/office/drawing/2014/main" id="{24A75A1C-688D-84C3-77D5-6D84F67C3A36}"/>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 name="Isosceles Triangle 213">
                    <a:extLst>
                      <a:ext uri="{FF2B5EF4-FFF2-40B4-BE49-F238E27FC236}">
                        <a16:creationId xmlns:a16="http://schemas.microsoft.com/office/drawing/2014/main" id="{C9EAF07B-EF2D-8617-446A-D9F8FB8C1A2D}"/>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5" name="Isosceles Triangle 214">
                    <a:extLst>
                      <a:ext uri="{FF2B5EF4-FFF2-40B4-BE49-F238E27FC236}">
                        <a16:creationId xmlns:a16="http://schemas.microsoft.com/office/drawing/2014/main" id="{E2948082-00E1-0B98-CB43-76584C04CFBC}"/>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6" name="Isosceles Triangle 215">
                    <a:extLst>
                      <a:ext uri="{FF2B5EF4-FFF2-40B4-BE49-F238E27FC236}">
                        <a16:creationId xmlns:a16="http://schemas.microsoft.com/office/drawing/2014/main" id="{D1A423D3-3DD4-C286-1605-6198B610AF01}"/>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7" name="Isosceles Triangle 216">
                    <a:extLst>
                      <a:ext uri="{FF2B5EF4-FFF2-40B4-BE49-F238E27FC236}">
                        <a16:creationId xmlns:a16="http://schemas.microsoft.com/office/drawing/2014/main" id="{C10AB08E-8D73-33F3-C702-0A01C895B585}"/>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8" name="Isosceles Triangle 217">
                    <a:extLst>
                      <a:ext uri="{FF2B5EF4-FFF2-40B4-BE49-F238E27FC236}">
                        <a16:creationId xmlns:a16="http://schemas.microsoft.com/office/drawing/2014/main" id="{C167AF19-41F6-5B7B-7299-2105F8949F30}"/>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9" name="Isosceles Triangle 218">
                    <a:extLst>
                      <a:ext uri="{FF2B5EF4-FFF2-40B4-BE49-F238E27FC236}">
                        <a16:creationId xmlns:a16="http://schemas.microsoft.com/office/drawing/2014/main" id="{DE3CCA33-6512-4867-7183-B2DEA3C5EA74}"/>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07" name="Isosceles Triangle 206">
                  <a:extLst>
                    <a:ext uri="{FF2B5EF4-FFF2-40B4-BE49-F238E27FC236}">
                      <a16:creationId xmlns:a16="http://schemas.microsoft.com/office/drawing/2014/main" id="{46418DB8-4768-5BE7-E8DE-0C4A5BEB5096}"/>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6" name="Group 175">
                <a:extLst>
                  <a:ext uri="{FF2B5EF4-FFF2-40B4-BE49-F238E27FC236}">
                    <a16:creationId xmlns:a16="http://schemas.microsoft.com/office/drawing/2014/main" id="{448E123A-8623-754D-30E9-44E792F31A7E}"/>
                  </a:ext>
                </a:extLst>
              </p:cNvPr>
              <p:cNvGrpSpPr/>
              <p:nvPr/>
            </p:nvGrpSpPr>
            <p:grpSpPr>
              <a:xfrm>
                <a:off x="0" y="276225"/>
                <a:ext cx="514350" cy="771526"/>
                <a:chOff x="0" y="0"/>
                <a:chExt cx="895350" cy="876300"/>
              </a:xfrm>
            </p:grpSpPr>
            <p:grpSp>
              <p:nvGrpSpPr>
                <p:cNvPr id="192" name="Group 191">
                  <a:extLst>
                    <a:ext uri="{FF2B5EF4-FFF2-40B4-BE49-F238E27FC236}">
                      <a16:creationId xmlns:a16="http://schemas.microsoft.com/office/drawing/2014/main" id="{D5071CCD-41A6-B5B0-86E6-04FE80A99737}"/>
                    </a:ext>
                  </a:extLst>
                </p:cNvPr>
                <p:cNvGrpSpPr/>
                <p:nvPr/>
              </p:nvGrpSpPr>
              <p:grpSpPr>
                <a:xfrm>
                  <a:off x="0" y="285750"/>
                  <a:ext cx="895350" cy="590550"/>
                  <a:chOff x="0" y="0"/>
                  <a:chExt cx="895350" cy="590550"/>
                </a:xfrm>
              </p:grpSpPr>
              <p:sp>
                <p:nvSpPr>
                  <p:cNvPr id="194" name="Isosceles Triangle 193">
                    <a:extLst>
                      <a:ext uri="{FF2B5EF4-FFF2-40B4-BE49-F238E27FC236}">
                        <a16:creationId xmlns:a16="http://schemas.microsoft.com/office/drawing/2014/main" id="{03C6F14C-1061-75D9-1764-82DD6750AA34}"/>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5" name="Isosceles Triangle 194">
                    <a:extLst>
                      <a:ext uri="{FF2B5EF4-FFF2-40B4-BE49-F238E27FC236}">
                        <a16:creationId xmlns:a16="http://schemas.microsoft.com/office/drawing/2014/main" id="{3BB9E776-A882-D862-D603-74215CD2512E}"/>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6" name="Isosceles Triangle 195">
                    <a:extLst>
                      <a:ext uri="{FF2B5EF4-FFF2-40B4-BE49-F238E27FC236}">
                        <a16:creationId xmlns:a16="http://schemas.microsoft.com/office/drawing/2014/main" id="{6167356E-FB30-2D0E-6E2C-36D871A19A2E}"/>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7" name="Isosceles Triangle 196">
                    <a:extLst>
                      <a:ext uri="{FF2B5EF4-FFF2-40B4-BE49-F238E27FC236}">
                        <a16:creationId xmlns:a16="http://schemas.microsoft.com/office/drawing/2014/main" id="{97A91ECA-E805-89FC-9981-2F03D76AD1AE}"/>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8" name="Isosceles Triangle 197">
                    <a:extLst>
                      <a:ext uri="{FF2B5EF4-FFF2-40B4-BE49-F238E27FC236}">
                        <a16:creationId xmlns:a16="http://schemas.microsoft.com/office/drawing/2014/main" id="{3B2B1883-4387-18D4-255A-209A41BDFE72}"/>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9" name="Isosceles Triangle 198">
                    <a:extLst>
                      <a:ext uri="{FF2B5EF4-FFF2-40B4-BE49-F238E27FC236}">
                        <a16:creationId xmlns:a16="http://schemas.microsoft.com/office/drawing/2014/main" id="{52E2C7BE-B517-CC3A-505A-687864136A8B}"/>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0" name="Isosceles Triangle 199">
                    <a:extLst>
                      <a:ext uri="{FF2B5EF4-FFF2-40B4-BE49-F238E27FC236}">
                        <a16:creationId xmlns:a16="http://schemas.microsoft.com/office/drawing/2014/main" id="{8CBFCF60-C1F9-28F5-42A5-8D213DA83206}"/>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1" name="Isosceles Triangle 200">
                    <a:extLst>
                      <a:ext uri="{FF2B5EF4-FFF2-40B4-BE49-F238E27FC236}">
                        <a16:creationId xmlns:a16="http://schemas.microsoft.com/office/drawing/2014/main" id="{C4E6D468-F5B6-DAB6-041B-CD71ECDC3C85}"/>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2" name="Isosceles Triangle 201">
                    <a:extLst>
                      <a:ext uri="{FF2B5EF4-FFF2-40B4-BE49-F238E27FC236}">
                        <a16:creationId xmlns:a16="http://schemas.microsoft.com/office/drawing/2014/main" id="{B894851C-1ED0-C1B9-8925-BAA2DC4C6DFC}"/>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3" name="Isosceles Triangle 202">
                    <a:extLst>
                      <a:ext uri="{FF2B5EF4-FFF2-40B4-BE49-F238E27FC236}">
                        <a16:creationId xmlns:a16="http://schemas.microsoft.com/office/drawing/2014/main" id="{8251444F-15FE-01CD-5057-711438FC2E1C}"/>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4" name="Isosceles Triangle 203">
                    <a:extLst>
                      <a:ext uri="{FF2B5EF4-FFF2-40B4-BE49-F238E27FC236}">
                        <a16:creationId xmlns:a16="http://schemas.microsoft.com/office/drawing/2014/main" id="{2F26A7C0-6979-0D74-3AC0-3CA075255F3A}"/>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5" name="Isosceles Triangle 204">
                    <a:extLst>
                      <a:ext uri="{FF2B5EF4-FFF2-40B4-BE49-F238E27FC236}">
                        <a16:creationId xmlns:a16="http://schemas.microsoft.com/office/drawing/2014/main" id="{C02058A8-62A9-6DC4-68D7-56BA931D8F1D}"/>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93" name="Isosceles Triangle 192">
                  <a:extLst>
                    <a:ext uri="{FF2B5EF4-FFF2-40B4-BE49-F238E27FC236}">
                      <a16:creationId xmlns:a16="http://schemas.microsoft.com/office/drawing/2014/main" id="{7397C15D-0D49-16BC-B8A9-7FD8AC76235E}"/>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77" name="Group 176">
                <a:extLst>
                  <a:ext uri="{FF2B5EF4-FFF2-40B4-BE49-F238E27FC236}">
                    <a16:creationId xmlns:a16="http://schemas.microsoft.com/office/drawing/2014/main" id="{54A9D441-6E89-CE8F-6CB7-A30EAF445B9D}"/>
                  </a:ext>
                </a:extLst>
              </p:cNvPr>
              <p:cNvGrpSpPr/>
              <p:nvPr/>
            </p:nvGrpSpPr>
            <p:grpSpPr>
              <a:xfrm>
                <a:off x="1057275" y="276225"/>
                <a:ext cx="514350" cy="771526"/>
                <a:chOff x="0" y="0"/>
                <a:chExt cx="895350" cy="876300"/>
              </a:xfrm>
            </p:grpSpPr>
            <p:grpSp>
              <p:nvGrpSpPr>
                <p:cNvPr id="178" name="Group 177">
                  <a:extLst>
                    <a:ext uri="{FF2B5EF4-FFF2-40B4-BE49-F238E27FC236}">
                      <a16:creationId xmlns:a16="http://schemas.microsoft.com/office/drawing/2014/main" id="{674B9DFD-9591-F600-02ED-BD0FEE1E13C9}"/>
                    </a:ext>
                  </a:extLst>
                </p:cNvPr>
                <p:cNvGrpSpPr/>
                <p:nvPr/>
              </p:nvGrpSpPr>
              <p:grpSpPr>
                <a:xfrm>
                  <a:off x="0" y="285750"/>
                  <a:ext cx="895350" cy="590550"/>
                  <a:chOff x="0" y="0"/>
                  <a:chExt cx="895350" cy="590550"/>
                </a:xfrm>
              </p:grpSpPr>
              <p:sp>
                <p:nvSpPr>
                  <p:cNvPr id="180" name="Isosceles Triangle 179">
                    <a:extLst>
                      <a:ext uri="{FF2B5EF4-FFF2-40B4-BE49-F238E27FC236}">
                        <a16:creationId xmlns:a16="http://schemas.microsoft.com/office/drawing/2014/main" id="{93A32F75-1386-B0D8-C6DD-00EAE48AEA90}"/>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1" name="Isosceles Triangle 180">
                    <a:extLst>
                      <a:ext uri="{FF2B5EF4-FFF2-40B4-BE49-F238E27FC236}">
                        <a16:creationId xmlns:a16="http://schemas.microsoft.com/office/drawing/2014/main" id="{64845414-A1E4-5690-FCC3-DA36250DAC05}"/>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2" name="Isosceles Triangle 181">
                    <a:extLst>
                      <a:ext uri="{FF2B5EF4-FFF2-40B4-BE49-F238E27FC236}">
                        <a16:creationId xmlns:a16="http://schemas.microsoft.com/office/drawing/2014/main" id="{92AA42F4-8C0C-3AC3-D8D5-4159399760AC}"/>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3" name="Isosceles Triangle 182">
                    <a:extLst>
                      <a:ext uri="{FF2B5EF4-FFF2-40B4-BE49-F238E27FC236}">
                        <a16:creationId xmlns:a16="http://schemas.microsoft.com/office/drawing/2014/main" id="{3F84544A-9699-11CD-6808-271F0FFFCB52}"/>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4" name="Isosceles Triangle 183">
                    <a:extLst>
                      <a:ext uri="{FF2B5EF4-FFF2-40B4-BE49-F238E27FC236}">
                        <a16:creationId xmlns:a16="http://schemas.microsoft.com/office/drawing/2014/main" id="{6A791E1F-01DD-C7B4-530E-4BFEFCEF8F36}"/>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5" name="Isosceles Triangle 184">
                    <a:extLst>
                      <a:ext uri="{FF2B5EF4-FFF2-40B4-BE49-F238E27FC236}">
                        <a16:creationId xmlns:a16="http://schemas.microsoft.com/office/drawing/2014/main" id="{D885F512-D66E-AE3F-D667-48DBA8ECCD23}"/>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6" name="Isosceles Triangle 185">
                    <a:extLst>
                      <a:ext uri="{FF2B5EF4-FFF2-40B4-BE49-F238E27FC236}">
                        <a16:creationId xmlns:a16="http://schemas.microsoft.com/office/drawing/2014/main" id="{06419F65-5365-CA76-3045-58D3D19DA544}"/>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7" name="Isosceles Triangle 186">
                    <a:extLst>
                      <a:ext uri="{FF2B5EF4-FFF2-40B4-BE49-F238E27FC236}">
                        <a16:creationId xmlns:a16="http://schemas.microsoft.com/office/drawing/2014/main" id="{03AF799C-5BB4-E567-8159-EDD7106C8A2A}"/>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8" name="Isosceles Triangle 187">
                    <a:extLst>
                      <a:ext uri="{FF2B5EF4-FFF2-40B4-BE49-F238E27FC236}">
                        <a16:creationId xmlns:a16="http://schemas.microsoft.com/office/drawing/2014/main" id="{5D911C80-4BE5-0F8D-A82B-31FD58F7E318}"/>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9" name="Isosceles Triangle 188">
                    <a:extLst>
                      <a:ext uri="{FF2B5EF4-FFF2-40B4-BE49-F238E27FC236}">
                        <a16:creationId xmlns:a16="http://schemas.microsoft.com/office/drawing/2014/main" id="{AB460435-F483-FA6B-58B8-76CEEA4592C4}"/>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0" name="Isosceles Triangle 189">
                    <a:extLst>
                      <a:ext uri="{FF2B5EF4-FFF2-40B4-BE49-F238E27FC236}">
                        <a16:creationId xmlns:a16="http://schemas.microsoft.com/office/drawing/2014/main" id="{D3427163-2FC5-0441-3A14-A7F3095C4A6A}"/>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1" name="Isosceles Triangle 190">
                    <a:extLst>
                      <a:ext uri="{FF2B5EF4-FFF2-40B4-BE49-F238E27FC236}">
                        <a16:creationId xmlns:a16="http://schemas.microsoft.com/office/drawing/2014/main" id="{DFCD14E0-B173-22FC-9764-44B46A54D00D}"/>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79" name="Isosceles Triangle 178">
                  <a:extLst>
                    <a:ext uri="{FF2B5EF4-FFF2-40B4-BE49-F238E27FC236}">
                      <a16:creationId xmlns:a16="http://schemas.microsoft.com/office/drawing/2014/main" id="{A7927DD0-D46D-031C-89B4-A3B778D72969}"/>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cxnSp>
          <p:nvCxnSpPr>
            <p:cNvPr id="168" name="Straight Connector 167">
              <a:extLst>
                <a:ext uri="{FF2B5EF4-FFF2-40B4-BE49-F238E27FC236}">
                  <a16:creationId xmlns:a16="http://schemas.microsoft.com/office/drawing/2014/main" id="{1B423B83-B346-2EDF-4E18-B45F7716DA33}"/>
                </a:ext>
              </a:extLst>
            </p:cNvPr>
            <p:cNvCxnSpPr/>
            <p:nvPr/>
          </p:nvCxnSpPr>
          <p:spPr>
            <a:xfrm flipH="1">
              <a:off x="2135572" y="2874804"/>
              <a:ext cx="296879" cy="8487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Straight Connector 168">
              <a:extLst>
                <a:ext uri="{FF2B5EF4-FFF2-40B4-BE49-F238E27FC236}">
                  <a16:creationId xmlns:a16="http://schemas.microsoft.com/office/drawing/2014/main" id="{2920F94B-8B5A-1FDB-4395-830F77D3F63C}"/>
                </a:ext>
              </a:extLst>
            </p:cNvPr>
            <p:cNvCxnSpPr/>
            <p:nvPr/>
          </p:nvCxnSpPr>
          <p:spPr>
            <a:xfrm>
              <a:off x="2432451" y="2884235"/>
              <a:ext cx="286462" cy="7544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42087A40-89FA-3F6D-7ACF-5250E370FBE4}"/>
                </a:ext>
              </a:extLst>
            </p:cNvPr>
            <p:cNvCxnSpPr/>
            <p:nvPr/>
          </p:nvCxnSpPr>
          <p:spPr>
            <a:xfrm flipH="1">
              <a:off x="3005375" y="2827650"/>
              <a:ext cx="302087" cy="1226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E9023CC1-C2FA-0113-4703-B7AC9FCA2562}"/>
                </a:ext>
              </a:extLst>
            </p:cNvPr>
            <p:cNvCxnSpPr/>
            <p:nvPr/>
          </p:nvCxnSpPr>
          <p:spPr>
            <a:xfrm>
              <a:off x="3307462" y="2827650"/>
              <a:ext cx="281254" cy="11882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6" name="Straight Connector 315">
              <a:extLst>
                <a:ext uri="{FF2B5EF4-FFF2-40B4-BE49-F238E27FC236}">
                  <a16:creationId xmlns:a16="http://schemas.microsoft.com/office/drawing/2014/main" id="{B557A8C7-19F4-9037-ADD9-2A986F3A9176}"/>
                </a:ext>
              </a:extLst>
            </p:cNvPr>
            <p:cNvCxnSpPr>
              <a:stCxn id="160" idx="4"/>
              <a:endCxn id="164" idx="0"/>
            </p:cNvCxnSpPr>
            <p:nvPr/>
          </p:nvCxnSpPr>
          <p:spPr>
            <a:xfrm>
              <a:off x="3302254" y="2440989"/>
              <a:ext cx="0" cy="1320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7" name="Straight Connector 316">
              <a:extLst>
                <a:ext uri="{FF2B5EF4-FFF2-40B4-BE49-F238E27FC236}">
                  <a16:creationId xmlns:a16="http://schemas.microsoft.com/office/drawing/2014/main" id="{940F172D-BFEF-5861-1852-C7FAC3DD085C}"/>
                </a:ext>
              </a:extLst>
            </p:cNvPr>
            <p:cNvCxnSpPr>
              <a:stCxn id="160" idx="4"/>
              <a:endCxn id="163" idx="0"/>
            </p:cNvCxnSpPr>
            <p:nvPr/>
          </p:nvCxnSpPr>
          <p:spPr>
            <a:xfrm>
              <a:off x="3302254" y="2440989"/>
              <a:ext cx="947830" cy="1359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8" name="Straight Connector 317">
              <a:extLst>
                <a:ext uri="{FF2B5EF4-FFF2-40B4-BE49-F238E27FC236}">
                  <a16:creationId xmlns:a16="http://schemas.microsoft.com/office/drawing/2014/main" id="{385F1FA1-DB92-3099-D9D2-A8C3B3C50FF1}"/>
                </a:ext>
              </a:extLst>
            </p:cNvPr>
            <p:cNvCxnSpPr>
              <a:stCxn id="163" idx="4"/>
              <a:endCxn id="173" idx="0"/>
            </p:cNvCxnSpPr>
            <p:nvPr/>
          </p:nvCxnSpPr>
          <p:spPr>
            <a:xfrm flipH="1">
              <a:off x="4172057" y="2822136"/>
              <a:ext cx="78027" cy="1281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9" name="Straight Connector 318">
              <a:extLst>
                <a:ext uri="{FF2B5EF4-FFF2-40B4-BE49-F238E27FC236}">
                  <a16:creationId xmlns:a16="http://schemas.microsoft.com/office/drawing/2014/main" id="{413ED579-9557-4D53-4EB2-2298916BA690}"/>
                </a:ext>
              </a:extLst>
            </p:cNvPr>
            <p:cNvCxnSpPr>
              <a:stCxn id="163" idx="4"/>
              <a:endCxn id="172" idx="0"/>
            </p:cNvCxnSpPr>
            <p:nvPr/>
          </p:nvCxnSpPr>
          <p:spPr>
            <a:xfrm flipH="1">
              <a:off x="3875178" y="2822136"/>
              <a:ext cx="374906" cy="13754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0" name="Straight Connector 319">
              <a:extLst>
                <a:ext uri="{FF2B5EF4-FFF2-40B4-BE49-F238E27FC236}">
                  <a16:creationId xmlns:a16="http://schemas.microsoft.com/office/drawing/2014/main" id="{8AA06663-EE7C-290D-0D85-54C225A3F736}"/>
                </a:ext>
              </a:extLst>
            </p:cNvPr>
            <p:cNvCxnSpPr>
              <a:stCxn id="163" idx="4"/>
              <a:endCxn id="174" idx="0"/>
            </p:cNvCxnSpPr>
            <p:nvPr/>
          </p:nvCxnSpPr>
          <p:spPr>
            <a:xfrm>
              <a:off x="4250084" y="2822136"/>
              <a:ext cx="203226" cy="128114"/>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1" name="Straight Connector 320">
              <a:extLst>
                <a:ext uri="{FF2B5EF4-FFF2-40B4-BE49-F238E27FC236}">
                  <a16:creationId xmlns:a16="http://schemas.microsoft.com/office/drawing/2014/main" id="{83FA6E71-CAE9-AEFC-CA00-0A031CAA7B3E}"/>
                </a:ext>
              </a:extLst>
            </p:cNvPr>
            <p:cNvCxnSpPr>
              <a:stCxn id="164" idx="4"/>
              <a:endCxn id="269" idx="0"/>
            </p:cNvCxnSpPr>
            <p:nvPr/>
          </p:nvCxnSpPr>
          <p:spPr>
            <a:xfrm>
              <a:off x="3302254" y="2818219"/>
              <a:ext cx="0" cy="13203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2" name="Straight Connector 321">
              <a:extLst>
                <a:ext uri="{FF2B5EF4-FFF2-40B4-BE49-F238E27FC236}">
                  <a16:creationId xmlns:a16="http://schemas.microsoft.com/office/drawing/2014/main" id="{3C88DBE1-CE33-D1D1-AFD6-D3AF0CEF8B48}"/>
                </a:ext>
              </a:extLst>
            </p:cNvPr>
            <p:cNvCxnSpPr>
              <a:stCxn id="161" idx="4"/>
              <a:endCxn id="221" idx="0"/>
            </p:cNvCxnSpPr>
            <p:nvPr/>
          </p:nvCxnSpPr>
          <p:spPr>
            <a:xfrm>
              <a:off x="2432451" y="2855942"/>
              <a:ext cx="0" cy="94307"/>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36" name="Oval 335">
              <a:extLst>
                <a:ext uri="{FF2B5EF4-FFF2-40B4-BE49-F238E27FC236}">
                  <a16:creationId xmlns:a16="http://schemas.microsoft.com/office/drawing/2014/main" id="{10FA3FC0-F633-81CD-D1BE-7E7A756EC1F6}"/>
                </a:ext>
              </a:extLst>
            </p:cNvPr>
            <p:cNvSpPr/>
            <p:nvPr/>
          </p:nvSpPr>
          <p:spPr>
            <a:xfrm>
              <a:off x="3239032" y="1813906"/>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1" name="Oval 340">
              <a:extLst>
                <a:ext uri="{FF2B5EF4-FFF2-40B4-BE49-F238E27FC236}">
                  <a16:creationId xmlns:a16="http://schemas.microsoft.com/office/drawing/2014/main" id="{8885E41F-FB6F-528E-FA78-3C2C7F2D9C6F}"/>
                </a:ext>
              </a:extLst>
            </p:cNvPr>
            <p:cNvSpPr/>
            <p:nvPr/>
          </p:nvSpPr>
          <p:spPr>
            <a:xfrm>
              <a:off x="3521006" y="1459391"/>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7" name="TextBox 366">
              <a:extLst>
                <a:ext uri="{FF2B5EF4-FFF2-40B4-BE49-F238E27FC236}">
                  <a16:creationId xmlns:a16="http://schemas.microsoft.com/office/drawing/2014/main" id="{D223989E-34CB-1CBF-2B24-BE8208798BE7}"/>
                </a:ext>
              </a:extLst>
            </p:cNvPr>
            <p:cNvSpPr txBox="1"/>
            <p:nvPr/>
          </p:nvSpPr>
          <p:spPr>
            <a:xfrm>
              <a:off x="3445488" y="1452658"/>
              <a:ext cx="276038" cy="276999"/>
            </a:xfrm>
            <a:prstGeom prst="rect">
              <a:avLst/>
            </a:prstGeom>
            <a:noFill/>
          </p:spPr>
          <p:txBody>
            <a:bodyPr wrap="none" rtlCol="0">
              <a:spAutoFit/>
            </a:bodyPr>
            <a:lstStyle/>
            <a:p>
              <a:r>
                <a:rPr lang="en-US" sz="1200" dirty="0"/>
                <a:t>A</a:t>
              </a:r>
            </a:p>
          </p:txBody>
        </p:sp>
        <p:sp>
          <p:nvSpPr>
            <p:cNvPr id="368" name="TextBox 367">
              <a:extLst>
                <a:ext uri="{FF2B5EF4-FFF2-40B4-BE49-F238E27FC236}">
                  <a16:creationId xmlns:a16="http://schemas.microsoft.com/office/drawing/2014/main" id="{829EC8A6-9FB7-01D8-AE33-7BD80381B0A8}"/>
                </a:ext>
              </a:extLst>
            </p:cNvPr>
            <p:cNvSpPr txBox="1"/>
            <p:nvPr/>
          </p:nvSpPr>
          <p:spPr>
            <a:xfrm>
              <a:off x="3163514" y="1800415"/>
              <a:ext cx="277640" cy="276999"/>
            </a:xfrm>
            <a:prstGeom prst="rect">
              <a:avLst/>
            </a:prstGeom>
            <a:noFill/>
          </p:spPr>
          <p:txBody>
            <a:bodyPr wrap="none" rtlCol="0">
              <a:spAutoFit/>
            </a:bodyPr>
            <a:lstStyle/>
            <a:p>
              <a:r>
                <a:rPr lang="en-US" sz="1200" dirty="0"/>
                <a:t>B</a:t>
              </a:r>
            </a:p>
          </p:txBody>
        </p:sp>
        <p:sp>
          <p:nvSpPr>
            <p:cNvPr id="369" name="TextBox 368">
              <a:extLst>
                <a:ext uri="{FF2B5EF4-FFF2-40B4-BE49-F238E27FC236}">
                  <a16:creationId xmlns:a16="http://schemas.microsoft.com/office/drawing/2014/main" id="{49BBBA20-CAD2-E25C-98DD-AB926033FB83}"/>
                </a:ext>
              </a:extLst>
            </p:cNvPr>
            <p:cNvSpPr txBox="1"/>
            <p:nvPr/>
          </p:nvSpPr>
          <p:spPr>
            <a:xfrm>
              <a:off x="3164234" y="2174656"/>
              <a:ext cx="290464" cy="276999"/>
            </a:xfrm>
            <a:prstGeom prst="rect">
              <a:avLst/>
            </a:prstGeom>
            <a:noFill/>
          </p:spPr>
          <p:txBody>
            <a:bodyPr wrap="none" rtlCol="0">
              <a:spAutoFit/>
            </a:bodyPr>
            <a:lstStyle/>
            <a:p>
              <a:r>
                <a:rPr lang="en-US" sz="1200" dirty="0"/>
                <a:t>C</a:t>
              </a:r>
            </a:p>
          </p:txBody>
        </p:sp>
        <p:sp>
          <p:nvSpPr>
            <p:cNvPr id="373" name="Oval 372">
              <a:extLst>
                <a:ext uri="{FF2B5EF4-FFF2-40B4-BE49-F238E27FC236}">
                  <a16:creationId xmlns:a16="http://schemas.microsoft.com/office/drawing/2014/main" id="{89B91250-04ED-7723-FDDC-B14A798DA539}"/>
                </a:ext>
              </a:extLst>
            </p:cNvPr>
            <p:cNvSpPr/>
            <p:nvPr/>
          </p:nvSpPr>
          <p:spPr>
            <a:xfrm>
              <a:off x="3499729" y="1811052"/>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5" name="Oval 374">
              <a:extLst>
                <a:ext uri="{FF2B5EF4-FFF2-40B4-BE49-F238E27FC236}">
                  <a16:creationId xmlns:a16="http://schemas.microsoft.com/office/drawing/2014/main" id="{76A602AE-3CDC-0DF8-E845-6985575CD04E}"/>
                </a:ext>
              </a:extLst>
            </p:cNvPr>
            <p:cNvSpPr/>
            <p:nvPr/>
          </p:nvSpPr>
          <p:spPr>
            <a:xfrm>
              <a:off x="3762932" y="1804528"/>
              <a:ext cx="125002" cy="245199"/>
            </a:xfrm>
            <a:prstGeom prst="ellipse">
              <a:avLst/>
            </a:prstGeom>
            <a:solidFill>
              <a:schemeClr val="accent2">
                <a:lumMod val="60000"/>
                <a:lumOff val="4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9" name="Oval 378">
              <a:extLst>
                <a:ext uri="{FF2B5EF4-FFF2-40B4-BE49-F238E27FC236}">
                  <a16:creationId xmlns:a16="http://schemas.microsoft.com/office/drawing/2014/main" id="{0BC7BFD7-67DF-7BD1-02E2-3F9BDD9ADB4F}"/>
                </a:ext>
              </a:extLst>
            </p:cNvPr>
            <p:cNvSpPr/>
            <p:nvPr/>
          </p:nvSpPr>
          <p:spPr>
            <a:xfrm>
              <a:off x="3527851" y="2176190"/>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0" name="Oval 379">
              <a:extLst>
                <a:ext uri="{FF2B5EF4-FFF2-40B4-BE49-F238E27FC236}">
                  <a16:creationId xmlns:a16="http://schemas.microsoft.com/office/drawing/2014/main" id="{0F97D11A-2245-09A0-E28A-0DEA88744324}"/>
                </a:ext>
              </a:extLst>
            </p:cNvPr>
            <p:cNvSpPr/>
            <p:nvPr/>
          </p:nvSpPr>
          <p:spPr>
            <a:xfrm>
              <a:off x="3819717" y="2176190"/>
              <a:ext cx="125002" cy="245199"/>
            </a:xfrm>
            <a:prstGeom prst="ellipse">
              <a:avLst/>
            </a:prstGeom>
            <a:solidFill>
              <a:schemeClr val="accent3">
                <a:lumMod val="40000"/>
                <a:lumOff val="6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5" name="TextBox 424">
              <a:extLst>
                <a:ext uri="{FF2B5EF4-FFF2-40B4-BE49-F238E27FC236}">
                  <a16:creationId xmlns:a16="http://schemas.microsoft.com/office/drawing/2014/main" id="{6707B59B-6158-151C-4EA3-EFD7584819AE}"/>
                </a:ext>
              </a:extLst>
            </p:cNvPr>
            <p:cNvSpPr txBox="1"/>
            <p:nvPr/>
          </p:nvSpPr>
          <p:spPr>
            <a:xfrm>
              <a:off x="2225925" y="4060785"/>
              <a:ext cx="1911101" cy="369332"/>
            </a:xfrm>
            <a:prstGeom prst="rect">
              <a:avLst/>
            </a:prstGeom>
            <a:noFill/>
          </p:spPr>
          <p:txBody>
            <a:bodyPr wrap="none" rtlCol="0">
              <a:spAutoFit/>
            </a:bodyPr>
            <a:lstStyle/>
            <a:p>
              <a:pPr algn="ctr"/>
              <a:r>
                <a:rPr lang="en-US" dirty="0">
                  <a:latin typeface="Garamond" panose="02020404030301010803" pitchFamily="18" charset="0"/>
                </a:rPr>
                <a:t>Placement Sponsor</a:t>
              </a:r>
            </a:p>
          </p:txBody>
        </p:sp>
        <p:sp>
          <p:nvSpPr>
            <p:cNvPr id="428" name="TextBox 427">
              <a:extLst>
                <a:ext uri="{FF2B5EF4-FFF2-40B4-BE49-F238E27FC236}">
                  <a16:creationId xmlns:a16="http://schemas.microsoft.com/office/drawing/2014/main" id="{FF1156B0-8FC7-2718-ECCC-7DA0826AD5FF}"/>
                </a:ext>
              </a:extLst>
            </p:cNvPr>
            <p:cNvSpPr txBox="1"/>
            <p:nvPr/>
          </p:nvSpPr>
          <p:spPr>
            <a:xfrm>
              <a:off x="2655556" y="1023357"/>
              <a:ext cx="1938352" cy="369332"/>
            </a:xfrm>
            <a:prstGeom prst="rect">
              <a:avLst/>
            </a:prstGeom>
            <a:noFill/>
          </p:spPr>
          <p:txBody>
            <a:bodyPr wrap="none" rtlCol="0">
              <a:spAutoFit/>
            </a:bodyPr>
            <a:lstStyle/>
            <a:p>
              <a:pPr algn="ctr"/>
              <a:r>
                <a:rPr lang="en-US" dirty="0">
                  <a:latin typeface="Garamond" panose="02020404030301010803" pitchFamily="18" charset="0"/>
                </a:rPr>
                <a:t>Plan A 3 x 3 Matrix</a:t>
              </a:r>
            </a:p>
          </p:txBody>
        </p:sp>
      </p:grpSp>
      <p:cxnSp>
        <p:nvCxnSpPr>
          <p:cNvPr id="3" name="Straight Connector 2">
            <a:extLst>
              <a:ext uri="{FF2B5EF4-FFF2-40B4-BE49-F238E27FC236}">
                <a16:creationId xmlns:a16="http://schemas.microsoft.com/office/drawing/2014/main" id="{5A658116-A5D9-4347-2F1E-C533908E5E74}"/>
              </a:ext>
            </a:extLst>
          </p:cNvPr>
          <p:cNvCxnSpPr>
            <a:stCxn id="368" idx="2"/>
            <a:endCxn id="369" idx="0"/>
          </p:cNvCxnSpPr>
          <p:nvPr/>
        </p:nvCxnSpPr>
        <p:spPr>
          <a:xfrm>
            <a:off x="3302334" y="2077414"/>
            <a:ext cx="0" cy="9724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56A1FD8-8093-B518-88E8-8B9B2392CDA6}"/>
              </a:ext>
            </a:extLst>
          </p:cNvPr>
          <p:cNvCxnSpPr>
            <a:stCxn id="368" idx="2"/>
            <a:endCxn id="379" idx="0"/>
          </p:cNvCxnSpPr>
          <p:nvPr/>
        </p:nvCxnSpPr>
        <p:spPr>
          <a:xfrm>
            <a:off x="3302334" y="2077414"/>
            <a:ext cx="288018" cy="9877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073A4A0-785E-C146-6430-4F6891844CA0}"/>
              </a:ext>
            </a:extLst>
          </p:cNvPr>
          <p:cNvCxnSpPr>
            <a:stCxn id="368" idx="2"/>
            <a:endCxn id="380" idx="7"/>
          </p:cNvCxnSpPr>
          <p:nvPr/>
        </p:nvCxnSpPr>
        <p:spPr>
          <a:xfrm>
            <a:off x="3302334" y="2077414"/>
            <a:ext cx="579884" cy="9877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6D2BED4-14D8-2CD6-8054-15622D5C7EDB}"/>
              </a:ext>
            </a:extLst>
          </p:cNvPr>
          <p:cNvCxnSpPr>
            <a:stCxn id="367" idx="2"/>
            <a:endCxn id="368" idx="0"/>
          </p:cNvCxnSpPr>
          <p:nvPr/>
        </p:nvCxnSpPr>
        <p:spPr>
          <a:xfrm flipH="1">
            <a:off x="3302334" y="1729657"/>
            <a:ext cx="281173" cy="707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EA9C185-19F8-210A-AFA4-34A62EBE9EAA}"/>
              </a:ext>
            </a:extLst>
          </p:cNvPr>
          <p:cNvCxnSpPr>
            <a:stCxn id="367" idx="2"/>
            <a:endCxn id="373" idx="0"/>
          </p:cNvCxnSpPr>
          <p:nvPr/>
        </p:nvCxnSpPr>
        <p:spPr>
          <a:xfrm flipH="1">
            <a:off x="3562230" y="1729657"/>
            <a:ext cx="0" cy="8139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37494E3-175B-E7BF-CC60-D24DCDF5D517}"/>
              </a:ext>
            </a:extLst>
          </p:cNvPr>
          <p:cNvCxnSpPr>
            <a:cxnSpLocks/>
            <a:stCxn id="367" idx="2"/>
            <a:endCxn id="375" idx="0"/>
          </p:cNvCxnSpPr>
          <p:nvPr/>
        </p:nvCxnSpPr>
        <p:spPr>
          <a:xfrm>
            <a:off x="3583507" y="1729657"/>
            <a:ext cx="241926" cy="74871"/>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68582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BC3C3A6-3E77-0E8B-02CB-6BD8BCCF2C77}"/>
              </a:ext>
            </a:extLst>
          </p:cNvPr>
          <p:cNvGrpSpPr/>
          <p:nvPr/>
        </p:nvGrpSpPr>
        <p:grpSpPr>
          <a:xfrm>
            <a:off x="3719512" y="2524125"/>
            <a:ext cx="4752975" cy="1809751"/>
            <a:chOff x="0" y="0"/>
            <a:chExt cx="4752975" cy="1809751"/>
          </a:xfrm>
        </p:grpSpPr>
        <p:sp>
          <p:nvSpPr>
            <p:cNvPr id="3" name="Oval 2">
              <a:extLst>
                <a:ext uri="{FF2B5EF4-FFF2-40B4-BE49-F238E27FC236}">
                  <a16:creationId xmlns:a16="http://schemas.microsoft.com/office/drawing/2014/main" id="{8C02892B-A0E0-0D65-3CD9-597D4C2758D1}"/>
                </a:ext>
              </a:extLst>
            </p:cNvPr>
            <p:cNvSpPr/>
            <p:nvPr/>
          </p:nvSpPr>
          <p:spPr>
            <a:xfrm>
              <a:off x="2276475"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 name="Oval 3">
              <a:extLst>
                <a:ext uri="{FF2B5EF4-FFF2-40B4-BE49-F238E27FC236}">
                  <a16:creationId xmlns:a16="http://schemas.microsoft.com/office/drawing/2014/main" id="{A6E7B984-D833-D9A1-CCAB-3D7D20C33E3C}"/>
                </a:ext>
              </a:extLst>
            </p:cNvPr>
            <p:cNvSpPr/>
            <p:nvPr/>
          </p:nvSpPr>
          <p:spPr>
            <a:xfrm>
              <a:off x="685800" y="41910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 name="Straight Connector 4">
              <a:extLst>
                <a:ext uri="{FF2B5EF4-FFF2-40B4-BE49-F238E27FC236}">
                  <a16:creationId xmlns:a16="http://schemas.microsoft.com/office/drawing/2014/main" id="{9494C9BD-A8BB-F8ED-AC69-E75E168BA841}"/>
                </a:ext>
              </a:extLst>
            </p:cNvPr>
            <p:cNvCxnSpPr/>
            <p:nvPr/>
          </p:nvCxnSpPr>
          <p:spPr>
            <a:xfrm flipH="1">
              <a:off x="800100" y="247650"/>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EBCCF597-CD2D-AD47-99B8-1E82A1DC1B47}"/>
                </a:ext>
              </a:extLst>
            </p:cNvPr>
            <p:cNvSpPr/>
            <p:nvPr/>
          </p:nvSpPr>
          <p:spPr>
            <a:xfrm>
              <a:off x="3867150" y="41910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Oval 6">
              <a:extLst>
                <a:ext uri="{FF2B5EF4-FFF2-40B4-BE49-F238E27FC236}">
                  <a16:creationId xmlns:a16="http://schemas.microsoft.com/office/drawing/2014/main" id="{C7A7B673-E7E0-C544-0F4D-4B8956B756E7}"/>
                </a:ext>
              </a:extLst>
            </p:cNvPr>
            <p:cNvSpPr/>
            <p:nvPr/>
          </p:nvSpPr>
          <p:spPr>
            <a:xfrm>
              <a:off x="2276475" y="38100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8" name="Group 7">
              <a:extLst>
                <a:ext uri="{FF2B5EF4-FFF2-40B4-BE49-F238E27FC236}">
                  <a16:creationId xmlns:a16="http://schemas.microsoft.com/office/drawing/2014/main" id="{1D3A5570-DCB9-3377-CDB8-902D60B16E9A}"/>
                </a:ext>
              </a:extLst>
            </p:cNvPr>
            <p:cNvGrpSpPr/>
            <p:nvPr/>
          </p:nvGrpSpPr>
          <p:grpSpPr>
            <a:xfrm>
              <a:off x="1590675" y="762000"/>
              <a:ext cx="1571625" cy="1047751"/>
              <a:chOff x="0" y="0"/>
              <a:chExt cx="1571625" cy="1047751"/>
            </a:xfrm>
          </p:grpSpPr>
          <p:sp>
            <p:nvSpPr>
              <p:cNvPr id="111" name="Oval 110">
                <a:extLst>
                  <a:ext uri="{FF2B5EF4-FFF2-40B4-BE49-F238E27FC236}">
                    <a16:creationId xmlns:a16="http://schemas.microsoft.com/office/drawing/2014/main" id="{987D84E3-6889-8955-23C0-B281E53E4F36}"/>
                  </a:ext>
                </a:extLst>
              </p:cNvPr>
              <p:cNvSpPr/>
              <p:nvPr/>
            </p:nvSpPr>
            <p:spPr>
              <a:xfrm>
                <a:off x="142875" y="95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2" name="Oval 111">
                <a:extLst>
                  <a:ext uri="{FF2B5EF4-FFF2-40B4-BE49-F238E27FC236}">
                    <a16:creationId xmlns:a16="http://schemas.microsoft.com/office/drawing/2014/main" id="{921F342F-2332-A5A4-0A12-78D648ACFF19}"/>
                  </a:ext>
                </a:extLst>
              </p:cNvPr>
              <p:cNvSpPr/>
              <p:nvPr/>
            </p:nvSpPr>
            <p:spPr>
              <a:xfrm>
                <a:off x="685800"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 name="Oval 112">
                <a:extLst>
                  <a:ext uri="{FF2B5EF4-FFF2-40B4-BE49-F238E27FC236}">
                    <a16:creationId xmlns:a16="http://schemas.microsoft.com/office/drawing/2014/main" id="{A6133977-4EB1-F956-C2B0-AE4CF98B134E}"/>
                  </a:ext>
                </a:extLst>
              </p:cNvPr>
              <p:cNvSpPr/>
              <p:nvPr/>
            </p:nvSpPr>
            <p:spPr>
              <a:xfrm>
                <a:off x="1200150"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14" name="Group 113">
                <a:extLst>
                  <a:ext uri="{FF2B5EF4-FFF2-40B4-BE49-F238E27FC236}">
                    <a16:creationId xmlns:a16="http://schemas.microsoft.com/office/drawing/2014/main" id="{321CC783-3E93-D1BB-7D41-C83CEAD7A127}"/>
                  </a:ext>
                </a:extLst>
              </p:cNvPr>
              <p:cNvGrpSpPr/>
              <p:nvPr/>
            </p:nvGrpSpPr>
            <p:grpSpPr>
              <a:xfrm>
                <a:off x="533400" y="276225"/>
                <a:ext cx="514350" cy="771526"/>
                <a:chOff x="0" y="0"/>
                <a:chExt cx="895350" cy="876300"/>
              </a:xfrm>
            </p:grpSpPr>
            <p:grpSp>
              <p:nvGrpSpPr>
                <p:cNvPr id="145" name="Group 144">
                  <a:extLst>
                    <a:ext uri="{FF2B5EF4-FFF2-40B4-BE49-F238E27FC236}">
                      <a16:creationId xmlns:a16="http://schemas.microsoft.com/office/drawing/2014/main" id="{A990799D-37C7-E636-F13B-3E08E830E363}"/>
                    </a:ext>
                  </a:extLst>
                </p:cNvPr>
                <p:cNvGrpSpPr/>
                <p:nvPr/>
              </p:nvGrpSpPr>
              <p:grpSpPr>
                <a:xfrm>
                  <a:off x="0" y="285750"/>
                  <a:ext cx="895350" cy="590550"/>
                  <a:chOff x="0" y="0"/>
                  <a:chExt cx="895350" cy="590550"/>
                </a:xfrm>
              </p:grpSpPr>
              <p:sp>
                <p:nvSpPr>
                  <p:cNvPr id="147" name="Isosceles Triangle 146">
                    <a:extLst>
                      <a:ext uri="{FF2B5EF4-FFF2-40B4-BE49-F238E27FC236}">
                        <a16:creationId xmlns:a16="http://schemas.microsoft.com/office/drawing/2014/main" id="{38B10DF0-8394-E2B0-4FEC-57A51991404A}"/>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8" name="Isosceles Triangle 147">
                    <a:extLst>
                      <a:ext uri="{FF2B5EF4-FFF2-40B4-BE49-F238E27FC236}">
                        <a16:creationId xmlns:a16="http://schemas.microsoft.com/office/drawing/2014/main" id="{5AB9D9B0-6D86-5DB5-4DD2-AA3D6AC7CB2A}"/>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9" name="Isosceles Triangle 148">
                    <a:extLst>
                      <a:ext uri="{FF2B5EF4-FFF2-40B4-BE49-F238E27FC236}">
                        <a16:creationId xmlns:a16="http://schemas.microsoft.com/office/drawing/2014/main" id="{E0E0DB7C-DB06-5B04-6074-52394531D754}"/>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0" name="Isosceles Triangle 149">
                    <a:extLst>
                      <a:ext uri="{FF2B5EF4-FFF2-40B4-BE49-F238E27FC236}">
                        <a16:creationId xmlns:a16="http://schemas.microsoft.com/office/drawing/2014/main" id="{D79A1B34-888C-324E-A5C8-472C97838D38}"/>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1" name="Isosceles Triangle 150">
                    <a:extLst>
                      <a:ext uri="{FF2B5EF4-FFF2-40B4-BE49-F238E27FC236}">
                        <a16:creationId xmlns:a16="http://schemas.microsoft.com/office/drawing/2014/main" id="{141628A5-B129-4D62-CD9B-00A443D24E40}"/>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2" name="Isosceles Triangle 151">
                    <a:extLst>
                      <a:ext uri="{FF2B5EF4-FFF2-40B4-BE49-F238E27FC236}">
                        <a16:creationId xmlns:a16="http://schemas.microsoft.com/office/drawing/2014/main" id="{9084E6A3-D669-4023-DB29-C6E16BF6AF4D}"/>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3" name="Isosceles Triangle 152">
                    <a:extLst>
                      <a:ext uri="{FF2B5EF4-FFF2-40B4-BE49-F238E27FC236}">
                        <a16:creationId xmlns:a16="http://schemas.microsoft.com/office/drawing/2014/main" id="{94CEF24F-BEC8-7CC2-05F2-CB3A61260964}"/>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4" name="Isosceles Triangle 153">
                    <a:extLst>
                      <a:ext uri="{FF2B5EF4-FFF2-40B4-BE49-F238E27FC236}">
                        <a16:creationId xmlns:a16="http://schemas.microsoft.com/office/drawing/2014/main" id="{DEC9B1C4-D0C5-137E-2AF5-7C900E8C15A3}"/>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5" name="Isosceles Triangle 154">
                    <a:extLst>
                      <a:ext uri="{FF2B5EF4-FFF2-40B4-BE49-F238E27FC236}">
                        <a16:creationId xmlns:a16="http://schemas.microsoft.com/office/drawing/2014/main" id="{785FF710-B988-4293-2F10-BCD2864BEF90}"/>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6" name="Isosceles Triangle 155">
                    <a:extLst>
                      <a:ext uri="{FF2B5EF4-FFF2-40B4-BE49-F238E27FC236}">
                        <a16:creationId xmlns:a16="http://schemas.microsoft.com/office/drawing/2014/main" id="{0FD6534C-491E-6CC4-3E3E-4688F6058A74}"/>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7" name="Isosceles Triangle 156">
                    <a:extLst>
                      <a:ext uri="{FF2B5EF4-FFF2-40B4-BE49-F238E27FC236}">
                        <a16:creationId xmlns:a16="http://schemas.microsoft.com/office/drawing/2014/main" id="{E7C4D08D-E360-F430-71CF-DB46379A7C27}"/>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8" name="Isosceles Triangle 157">
                    <a:extLst>
                      <a:ext uri="{FF2B5EF4-FFF2-40B4-BE49-F238E27FC236}">
                        <a16:creationId xmlns:a16="http://schemas.microsoft.com/office/drawing/2014/main" id="{93DF24A9-91E7-BBE9-AD69-1798B195438E}"/>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46" name="Isosceles Triangle 145">
                  <a:extLst>
                    <a:ext uri="{FF2B5EF4-FFF2-40B4-BE49-F238E27FC236}">
                      <a16:creationId xmlns:a16="http://schemas.microsoft.com/office/drawing/2014/main" id="{46186B38-985B-70C8-58B2-83A3653028A6}"/>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15" name="Group 114">
                <a:extLst>
                  <a:ext uri="{FF2B5EF4-FFF2-40B4-BE49-F238E27FC236}">
                    <a16:creationId xmlns:a16="http://schemas.microsoft.com/office/drawing/2014/main" id="{0F1E53CB-AE12-FFAB-558A-476239C4B6D0}"/>
                  </a:ext>
                </a:extLst>
              </p:cNvPr>
              <p:cNvGrpSpPr/>
              <p:nvPr/>
            </p:nvGrpSpPr>
            <p:grpSpPr>
              <a:xfrm>
                <a:off x="0" y="276225"/>
                <a:ext cx="514350" cy="771526"/>
                <a:chOff x="0" y="0"/>
                <a:chExt cx="895350" cy="876300"/>
              </a:xfrm>
            </p:grpSpPr>
            <p:grpSp>
              <p:nvGrpSpPr>
                <p:cNvPr id="131" name="Group 130">
                  <a:extLst>
                    <a:ext uri="{FF2B5EF4-FFF2-40B4-BE49-F238E27FC236}">
                      <a16:creationId xmlns:a16="http://schemas.microsoft.com/office/drawing/2014/main" id="{A2D05CF9-0C68-4BAB-4412-0E02892F5F17}"/>
                    </a:ext>
                  </a:extLst>
                </p:cNvPr>
                <p:cNvGrpSpPr/>
                <p:nvPr/>
              </p:nvGrpSpPr>
              <p:grpSpPr>
                <a:xfrm>
                  <a:off x="0" y="285750"/>
                  <a:ext cx="895350" cy="590550"/>
                  <a:chOff x="0" y="0"/>
                  <a:chExt cx="895350" cy="590550"/>
                </a:xfrm>
              </p:grpSpPr>
              <p:sp>
                <p:nvSpPr>
                  <p:cNvPr id="133" name="Isosceles Triangle 132">
                    <a:extLst>
                      <a:ext uri="{FF2B5EF4-FFF2-40B4-BE49-F238E27FC236}">
                        <a16:creationId xmlns:a16="http://schemas.microsoft.com/office/drawing/2014/main" id="{F815C58E-C2E3-A334-5C58-832DE660FE26}"/>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4" name="Isosceles Triangle 133">
                    <a:extLst>
                      <a:ext uri="{FF2B5EF4-FFF2-40B4-BE49-F238E27FC236}">
                        <a16:creationId xmlns:a16="http://schemas.microsoft.com/office/drawing/2014/main" id="{E707770C-7C4D-80D9-D704-B4E585CD772B}"/>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5" name="Isosceles Triangle 134">
                    <a:extLst>
                      <a:ext uri="{FF2B5EF4-FFF2-40B4-BE49-F238E27FC236}">
                        <a16:creationId xmlns:a16="http://schemas.microsoft.com/office/drawing/2014/main" id="{C3A38849-4FA7-1365-11B4-D0303C227A36}"/>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6" name="Isosceles Triangle 135">
                    <a:extLst>
                      <a:ext uri="{FF2B5EF4-FFF2-40B4-BE49-F238E27FC236}">
                        <a16:creationId xmlns:a16="http://schemas.microsoft.com/office/drawing/2014/main" id="{E60C749F-9A69-2783-B945-E7B22487A56A}"/>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7" name="Isosceles Triangle 136">
                    <a:extLst>
                      <a:ext uri="{FF2B5EF4-FFF2-40B4-BE49-F238E27FC236}">
                        <a16:creationId xmlns:a16="http://schemas.microsoft.com/office/drawing/2014/main" id="{8664D1BD-D4DA-9A14-3CEF-3B722EFB84D2}"/>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8" name="Isosceles Triangle 137">
                    <a:extLst>
                      <a:ext uri="{FF2B5EF4-FFF2-40B4-BE49-F238E27FC236}">
                        <a16:creationId xmlns:a16="http://schemas.microsoft.com/office/drawing/2014/main" id="{4946C2C9-5083-F6BE-61A6-407BBC6CCF0E}"/>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9" name="Isosceles Triangle 138">
                    <a:extLst>
                      <a:ext uri="{FF2B5EF4-FFF2-40B4-BE49-F238E27FC236}">
                        <a16:creationId xmlns:a16="http://schemas.microsoft.com/office/drawing/2014/main" id="{F398D8C5-95B2-3441-D618-DC599C96F771}"/>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0" name="Isosceles Triangle 139">
                    <a:extLst>
                      <a:ext uri="{FF2B5EF4-FFF2-40B4-BE49-F238E27FC236}">
                        <a16:creationId xmlns:a16="http://schemas.microsoft.com/office/drawing/2014/main" id="{75A4EF03-8671-8B78-CE95-EB13CC5F1510}"/>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1" name="Isosceles Triangle 140">
                    <a:extLst>
                      <a:ext uri="{FF2B5EF4-FFF2-40B4-BE49-F238E27FC236}">
                        <a16:creationId xmlns:a16="http://schemas.microsoft.com/office/drawing/2014/main" id="{B375D6D3-4A5F-1227-CEC7-E0F16A9AED5C}"/>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2" name="Isosceles Triangle 141">
                    <a:extLst>
                      <a:ext uri="{FF2B5EF4-FFF2-40B4-BE49-F238E27FC236}">
                        <a16:creationId xmlns:a16="http://schemas.microsoft.com/office/drawing/2014/main" id="{3D0A5EA4-276A-1BB3-6042-D7398F052D44}"/>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3" name="Isosceles Triangle 142">
                    <a:extLst>
                      <a:ext uri="{FF2B5EF4-FFF2-40B4-BE49-F238E27FC236}">
                        <a16:creationId xmlns:a16="http://schemas.microsoft.com/office/drawing/2014/main" id="{6171D30D-8C69-5BB9-808C-9E7472F1A976}"/>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4" name="Isosceles Triangle 143">
                    <a:extLst>
                      <a:ext uri="{FF2B5EF4-FFF2-40B4-BE49-F238E27FC236}">
                        <a16:creationId xmlns:a16="http://schemas.microsoft.com/office/drawing/2014/main" id="{57D2AAB7-57E9-1912-16A5-9BAE8ACB794B}"/>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32" name="Isosceles Triangle 131">
                  <a:extLst>
                    <a:ext uri="{FF2B5EF4-FFF2-40B4-BE49-F238E27FC236}">
                      <a16:creationId xmlns:a16="http://schemas.microsoft.com/office/drawing/2014/main" id="{6255AB18-76AE-8583-987B-843888E3EDFA}"/>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16" name="Group 115">
                <a:extLst>
                  <a:ext uri="{FF2B5EF4-FFF2-40B4-BE49-F238E27FC236}">
                    <a16:creationId xmlns:a16="http://schemas.microsoft.com/office/drawing/2014/main" id="{8D942FDE-178B-6505-D3A6-921EA327C1A2}"/>
                  </a:ext>
                </a:extLst>
              </p:cNvPr>
              <p:cNvGrpSpPr/>
              <p:nvPr/>
            </p:nvGrpSpPr>
            <p:grpSpPr>
              <a:xfrm>
                <a:off x="1057275" y="276225"/>
                <a:ext cx="514350" cy="771526"/>
                <a:chOff x="0" y="0"/>
                <a:chExt cx="895350" cy="876300"/>
              </a:xfrm>
            </p:grpSpPr>
            <p:grpSp>
              <p:nvGrpSpPr>
                <p:cNvPr id="117" name="Group 116">
                  <a:extLst>
                    <a:ext uri="{FF2B5EF4-FFF2-40B4-BE49-F238E27FC236}">
                      <a16:creationId xmlns:a16="http://schemas.microsoft.com/office/drawing/2014/main" id="{166B211C-FC42-013F-1F8E-90E61B14A917}"/>
                    </a:ext>
                  </a:extLst>
                </p:cNvPr>
                <p:cNvGrpSpPr/>
                <p:nvPr/>
              </p:nvGrpSpPr>
              <p:grpSpPr>
                <a:xfrm>
                  <a:off x="0" y="285750"/>
                  <a:ext cx="895350" cy="590550"/>
                  <a:chOff x="0" y="0"/>
                  <a:chExt cx="895350" cy="590550"/>
                </a:xfrm>
              </p:grpSpPr>
              <p:sp>
                <p:nvSpPr>
                  <p:cNvPr id="119" name="Isosceles Triangle 118">
                    <a:extLst>
                      <a:ext uri="{FF2B5EF4-FFF2-40B4-BE49-F238E27FC236}">
                        <a16:creationId xmlns:a16="http://schemas.microsoft.com/office/drawing/2014/main" id="{5B21A063-B1D4-A5B0-FF2D-FF3224C02D24}"/>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0" name="Isosceles Triangle 119">
                    <a:extLst>
                      <a:ext uri="{FF2B5EF4-FFF2-40B4-BE49-F238E27FC236}">
                        <a16:creationId xmlns:a16="http://schemas.microsoft.com/office/drawing/2014/main" id="{F8E1E3CF-5868-CF82-C9A7-7AE65CCF5053}"/>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1" name="Isosceles Triangle 120">
                    <a:extLst>
                      <a:ext uri="{FF2B5EF4-FFF2-40B4-BE49-F238E27FC236}">
                        <a16:creationId xmlns:a16="http://schemas.microsoft.com/office/drawing/2014/main" id="{C0E6A3CD-ADBF-30EF-4547-D28893738044}"/>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2" name="Isosceles Triangle 121">
                    <a:extLst>
                      <a:ext uri="{FF2B5EF4-FFF2-40B4-BE49-F238E27FC236}">
                        <a16:creationId xmlns:a16="http://schemas.microsoft.com/office/drawing/2014/main" id="{0E132D3A-9522-DD0A-E680-A758C24BDDA7}"/>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3" name="Isosceles Triangle 122">
                    <a:extLst>
                      <a:ext uri="{FF2B5EF4-FFF2-40B4-BE49-F238E27FC236}">
                        <a16:creationId xmlns:a16="http://schemas.microsoft.com/office/drawing/2014/main" id="{6801A059-D3F8-BB66-4343-DC14B2BF0146}"/>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4" name="Isosceles Triangle 123">
                    <a:extLst>
                      <a:ext uri="{FF2B5EF4-FFF2-40B4-BE49-F238E27FC236}">
                        <a16:creationId xmlns:a16="http://schemas.microsoft.com/office/drawing/2014/main" id="{CBA65F2D-D8C8-8AF1-1F39-C00DDBBEFFC3}"/>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5" name="Isosceles Triangle 124">
                    <a:extLst>
                      <a:ext uri="{FF2B5EF4-FFF2-40B4-BE49-F238E27FC236}">
                        <a16:creationId xmlns:a16="http://schemas.microsoft.com/office/drawing/2014/main" id="{5788E65B-B1D4-F827-9578-5B634425519C}"/>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6" name="Isosceles Triangle 125">
                    <a:extLst>
                      <a:ext uri="{FF2B5EF4-FFF2-40B4-BE49-F238E27FC236}">
                        <a16:creationId xmlns:a16="http://schemas.microsoft.com/office/drawing/2014/main" id="{BC014CDF-78B6-E986-9D93-DA63012A0D41}"/>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7" name="Isosceles Triangle 126">
                    <a:extLst>
                      <a:ext uri="{FF2B5EF4-FFF2-40B4-BE49-F238E27FC236}">
                        <a16:creationId xmlns:a16="http://schemas.microsoft.com/office/drawing/2014/main" id="{428C5A87-39D5-32B8-230A-C2AC84CC204C}"/>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8" name="Isosceles Triangle 127">
                    <a:extLst>
                      <a:ext uri="{FF2B5EF4-FFF2-40B4-BE49-F238E27FC236}">
                        <a16:creationId xmlns:a16="http://schemas.microsoft.com/office/drawing/2014/main" id="{8ED7B8AF-7EE1-DE16-30A7-1D05F6C13B7B}"/>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9" name="Isosceles Triangle 128">
                    <a:extLst>
                      <a:ext uri="{FF2B5EF4-FFF2-40B4-BE49-F238E27FC236}">
                        <a16:creationId xmlns:a16="http://schemas.microsoft.com/office/drawing/2014/main" id="{9BC9D78A-BE44-E84B-D5E9-531F0FF91AF8}"/>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0" name="Isosceles Triangle 129">
                    <a:extLst>
                      <a:ext uri="{FF2B5EF4-FFF2-40B4-BE49-F238E27FC236}">
                        <a16:creationId xmlns:a16="http://schemas.microsoft.com/office/drawing/2014/main" id="{1850D750-7F67-462A-CF0B-281E0B10A72B}"/>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18" name="Isosceles Triangle 117">
                  <a:extLst>
                    <a:ext uri="{FF2B5EF4-FFF2-40B4-BE49-F238E27FC236}">
                      <a16:creationId xmlns:a16="http://schemas.microsoft.com/office/drawing/2014/main" id="{10FF4F21-C656-2BBC-9449-EBFC332A432A}"/>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9" name="Group 8">
              <a:extLst>
                <a:ext uri="{FF2B5EF4-FFF2-40B4-BE49-F238E27FC236}">
                  <a16:creationId xmlns:a16="http://schemas.microsoft.com/office/drawing/2014/main" id="{FF1E1A27-F643-1CBE-FF2C-62158D644D3D}"/>
                </a:ext>
              </a:extLst>
            </p:cNvPr>
            <p:cNvGrpSpPr/>
            <p:nvPr/>
          </p:nvGrpSpPr>
          <p:grpSpPr>
            <a:xfrm>
              <a:off x="0" y="762000"/>
              <a:ext cx="1571625" cy="1047751"/>
              <a:chOff x="0" y="0"/>
              <a:chExt cx="1571625" cy="1047751"/>
            </a:xfrm>
          </p:grpSpPr>
          <p:sp>
            <p:nvSpPr>
              <p:cNvPr id="63" name="Oval 62">
                <a:extLst>
                  <a:ext uri="{FF2B5EF4-FFF2-40B4-BE49-F238E27FC236}">
                    <a16:creationId xmlns:a16="http://schemas.microsoft.com/office/drawing/2014/main" id="{82550FD4-DEF0-6D0B-775A-6D98EDC57D5D}"/>
                  </a:ext>
                </a:extLst>
              </p:cNvPr>
              <p:cNvSpPr/>
              <p:nvPr/>
            </p:nvSpPr>
            <p:spPr>
              <a:xfrm>
                <a:off x="142875" y="95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4" name="Oval 63">
                <a:extLst>
                  <a:ext uri="{FF2B5EF4-FFF2-40B4-BE49-F238E27FC236}">
                    <a16:creationId xmlns:a16="http://schemas.microsoft.com/office/drawing/2014/main" id="{E1C894F9-A6C8-0558-9677-11F06AC83CD2}"/>
                  </a:ext>
                </a:extLst>
              </p:cNvPr>
              <p:cNvSpPr/>
              <p:nvPr/>
            </p:nvSpPr>
            <p:spPr>
              <a:xfrm>
                <a:off x="685800"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5" name="Oval 64">
                <a:extLst>
                  <a:ext uri="{FF2B5EF4-FFF2-40B4-BE49-F238E27FC236}">
                    <a16:creationId xmlns:a16="http://schemas.microsoft.com/office/drawing/2014/main" id="{28E342E6-9D81-561C-7FCF-D6068E6B1B13}"/>
                  </a:ext>
                </a:extLst>
              </p:cNvPr>
              <p:cNvSpPr/>
              <p:nvPr/>
            </p:nvSpPr>
            <p:spPr>
              <a:xfrm>
                <a:off x="1200150"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66" name="Group 65">
                <a:extLst>
                  <a:ext uri="{FF2B5EF4-FFF2-40B4-BE49-F238E27FC236}">
                    <a16:creationId xmlns:a16="http://schemas.microsoft.com/office/drawing/2014/main" id="{9E3E7FCE-E7D9-27CC-9888-37DDA85558DD}"/>
                  </a:ext>
                </a:extLst>
              </p:cNvPr>
              <p:cNvGrpSpPr/>
              <p:nvPr/>
            </p:nvGrpSpPr>
            <p:grpSpPr>
              <a:xfrm>
                <a:off x="533400" y="276225"/>
                <a:ext cx="514350" cy="771526"/>
                <a:chOff x="0" y="0"/>
                <a:chExt cx="895350" cy="876300"/>
              </a:xfrm>
            </p:grpSpPr>
            <p:grpSp>
              <p:nvGrpSpPr>
                <p:cNvPr id="97" name="Group 96">
                  <a:extLst>
                    <a:ext uri="{FF2B5EF4-FFF2-40B4-BE49-F238E27FC236}">
                      <a16:creationId xmlns:a16="http://schemas.microsoft.com/office/drawing/2014/main" id="{E1D7D04D-34CD-6008-5B7B-6BB2C41B092B}"/>
                    </a:ext>
                  </a:extLst>
                </p:cNvPr>
                <p:cNvGrpSpPr/>
                <p:nvPr/>
              </p:nvGrpSpPr>
              <p:grpSpPr>
                <a:xfrm>
                  <a:off x="0" y="285750"/>
                  <a:ext cx="895350" cy="590550"/>
                  <a:chOff x="0" y="0"/>
                  <a:chExt cx="895350" cy="590550"/>
                </a:xfrm>
              </p:grpSpPr>
              <p:sp>
                <p:nvSpPr>
                  <p:cNvPr id="99" name="Isosceles Triangle 98">
                    <a:extLst>
                      <a:ext uri="{FF2B5EF4-FFF2-40B4-BE49-F238E27FC236}">
                        <a16:creationId xmlns:a16="http://schemas.microsoft.com/office/drawing/2014/main" id="{DF188809-1807-E1A8-1C43-A03F2F8017E0}"/>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0" name="Isosceles Triangle 99">
                    <a:extLst>
                      <a:ext uri="{FF2B5EF4-FFF2-40B4-BE49-F238E27FC236}">
                        <a16:creationId xmlns:a16="http://schemas.microsoft.com/office/drawing/2014/main" id="{98BD8386-2936-B7CF-76D5-5A784114AB74}"/>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1" name="Isosceles Triangle 100">
                    <a:extLst>
                      <a:ext uri="{FF2B5EF4-FFF2-40B4-BE49-F238E27FC236}">
                        <a16:creationId xmlns:a16="http://schemas.microsoft.com/office/drawing/2014/main" id="{7672A862-C74E-CA75-5EED-6EA691231445}"/>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2" name="Isosceles Triangle 101">
                    <a:extLst>
                      <a:ext uri="{FF2B5EF4-FFF2-40B4-BE49-F238E27FC236}">
                        <a16:creationId xmlns:a16="http://schemas.microsoft.com/office/drawing/2014/main" id="{421D1B6D-DA3A-96D2-D175-0542F66080A2}"/>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3" name="Isosceles Triangle 102">
                    <a:extLst>
                      <a:ext uri="{FF2B5EF4-FFF2-40B4-BE49-F238E27FC236}">
                        <a16:creationId xmlns:a16="http://schemas.microsoft.com/office/drawing/2014/main" id="{96A84FD2-3CD5-A2E6-EB51-448B63D77C8C}"/>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4" name="Isosceles Triangle 103">
                    <a:extLst>
                      <a:ext uri="{FF2B5EF4-FFF2-40B4-BE49-F238E27FC236}">
                        <a16:creationId xmlns:a16="http://schemas.microsoft.com/office/drawing/2014/main" id="{CE3C7956-DC5D-E71C-EF47-6319A8C4EF6F}"/>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5" name="Isosceles Triangle 104">
                    <a:extLst>
                      <a:ext uri="{FF2B5EF4-FFF2-40B4-BE49-F238E27FC236}">
                        <a16:creationId xmlns:a16="http://schemas.microsoft.com/office/drawing/2014/main" id="{6EDDDD52-6D29-BD72-9B05-9C0AB693FFFD}"/>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6" name="Isosceles Triangle 105">
                    <a:extLst>
                      <a:ext uri="{FF2B5EF4-FFF2-40B4-BE49-F238E27FC236}">
                        <a16:creationId xmlns:a16="http://schemas.microsoft.com/office/drawing/2014/main" id="{038AAF80-8C10-325A-232A-62C3613AACC3}"/>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7" name="Isosceles Triangle 106">
                    <a:extLst>
                      <a:ext uri="{FF2B5EF4-FFF2-40B4-BE49-F238E27FC236}">
                        <a16:creationId xmlns:a16="http://schemas.microsoft.com/office/drawing/2014/main" id="{93E14A16-28E4-DEBB-2D79-92DA4909E972}"/>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8" name="Isosceles Triangle 107">
                    <a:extLst>
                      <a:ext uri="{FF2B5EF4-FFF2-40B4-BE49-F238E27FC236}">
                        <a16:creationId xmlns:a16="http://schemas.microsoft.com/office/drawing/2014/main" id="{D9E67195-C4BA-4C56-CED2-E00157A58505}"/>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9" name="Isosceles Triangle 108">
                    <a:extLst>
                      <a:ext uri="{FF2B5EF4-FFF2-40B4-BE49-F238E27FC236}">
                        <a16:creationId xmlns:a16="http://schemas.microsoft.com/office/drawing/2014/main" id="{E425ABCA-7031-5E96-CEBA-B69C7E3D061A}"/>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0" name="Isosceles Triangle 109">
                    <a:extLst>
                      <a:ext uri="{FF2B5EF4-FFF2-40B4-BE49-F238E27FC236}">
                        <a16:creationId xmlns:a16="http://schemas.microsoft.com/office/drawing/2014/main" id="{5B3E7D68-DBDB-9CDA-BE60-B3107B7A2C80}"/>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98" name="Isosceles Triangle 97">
                  <a:extLst>
                    <a:ext uri="{FF2B5EF4-FFF2-40B4-BE49-F238E27FC236}">
                      <a16:creationId xmlns:a16="http://schemas.microsoft.com/office/drawing/2014/main" id="{E7BC7FE7-9304-05FA-168E-7050803CBC32}"/>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67" name="Group 66">
                <a:extLst>
                  <a:ext uri="{FF2B5EF4-FFF2-40B4-BE49-F238E27FC236}">
                    <a16:creationId xmlns:a16="http://schemas.microsoft.com/office/drawing/2014/main" id="{E0A5FD2B-601F-9CB9-1F4E-4C18186381FF}"/>
                  </a:ext>
                </a:extLst>
              </p:cNvPr>
              <p:cNvGrpSpPr/>
              <p:nvPr/>
            </p:nvGrpSpPr>
            <p:grpSpPr>
              <a:xfrm>
                <a:off x="0" y="276225"/>
                <a:ext cx="514350" cy="771526"/>
                <a:chOff x="0" y="0"/>
                <a:chExt cx="895350" cy="876300"/>
              </a:xfrm>
            </p:grpSpPr>
            <p:grpSp>
              <p:nvGrpSpPr>
                <p:cNvPr id="83" name="Group 82">
                  <a:extLst>
                    <a:ext uri="{FF2B5EF4-FFF2-40B4-BE49-F238E27FC236}">
                      <a16:creationId xmlns:a16="http://schemas.microsoft.com/office/drawing/2014/main" id="{A73023FC-B1D4-CEB5-19BB-8E25467CD940}"/>
                    </a:ext>
                  </a:extLst>
                </p:cNvPr>
                <p:cNvGrpSpPr/>
                <p:nvPr/>
              </p:nvGrpSpPr>
              <p:grpSpPr>
                <a:xfrm>
                  <a:off x="0" y="285750"/>
                  <a:ext cx="895350" cy="590550"/>
                  <a:chOff x="0" y="0"/>
                  <a:chExt cx="895350" cy="590550"/>
                </a:xfrm>
              </p:grpSpPr>
              <p:sp>
                <p:nvSpPr>
                  <p:cNvPr id="85" name="Isosceles Triangle 84">
                    <a:extLst>
                      <a:ext uri="{FF2B5EF4-FFF2-40B4-BE49-F238E27FC236}">
                        <a16:creationId xmlns:a16="http://schemas.microsoft.com/office/drawing/2014/main" id="{7AA5A0F4-66F7-932C-146B-03DD31C97F53}"/>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 name="Isosceles Triangle 85">
                    <a:extLst>
                      <a:ext uri="{FF2B5EF4-FFF2-40B4-BE49-F238E27FC236}">
                        <a16:creationId xmlns:a16="http://schemas.microsoft.com/office/drawing/2014/main" id="{211F9FAB-30A0-B4C8-969F-0E5355B002F6}"/>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7" name="Isosceles Triangle 86">
                    <a:extLst>
                      <a:ext uri="{FF2B5EF4-FFF2-40B4-BE49-F238E27FC236}">
                        <a16:creationId xmlns:a16="http://schemas.microsoft.com/office/drawing/2014/main" id="{3CBE7273-3F95-7F1A-C6BF-146053744BC3}"/>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8" name="Isosceles Triangle 87">
                    <a:extLst>
                      <a:ext uri="{FF2B5EF4-FFF2-40B4-BE49-F238E27FC236}">
                        <a16:creationId xmlns:a16="http://schemas.microsoft.com/office/drawing/2014/main" id="{3DDD2346-9EB3-1068-5877-82540348A955}"/>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9" name="Isosceles Triangle 88">
                    <a:extLst>
                      <a:ext uri="{FF2B5EF4-FFF2-40B4-BE49-F238E27FC236}">
                        <a16:creationId xmlns:a16="http://schemas.microsoft.com/office/drawing/2014/main" id="{3B85134C-E30B-5B32-AD45-435318D943E3}"/>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0" name="Isosceles Triangle 89">
                    <a:extLst>
                      <a:ext uri="{FF2B5EF4-FFF2-40B4-BE49-F238E27FC236}">
                        <a16:creationId xmlns:a16="http://schemas.microsoft.com/office/drawing/2014/main" id="{DC04F343-A8B8-BE56-B2FB-6EB0DB89218F}"/>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1" name="Isosceles Triangle 90">
                    <a:extLst>
                      <a:ext uri="{FF2B5EF4-FFF2-40B4-BE49-F238E27FC236}">
                        <a16:creationId xmlns:a16="http://schemas.microsoft.com/office/drawing/2014/main" id="{7ACC4CB3-7BD1-C677-25D2-61612D41B602}"/>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2" name="Isosceles Triangle 91">
                    <a:extLst>
                      <a:ext uri="{FF2B5EF4-FFF2-40B4-BE49-F238E27FC236}">
                        <a16:creationId xmlns:a16="http://schemas.microsoft.com/office/drawing/2014/main" id="{5848A753-D994-54B2-4B38-1B084762DD3C}"/>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3" name="Isosceles Triangle 92">
                    <a:extLst>
                      <a:ext uri="{FF2B5EF4-FFF2-40B4-BE49-F238E27FC236}">
                        <a16:creationId xmlns:a16="http://schemas.microsoft.com/office/drawing/2014/main" id="{B1A0F8E8-AEC9-1594-4F9B-C26274CEE7DD}"/>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4" name="Isosceles Triangle 93">
                    <a:extLst>
                      <a:ext uri="{FF2B5EF4-FFF2-40B4-BE49-F238E27FC236}">
                        <a16:creationId xmlns:a16="http://schemas.microsoft.com/office/drawing/2014/main" id="{C42736D2-4A71-3998-BD6E-EE2F7E911463}"/>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5" name="Isosceles Triangle 94">
                    <a:extLst>
                      <a:ext uri="{FF2B5EF4-FFF2-40B4-BE49-F238E27FC236}">
                        <a16:creationId xmlns:a16="http://schemas.microsoft.com/office/drawing/2014/main" id="{3B46ECC9-6894-7400-7FE3-9B36607CAD8D}"/>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6" name="Isosceles Triangle 95">
                    <a:extLst>
                      <a:ext uri="{FF2B5EF4-FFF2-40B4-BE49-F238E27FC236}">
                        <a16:creationId xmlns:a16="http://schemas.microsoft.com/office/drawing/2014/main" id="{B30BED25-5CE0-93CE-1A73-EB2BD949C451}"/>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84" name="Isosceles Triangle 83">
                  <a:extLst>
                    <a:ext uri="{FF2B5EF4-FFF2-40B4-BE49-F238E27FC236}">
                      <a16:creationId xmlns:a16="http://schemas.microsoft.com/office/drawing/2014/main" id="{9B02DEB6-4C8D-DCC1-FFC6-48C8B0DBFC5D}"/>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68" name="Group 67">
                <a:extLst>
                  <a:ext uri="{FF2B5EF4-FFF2-40B4-BE49-F238E27FC236}">
                    <a16:creationId xmlns:a16="http://schemas.microsoft.com/office/drawing/2014/main" id="{C1B35491-9482-8985-8CC5-3134401EA1B2}"/>
                  </a:ext>
                </a:extLst>
              </p:cNvPr>
              <p:cNvGrpSpPr/>
              <p:nvPr/>
            </p:nvGrpSpPr>
            <p:grpSpPr>
              <a:xfrm>
                <a:off x="1057275" y="276225"/>
                <a:ext cx="514350" cy="771526"/>
                <a:chOff x="0" y="0"/>
                <a:chExt cx="895350" cy="876300"/>
              </a:xfrm>
            </p:grpSpPr>
            <p:grpSp>
              <p:nvGrpSpPr>
                <p:cNvPr id="69" name="Group 68">
                  <a:extLst>
                    <a:ext uri="{FF2B5EF4-FFF2-40B4-BE49-F238E27FC236}">
                      <a16:creationId xmlns:a16="http://schemas.microsoft.com/office/drawing/2014/main" id="{92C6A56D-997B-0AB1-AE3C-8E4CE17C4445}"/>
                    </a:ext>
                  </a:extLst>
                </p:cNvPr>
                <p:cNvGrpSpPr/>
                <p:nvPr/>
              </p:nvGrpSpPr>
              <p:grpSpPr>
                <a:xfrm>
                  <a:off x="0" y="285750"/>
                  <a:ext cx="895350" cy="590550"/>
                  <a:chOff x="0" y="0"/>
                  <a:chExt cx="895350" cy="590550"/>
                </a:xfrm>
              </p:grpSpPr>
              <p:sp>
                <p:nvSpPr>
                  <p:cNvPr id="71" name="Isosceles Triangle 70">
                    <a:extLst>
                      <a:ext uri="{FF2B5EF4-FFF2-40B4-BE49-F238E27FC236}">
                        <a16:creationId xmlns:a16="http://schemas.microsoft.com/office/drawing/2014/main" id="{63A3528E-2C19-B91E-65FE-6368D6B2E732}"/>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2" name="Isosceles Triangle 71">
                    <a:extLst>
                      <a:ext uri="{FF2B5EF4-FFF2-40B4-BE49-F238E27FC236}">
                        <a16:creationId xmlns:a16="http://schemas.microsoft.com/office/drawing/2014/main" id="{E8BFF0F6-B4E3-5983-A828-ABAA4D4CFB75}"/>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3" name="Isosceles Triangle 72">
                    <a:extLst>
                      <a:ext uri="{FF2B5EF4-FFF2-40B4-BE49-F238E27FC236}">
                        <a16:creationId xmlns:a16="http://schemas.microsoft.com/office/drawing/2014/main" id="{B54A964B-F2AE-D523-3C35-39AE204376F6}"/>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4" name="Isosceles Triangle 73">
                    <a:extLst>
                      <a:ext uri="{FF2B5EF4-FFF2-40B4-BE49-F238E27FC236}">
                        <a16:creationId xmlns:a16="http://schemas.microsoft.com/office/drawing/2014/main" id="{0A144472-6F3F-A54E-89F8-DB6A45FC4BD5}"/>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5" name="Isosceles Triangle 74">
                    <a:extLst>
                      <a:ext uri="{FF2B5EF4-FFF2-40B4-BE49-F238E27FC236}">
                        <a16:creationId xmlns:a16="http://schemas.microsoft.com/office/drawing/2014/main" id="{A8B528D0-ECFB-E570-5ACE-0304BDF36848}"/>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6" name="Isosceles Triangle 75">
                    <a:extLst>
                      <a:ext uri="{FF2B5EF4-FFF2-40B4-BE49-F238E27FC236}">
                        <a16:creationId xmlns:a16="http://schemas.microsoft.com/office/drawing/2014/main" id="{46A9DB20-9407-7E93-4E97-1462B9ECF89D}"/>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 name="Isosceles Triangle 76">
                    <a:extLst>
                      <a:ext uri="{FF2B5EF4-FFF2-40B4-BE49-F238E27FC236}">
                        <a16:creationId xmlns:a16="http://schemas.microsoft.com/office/drawing/2014/main" id="{4F644504-7E10-3F2F-E350-B6AB86645502}"/>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 name="Isosceles Triangle 77">
                    <a:extLst>
                      <a:ext uri="{FF2B5EF4-FFF2-40B4-BE49-F238E27FC236}">
                        <a16:creationId xmlns:a16="http://schemas.microsoft.com/office/drawing/2014/main" id="{77501627-B53C-8FF2-E7F7-A616C3543FCA}"/>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 name="Isosceles Triangle 78">
                    <a:extLst>
                      <a:ext uri="{FF2B5EF4-FFF2-40B4-BE49-F238E27FC236}">
                        <a16:creationId xmlns:a16="http://schemas.microsoft.com/office/drawing/2014/main" id="{ADE67C11-3898-64CF-B45B-0C1101BE2405}"/>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 name="Isosceles Triangle 79">
                    <a:extLst>
                      <a:ext uri="{FF2B5EF4-FFF2-40B4-BE49-F238E27FC236}">
                        <a16:creationId xmlns:a16="http://schemas.microsoft.com/office/drawing/2014/main" id="{B8EDBBEF-DFEA-197A-C113-1BC7E2683ACC}"/>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 name="Isosceles Triangle 80">
                    <a:extLst>
                      <a:ext uri="{FF2B5EF4-FFF2-40B4-BE49-F238E27FC236}">
                        <a16:creationId xmlns:a16="http://schemas.microsoft.com/office/drawing/2014/main" id="{924DD591-DB34-12E2-6EFD-207A6B8CBD25}"/>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2" name="Isosceles Triangle 81">
                    <a:extLst>
                      <a:ext uri="{FF2B5EF4-FFF2-40B4-BE49-F238E27FC236}">
                        <a16:creationId xmlns:a16="http://schemas.microsoft.com/office/drawing/2014/main" id="{F02D2B2B-9BF7-D486-1B0D-2AAF89F55A19}"/>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70" name="Isosceles Triangle 69">
                  <a:extLst>
                    <a:ext uri="{FF2B5EF4-FFF2-40B4-BE49-F238E27FC236}">
                      <a16:creationId xmlns:a16="http://schemas.microsoft.com/office/drawing/2014/main" id="{28F1CEA0-CEC1-7FFC-7E02-FD27E553B61E}"/>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10" name="Group 9">
              <a:extLst>
                <a:ext uri="{FF2B5EF4-FFF2-40B4-BE49-F238E27FC236}">
                  <a16:creationId xmlns:a16="http://schemas.microsoft.com/office/drawing/2014/main" id="{5A6918F7-B93F-2A48-567D-D41B32F15684}"/>
                </a:ext>
              </a:extLst>
            </p:cNvPr>
            <p:cNvGrpSpPr/>
            <p:nvPr/>
          </p:nvGrpSpPr>
          <p:grpSpPr>
            <a:xfrm>
              <a:off x="3181350" y="762000"/>
              <a:ext cx="1571625" cy="1047751"/>
              <a:chOff x="0" y="0"/>
              <a:chExt cx="1571625" cy="1047751"/>
            </a:xfrm>
          </p:grpSpPr>
          <p:sp>
            <p:nvSpPr>
              <p:cNvPr id="15" name="Oval 14">
                <a:extLst>
                  <a:ext uri="{FF2B5EF4-FFF2-40B4-BE49-F238E27FC236}">
                    <a16:creationId xmlns:a16="http://schemas.microsoft.com/office/drawing/2014/main" id="{83C3B3DE-3BB7-072A-E8C7-2C8DD71844D2}"/>
                  </a:ext>
                </a:extLst>
              </p:cNvPr>
              <p:cNvSpPr/>
              <p:nvPr/>
            </p:nvSpPr>
            <p:spPr>
              <a:xfrm>
                <a:off x="142875" y="9525"/>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Oval 15">
                <a:extLst>
                  <a:ext uri="{FF2B5EF4-FFF2-40B4-BE49-F238E27FC236}">
                    <a16:creationId xmlns:a16="http://schemas.microsoft.com/office/drawing/2014/main" id="{2290E373-D3EB-E4AF-E4EC-ADC31D792587}"/>
                  </a:ext>
                </a:extLst>
              </p:cNvPr>
              <p:cNvSpPr/>
              <p:nvPr/>
            </p:nvSpPr>
            <p:spPr>
              <a:xfrm>
                <a:off x="685800"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Oval 16">
                <a:extLst>
                  <a:ext uri="{FF2B5EF4-FFF2-40B4-BE49-F238E27FC236}">
                    <a16:creationId xmlns:a16="http://schemas.microsoft.com/office/drawing/2014/main" id="{CC4D4FA0-A5F1-6AEF-454E-1082556DC92C}"/>
                  </a:ext>
                </a:extLst>
              </p:cNvPr>
              <p:cNvSpPr/>
              <p:nvPr/>
            </p:nvSpPr>
            <p:spPr>
              <a:xfrm>
                <a:off x="1200150" y="0"/>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8" name="Group 17">
                <a:extLst>
                  <a:ext uri="{FF2B5EF4-FFF2-40B4-BE49-F238E27FC236}">
                    <a16:creationId xmlns:a16="http://schemas.microsoft.com/office/drawing/2014/main" id="{11EC8542-9221-A5DB-2A79-CB780F471AD4}"/>
                  </a:ext>
                </a:extLst>
              </p:cNvPr>
              <p:cNvGrpSpPr/>
              <p:nvPr/>
            </p:nvGrpSpPr>
            <p:grpSpPr>
              <a:xfrm>
                <a:off x="533400" y="276225"/>
                <a:ext cx="514350" cy="771526"/>
                <a:chOff x="0" y="0"/>
                <a:chExt cx="895350" cy="876300"/>
              </a:xfrm>
            </p:grpSpPr>
            <p:grpSp>
              <p:nvGrpSpPr>
                <p:cNvPr id="49" name="Group 48">
                  <a:extLst>
                    <a:ext uri="{FF2B5EF4-FFF2-40B4-BE49-F238E27FC236}">
                      <a16:creationId xmlns:a16="http://schemas.microsoft.com/office/drawing/2014/main" id="{7248CD2F-973D-4ED4-2BEF-86C7CA82E471}"/>
                    </a:ext>
                  </a:extLst>
                </p:cNvPr>
                <p:cNvGrpSpPr/>
                <p:nvPr/>
              </p:nvGrpSpPr>
              <p:grpSpPr>
                <a:xfrm>
                  <a:off x="0" y="285750"/>
                  <a:ext cx="895350" cy="590550"/>
                  <a:chOff x="0" y="0"/>
                  <a:chExt cx="895350" cy="590550"/>
                </a:xfrm>
              </p:grpSpPr>
              <p:sp>
                <p:nvSpPr>
                  <p:cNvPr id="51" name="Isosceles Triangle 50">
                    <a:extLst>
                      <a:ext uri="{FF2B5EF4-FFF2-40B4-BE49-F238E27FC236}">
                        <a16:creationId xmlns:a16="http://schemas.microsoft.com/office/drawing/2014/main" id="{B7F45528-7BEA-D54B-35A8-16EBA7AB395F}"/>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2" name="Isosceles Triangle 51">
                    <a:extLst>
                      <a:ext uri="{FF2B5EF4-FFF2-40B4-BE49-F238E27FC236}">
                        <a16:creationId xmlns:a16="http://schemas.microsoft.com/office/drawing/2014/main" id="{DE7E7B0D-DD3A-87EC-1296-01A595F0EFC4}"/>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3" name="Isosceles Triangle 52">
                    <a:extLst>
                      <a:ext uri="{FF2B5EF4-FFF2-40B4-BE49-F238E27FC236}">
                        <a16:creationId xmlns:a16="http://schemas.microsoft.com/office/drawing/2014/main" id="{EFD0E82F-1861-B039-1D24-F3184F7CBD27}"/>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4" name="Isosceles Triangle 53">
                    <a:extLst>
                      <a:ext uri="{FF2B5EF4-FFF2-40B4-BE49-F238E27FC236}">
                        <a16:creationId xmlns:a16="http://schemas.microsoft.com/office/drawing/2014/main" id="{6A2B7AA4-7C75-5E31-CE71-59363F06A626}"/>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5" name="Isosceles Triangle 54">
                    <a:extLst>
                      <a:ext uri="{FF2B5EF4-FFF2-40B4-BE49-F238E27FC236}">
                        <a16:creationId xmlns:a16="http://schemas.microsoft.com/office/drawing/2014/main" id="{4772FD15-C65E-A930-4CEC-6F3C7B79C44A}"/>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6" name="Isosceles Triangle 55">
                    <a:extLst>
                      <a:ext uri="{FF2B5EF4-FFF2-40B4-BE49-F238E27FC236}">
                        <a16:creationId xmlns:a16="http://schemas.microsoft.com/office/drawing/2014/main" id="{D3AFA7C0-E3E6-B828-3DE0-5B49278522FD}"/>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7" name="Isosceles Triangle 56">
                    <a:extLst>
                      <a:ext uri="{FF2B5EF4-FFF2-40B4-BE49-F238E27FC236}">
                        <a16:creationId xmlns:a16="http://schemas.microsoft.com/office/drawing/2014/main" id="{2E7244BD-B476-F930-B990-10C878EC2AB3}"/>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8" name="Isosceles Triangle 57">
                    <a:extLst>
                      <a:ext uri="{FF2B5EF4-FFF2-40B4-BE49-F238E27FC236}">
                        <a16:creationId xmlns:a16="http://schemas.microsoft.com/office/drawing/2014/main" id="{108D8228-DBD0-3344-B588-3884AB344792}"/>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9" name="Isosceles Triangle 58">
                    <a:extLst>
                      <a:ext uri="{FF2B5EF4-FFF2-40B4-BE49-F238E27FC236}">
                        <a16:creationId xmlns:a16="http://schemas.microsoft.com/office/drawing/2014/main" id="{8D031BDB-8A61-409D-9F30-483D76C4FB02}"/>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0" name="Isosceles Triangle 59">
                    <a:extLst>
                      <a:ext uri="{FF2B5EF4-FFF2-40B4-BE49-F238E27FC236}">
                        <a16:creationId xmlns:a16="http://schemas.microsoft.com/office/drawing/2014/main" id="{9E046C69-48D5-265C-C7F9-D7B3396C884F}"/>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1" name="Isosceles Triangle 60">
                    <a:extLst>
                      <a:ext uri="{FF2B5EF4-FFF2-40B4-BE49-F238E27FC236}">
                        <a16:creationId xmlns:a16="http://schemas.microsoft.com/office/drawing/2014/main" id="{A242A3D1-7D7D-BE6F-5BFC-08C2F5C4488E}"/>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2" name="Isosceles Triangle 61">
                    <a:extLst>
                      <a:ext uri="{FF2B5EF4-FFF2-40B4-BE49-F238E27FC236}">
                        <a16:creationId xmlns:a16="http://schemas.microsoft.com/office/drawing/2014/main" id="{2753A156-14F2-FBC4-4E8E-C041BA6FEE0A}"/>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50" name="Isosceles Triangle 49">
                  <a:extLst>
                    <a:ext uri="{FF2B5EF4-FFF2-40B4-BE49-F238E27FC236}">
                      <a16:creationId xmlns:a16="http://schemas.microsoft.com/office/drawing/2014/main" id="{B68F82AA-FB77-665D-628C-EDF2B9AFC062}"/>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9" name="Group 18">
                <a:extLst>
                  <a:ext uri="{FF2B5EF4-FFF2-40B4-BE49-F238E27FC236}">
                    <a16:creationId xmlns:a16="http://schemas.microsoft.com/office/drawing/2014/main" id="{B78EEB31-37C3-3A4E-3F03-B99C5C3AB236}"/>
                  </a:ext>
                </a:extLst>
              </p:cNvPr>
              <p:cNvGrpSpPr/>
              <p:nvPr/>
            </p:nvGrpSpPr>
            <p:grpSpPr>
              <a:xfrm>
                <a:off x="0" y="276225"/>
                <a:ext cx="514350" cy="771526"/>
                <a:chOff x="0" y="0"/>
                <a:chExt cx="895350" cy="876300"/>
              </a:xfrm>
            </p:grpSpPr>
            <p:grpSp>
              <p:nvGrpSpPr>
                <p:cNvPr id="35" name="Group 34">
                  <a:extLst>
                    <a:ext uri="{FF2B5EF4-FFF2-40B4-BE49-F238E27FC236}">
                      <a16:creationId xmlns:a16="http://schemas.microsoft.com/office/drawing/2014/main" id="{5D449CB7-C0EC-9EDC-2FCC-4ABAE204069A}"/>
                    </a:ext>
                  </a:extLst>
                </p:cNvPr>
                <p:cNvGrpSpPr/>
                <p:nvPr/>
              </p:nvGrpSpPr>
              <p:grpSpPr>
                <a:xfrm>
                  <a:off x="0" y="285750"/>
                  <a:ext cx="895350" cy="590550"/>
                  <a:chOff x="0" y="0"/>
                  <a:chExt cx="895350" cy="590550"/>
                </a:xfrm>
              </p:grpSpPr>
              <p:sp>
                <p:nvSpPr>
                  <p:cNvPr id="37" name="Isosceles Triangle 36">
                    <a:extLst>
                      <a:ext uri="{FF2B5EF4-FFF2-40B4-BE49-F238E27FC236}">
                        <a16:creationId xmlns:a16="http://schemas.microsoft.com/office/drawing/2014/main" id="{BC3B9DDD-3CD5-8C2B-AE15-18072D0CE2DE}"/>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 name="Isosceles Triangle 37">
                    <a:extLst>
                      <a:ext uri="{FF2B5EF4-FFF2-40B4-BE49-F238E27FC236}">
                        <a16:creationId xmlns:a16="http://schemas.microsoft.com/office/drawing/2014/main" id="{DB38F447-C1C3-27F2-7686-76DC02CBD044}"/>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Isosceles Triangle 38">
                    <a:extLst>
                      <a:ext uri="{FF2B5EF4-FFF2-40B4-BE49-F238E27FC236}">
                        <a16:creationId xmlns:a16="http://schemas.microsoft.com/office/drawing/2014/main" id="{95085F9C-0247-F9BC-0933-65CF71E7AF3E}"/>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 name="Isosceles Triangle 39">
                    <a:extLst>
                      <a:ext uri="{FF2B5EF4-FFF2-40B4-BE49-F238E27FC236}">
                        <a16:creationId xmlns:a16="http://schemas.microsoft.com/office/drawing/2014/main" id="{5C0F3BEF-C5BD-A488-A29F-A9C9C7739932}"/>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 name="Isosceles Triangle 40">
                    <a:extLst>
                      <a:ext uri="{FF2B5EF4-FFF2-40B4-BE49-F238E27FC236}">
                        <a16:creationId xmlns:a16="http://schemas.microsoft.com/office/drawing/2014/main" id="{2FBA714B-8BE6-80FC-A2DA-94331650ACAB}"/>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 name="Isosceles Triangle 41">
                    <a:extLst>
                      <a:ext uri="{FF2B5EF4-FFF2-40B4-BE49-F238E27FC236}">
                        <a16:creationId xmlns:a16="http://schemas.microsoft.com/office/drawing/2014/main" id="{EEDF6BC6-F2EC-85E7-19F6-EECE4ED9A5E8}"/>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 name="Isosceles Triangle 42">
                    <a:extLst>
                      <a:ext uri="{FF2B5EF4-FFF2-40B4-BE49-F238E27FC236}">
                        <a16:creationId xmlns:a16="http://schemas.microsoft.com/office/drawing/2014/main" id="{CCEA2071-1466-633E-7C3A-89FC7BCA64D3}"/>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 name="Isosceles Triangle 43">
                    <a:extLst>
                      <a:ext uri="{FF2B5EF4-FFF2-40B4-BE49-F238E27FC236}">
                        <a16:creationId xmlns:a16="http://schemas.microsoft.com/office/drawing/2014/main" id="{A867B636-CF28-3D38-4794-578E8526E2FB}"/>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 name="Isosceles Triangle 44">
                    <a:extLst>
                      <a:ext uri="{FF2B5EF4-FFF2-40B4-BE49-F238E27FC236}">
                        <a16:creationId xmlns:a16="http://schemas.microsoft.com/office/drawing/2014/main" id="{BE54A90D-7118-8671-1A0A-A801B0CE576B}"/>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 name="Isosceles Triangle 45">
                    <a:extLst>
                      <a:ext uri="{FF2B5EF4-FFF2-40B4-BE49-F238E27FC236}">
                        <a16:creationId xmlns:a16="http://schemas.microsoft.com/office/drawing/2014/main" id="{6C8B3D34-B19E-D6A8-9AD0-63CCCB03E1EB}"/>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Isosceles Triangle 46">
                    <a:extLst>
                      <a:ext uri="{FF2B5EF4-FFF2-40B4-BE49-F238E27FC236}">
                        <a16:creationId xmlns:a16="http://schemas.microsoft.com/office/drawing/2014/main" id="{D04F810E-0692-6987-9137-2DBC3572EC5C}"/>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Isosceles Triangle 47">
                    <a:extLst>
                      <a:ext uri="{FF2B5EF4-FFF2-40B4-BE49-F238E27FC236}">
                        <a16:creationId xmlns:a16="http://schemas.microsoft.com/office/drawing/2014/main" id="{9CFA3F09-4657-0FBA-5668-57BB03094BA0}"/>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6" name="Isosceles Triangle 35">
                  <a:extLst>
                    <a:ext uri="{FF2B5EF4-FFF2-40B4-BE49-F238E27FC236}">
                      <a16:creationId xmlns:a16="http://schemas.microsoft.com/office/drawing/2014/main" id="{1E8E894C-D3C0-EE14-6CFC-01DE600926E7}"/>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0" name="Group 19">
                <a:extLst>
                  <a:ext uri="{FF2B5EF4-FFF2-40B4-BE49-F238E27FC236}">
                    <a16:creationId xmlns:a16="http://schemas.microsoft.com/office/drawing/2014/main" id="{45004188-6059-43E1-667F-DF0A79FD0828}"/>
                  </a:ext>
                </a:extLst>
              </p:cNvPr>
              <p:cNvGrpSpPr/>
              <p:nvPr/>
            </p:nvGrpSpPr>
            <p:grpSpPr>
              <a:xfrm>
                <a:off x="1057275" y="276225"/>
                <a:ext cx="514350" cy="771526"/>
                <a:chOff x="0" y="0"/>
                <a:chExt cx="895350" cy="876300"/>
              </a:xfrm>
            </p:grpSpPr>
            <p:grpSp>
              <p:nvGrpSpPr>
                <p:cNvPr id="21" name="Group 20">
                  <a:extLst>
                    <a:ext uri="{FF2B5EF4-FFF2-40B4-BE49-F238E27FC236}">
                      <a16:creationId xmlns:a16="http://schemas.microsoft.com/office/drawing/2014/main" id="{FA5B0233-F033-9158-724C-C1A9015D14D3}"/>
                    </a:ext>
                  </a:extLst>
                </p:cNvPr>
                <p:cNvGrpSpPr/>
                <p:nvPr/>
              </p:nvGrpSpPr>
              <p:grpSpPr>
                <a:xfrm>
                  <a:off x="0" y="285750"/>
                  <a:ext cx="895350" cy="590550"/>
                  <a:chOff x="0" y="0"/>
                  <a:chExt cx="895350" cy="590550"/>
                </a:xfrm>
              </p:grpSpPr>
              <p:sp>
                <p:nvSpPr>
                  <p:cNvPr id="23" name="Isosceles Triangle 22">
                    <a:extLst>
                      <a:ext uri="{FF2B5EF4-FFF2-40B4-BE49-F238E27FC236}">
                        <a16:creationId xmlns:a16="http://schemas.microsoft.com/office/drawing/2014/main" id="{17216C2B-6A23-C0CB-07FA-91F8B43D610D}"/>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Isosceles Triangle 23">
                    <a:extLst>
                      <a:ext uri="{FF2B5EF4-FFF2-40B4-BE49-F238E27FC236}">
                        <a16:creationId xmlns:a16="http://schemas.microsoft.com/office/drawing/2014/main" id="{D2630DF3-6D3F-F5FB-3B7F-3DAB9F6F74E4}"/>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Isosceles Triangle 24">
                    <a:extLst>
                      <a:ext uri="{FF2B5EF4-FFF2-40B4-BE49-F238E27FC236}">
                        <a16:creationId xmlns:a16="http://schemas.microsoft.com/office/drawing/2014/main" id="{7761FA16-80A1-E01C-276E-FE5E2B3D4EAD}"/>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Isosceles Triangle 25">
                    <a:extLst>
                      <a:ext uri="{FF2B5EF4-FFF2-40B4-BE49-F238E27FC236}">
                        <a16:creationId xmlns:a16="http://schemas.microsoft.com/office/drawing/2014/main" id="{68BC12EF-C9AA-72AB-294E-0C93AD16DAB7}"/>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Isosceles Triangle 26">
                    <a:extLst>
                      <a:ext uri="{FF2B5EF4-FFF2-40B4-BE49-F238E27FC236}">
                        <a16:creationId xmlns:a16="http://schemas.microsoft.com/office/drawing/2014/main" id="{796AEC1F-7DA4-164A-CE90-454C88E339DB}"/>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Isosceles Triangle 27">
                    <a:extLst>
                      <a:ext uri="{FF2B5EF4-FFF2-40B4-BE49-F238E27FC236}">
                        <a16:creationId xmlns:a16="http://schemas.microsoft.com/office/drawing/2014/main" id="{D989C5E9-57C5-57E3-E734-9A7279134F53}"/>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 name="Isosceles Triangle 28">
                    <a:extLst>
                      <a:ext uri="{FF2B5EF4-FFF2-40B4-BE49-F238E27FC236}">
                        <a16:creationId xmlns:a16="http://schemas.microsoft.com/office/drawing/2014/main" id="{4AF332CA-E86C-7A7C-3153-08FB295DD15D}"/>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 name="Isosceles Triangle 29">
                    <a:extLst>
                      <a:ext uri="{FF2B5EF4-FFF2-40B4-BE49-F238E27FC236}">
                        <a16:creationId xmlns:a16="http://schemas.microsoft.com/office/drawing/2014/main" id="{904F0CDB-6F8E-09F7-F6C2-AE31D39868D4}"/>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 name="Isosceles Triangle 30">
                    <a:extLst>
                      <a:ext uri="{FF2B5EF4-FFF2-40B4-BE49-F238E27FC236}">
                        <a16:creationId xmlns:a16="http://schemas.microsoft.com/office/drawing/2014/main" id="{3CADEEF1-99EC-14F6-B2DD-455A8B54350D}"/>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Isosceles Triangle 31">
                    <a:extLst>
                      <a:ext uri="{FF2B5EF4-FFF2-40B4-BE49-F238E27FC236}">
                        <a16:creationId xmlns:a16="http://schemas.microsoft.com/office/drawing/2014/main" id="{21A75583-8731-A483-1A71-F82FE740FBD3}"/>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Isosceles Triangle 32">
                    <a:extLst>
                      <a:ext uri="{FF2B5EF4-FFF2-40B4-BE49-F238E27FC236}">
                        <a16:creationId xmlns:a16="http://schemas.microsoft.com/office/drawing/2014/main" id="{F34A7CF3-3A10-A272-2DC4-0B30FA24530D}"/>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Isosceles Triangle 33">
                    <a:extLst>
                      <a:ext uri="{FF2B5EF4-FFF2-40B4-BE49-F238E27FC236}">
                        <a16:creationId xmlns:a16="http://schemas.microsoft.com/office/drawing/2014/main" id="{71AA0568-02A3-F88C-E703-D5DCC8E29841}"/>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 name="Isosceles Triangle 21">
                  <a:extLst>
                    <a:ext uri="{FF2B5EF4-FFF2-40B4-BE49-F238E27FC236}">
                      <a16:creationId xmlns:a16="http://schemas.microsoft.com/office/drawing/2014/main" id="{ABF8186E-2BCA-EC0E-2226-9BB9548C2529}"/>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cxnSp>
          <p:nvCxnSpPr>
            <p:cNvPr id="11" name="Straight Connector 10">
              <a:extLst>
                <a:ext uri="{FF2B5EF4-FFF2-40B4-BE49-F238E27FC236}">
                  <a16:creationId xmlns:a16="http://schemas.microsoft.com/office/drawing/2014/main" id="{9D354E76-F901-5205-0187-74159138B0B1}"/>
                </a:ext>
              </a:extLst>
            </p:cNvPr>
            <p:cNvCxnSpPr/>
            <p:nvPr/>
          </p:nvCxnSpPr>
          <p:spPr>
            <a:xfrm flipH="1">
              <a:off x="257175" y="685800"/>
              <a:ext cx="542925" cy="857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1C8F169-6EFA-F185-4A68-275F4F0C7A38}"/>
                </a:ext>
              </a:extLst>
            </p:cNvPr>
            <p:cNvCxnSpPr/>
            <p:nvPr/>
          </p:nvCxnSpPr>
          <p:spPr>
            <a:xfrm>
              <a:off x="800100" y="695325"/>
              <a:ext cx="523875" cy="762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09A9114-BD02-339E-A01D-9BA5A8651F3A}"/>
                </a:ext>
              </a:extLst>
            </p:cNvPr>
            <p:cNvCxnSpPr/>
            <p:nvPr/>
          </p:nvCxnSpPr>
          <p:spPr>
            <a:xfrm flipH="1">
              <a:off x="1847850" y="638175"/>
              <a:ext cx="552450" cy="1238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654A923-23BE-797A-D276-643D5E47AF51}"/>
                </a:ext>
              </a:extLst>
            </p:cNvPr>
            <p:cNvCxnSpPr/>
            <p:nvPr/>
          </p:nvCxnSpPr>
          <p:spPr>
            <a:xfrm>
              <a:off x="2400300" y="638175"/>
              <a:ext cx="514350" cy="12001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60" name="Straight Connector 159">
            <a:extLst>
              <a:ext uri="{FF2B5EF4-FFF2-40B4-BE49-F238E27FC236}">
                <a16:creationId xmlns:a16="http://schemas.microsoft.com/office/drawing/2014/main" id="{1DB7245E-6293-4D44-48E0-A43FC30FBAEC}"/>
              </a:ext>
            </a:extLst>
          </p:cNvPr>
          <p:cNvCxnSpPr>
            <a:stCxn id="3" idx="4"/>
            <a:endCxn id="7" idx="0"/>
          </p:cNvCxnSpPr>
          <p:nvPr/>
        </p:nvCxnSpPr>
        <p:spPr>
          <a:xfrm>
            <a:off x="6110287" y="2771775"/>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5E687EAF-9912-2F78-B1EF-88220A213ABF}"/>
              </a:ext>
            </a:extLst>
          </p:cNvPr>
          <p:cNvCxnSpPr>
            <a:stCxn id="3" idx="4"/>
            <a:endCxn id="6" idx="0"/>
          </p:cNvCxnSpPr>
          <p:nvPr/>
        </p:nvCxnSpPr>
        <p:spPr>
          <a:xfrm>
            <a:off x="6110287" y="2771775"/>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09D6F79D-878D-6216-3C01-0565579F08C9}"/>
              </a:ext>
            </a:extLst>
          </p:cNvPr>
          <p:cNvCxnSpPr>
            <a:stCxn id="6" idx="4"/>
            <a:endCxn id="16" idx="0"/>
          </p:cNvCxnSpPr>
          <p:nvPr/>
        </p:nvCxnSpPr>
        <p:spPr>
          <a:xfrm>
            <a:off x="7700962" y="3190875"/>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92F61321-5E59-2CC4-7326-53D0F1BC17BE}"/>
              </a:ext>
            </a:extLst>
          </p:cNvPr>
          <p:cNvCxnSpPr>
            <a:stCxn id="6" idx="4"/>
            <a:endCxn id="15" idx="0"/>
          </p:cNvCxnSpPr>
          <p:nvPr/>
        </p:nvCxnSpPr>
        <p:spPr>
          <a:xfrm flipH="1">
            <a:off x="7158037" y="3190875"/>
            <a:ext cx="542925" cy="10477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8FD6F0C8-2CA3-C116-748A-85FEC13F30DF}"/>
              </a:ext>
            </a:extLst>
          </p:cNvPr>
          <p:cNvCxnSpPr>
            <a:stCxn id="6" idx="4"/>
            <a:endCxn id="17" idx="0"/>
          </p:cNvCxnSpPr>
          <p:nvPr/>
        </p:nvCxnSpPr>
        <p:spPr>
          <a:xfrm>
            <a:off x="7700962" y="3190875"/>
            <a:ext cx="51435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58B1049E-9A62-91F4-6526-39D565D91985}"/>
              </a:ext>
            </a:extLst>
          </p:cNvPr>
          <p:cNvCxnSpPr>
            <a:stCxn id="7" idx="4"/>
            <a:endCxn id="112" idx="0"/>
          </p:cNvCxnSpPr>
          <p:nvPr/>
        </p:nvCxnSpPr>
        <p:spPr>
          <a:xfrm>
            <a:off x="6110287" y="3152775"/>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CCD04B0A-B168-A83D-C54E-0E642169024B}"/>
              </a:ext>
            </a:extLst>
          </p:cNvPr>
          <p:cNvCxnSpPr>
            <a:stCxn id="4" idx="4"/>
            <a:endCxn id="64" idx="0"/>
          </p:cNvCxnSpPr>
          <p:nvPr/>
        </p:nvCxnSpPr>
        <p:spPr>
          <a:xfrm>
            <a:off x="4519612" y="3190875"/>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4155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 name="Group 163">
            <a:extLst>
              <a:ext uri="{FF2B5EF4-FFF2-40B4-BE49-F238E27FC236}">
                <a16:creationId xmlns:a16="http://schemas.microsoft.com/office/drawing/2014/main" id="{248E3C16-2EDE-0864-B904-3F8A70DE8244}"/>
              </a:ext>
            </a:extLst>
          </p:cNvPr>
          <p:cNvGrpSpPr/>
          <p:nvPr/>
        </p:nvGrpSpPr>
        <p:grpSpPr>
          <a:xfrm>
            <a:off x="2667001" y="1911477"/>
            <a:ext cx="2179320" cy="1517523"/>
            <a:chOff x="6096000" y="1911477"/>
            <a:chExt cx="4752975" cy="1809751"/>
          </a:xfrm>
        </p:grpSpPr>
        <p:sp>
          <p:nvSpPr>
            <p:cNvPr id="2" name="Oval 1">
              <a:extLst>
                <a:ext uri="{FF2B5EF4-FFF2-40B4-BE49-F238E27FC236}">
                  <a16:creationId xmlns:a16="http://schemas.microsoft.com/office/drawing/2014/main" id="{0B02D403-2BE4-185D-1A37-406864E70266}"/>
                </a:ext>
              </a:extLst>
            </p:cNvPr>
            <p:cNvSpPr/>
            <p:nvPr/>
          </p:nvSpPr>
          <p:spPr>
            <a:xfrm>
              <a:off x="8372475" y="19114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Oval 2">
              <a:extLst>
                <a:ext uri="{FF2B5EF4-FFF2-40B4-BE49-F238E27FC236}">
                  <a16:creationId xmlns:a16="http://schemas.microsoft.com/office/drawing/2014/main" id="{F3809CDC-8237-C28D-DB85-D8918FD13677}"/>
                </a:ext>
              </a:extLst>
            </p:cNvPr>
            <p:cNvSpPr/>
            <p:nvPr/>
          </p:nvSpPr>
          <p:spPr>
            <a:xfrm>
              <a:off x="6781800" y="23305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 name="Straight Connector 3">
              <a:extLst>
                <a:ext uri="{FF2B5EF4-FFF2-40B4-BE49-F238E27FC236}">
                  <a16:creationId xmlns:a16="http://schemas.microsoft.com/office/drawing/2014/main" id="{F7751CA3-B618-5D40-A3BA-46DFB988ED22}"/>
                </a:ext>
              </a:extLst>
            </p:cNvPr>
            <p:cNvCxnSpPr/>
            <p:nvPr/>
          </p:nvCxnSpPr>
          <p:spPr>
            <a:xfrm flipH="1">
              <a:off x="6896100" y="2159127"/>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C5054200-C22E-272D-DFB7-8890F9F4B8A2}"/>
                </a:ext>
              </a:extLst>
            </p:cNvPr>
            <p:cNvSpPr/>
            <p:nvPr/>
          </p:nvSpPr>
          <p:spPr>
            <a:xfrm>
              <a:off x="9963150" y="23305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Oval 5">
              <a:extLst>
                <a:ext uri="{FF2B5EF4-FFF2-40B4-BE49-F238E27FC236}">
                  <a16:creationId xmlns:a16="http://schemas.microsoft.com/office/drawing/2014/main" id="{D6810E99-BFFC-44D3-99B3-FBEF7164BEEA}"/>
                </a:ext>
              </a:extLst>
            </p:cNvPr>
            <p:cNvSpPr/>
            <p:nvPr/>
          </p:nvSpPr>
          <p:spPr>
            <a:xfrm>
              <a:off x="8372475" y="22924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Oval 6">
              <a:extLst>
                <a:ext uri="{FF2B5EF4-FFF2-40B4-BE49-F238E27FC236}">
                  <a16:creationId xmlns:a16="http://schemas.microsoft.com/office/drawing/2014/main" id="{D729D0CB-9CF6-E903-DC42-E59C4E9AA6E3}"/>
                </a:ext>
              </a:extLst>
            </p:cNvPr>
            <p:cNvSpPr/>
            <p:nvPr/>
          </p:nvSpPr>
          <p:spPr>
            <a:xfrm>
              <a:off x="7829550" y="268300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Oval 7">
              <a:extLst>
                <a:ext uri="{FF2B5EF4-FFF2-40B4-BE49-F238E27FC236}">
                  <a16:creationId xmlns:a16="http://schemas.microsoft.com/office/drawing/2014/main" id="{56BE568E-E73E-168B-1B05-C35A2D555E36}"/>
                </a:ext>
              </a:extLst>
            </p:cNvPr>
            <p:cNvSpPr/>
            <p:nvPr/>
          </p:nvSpPr>
          <p:spPr>
            <a:xfrm>
              <a:off x="8372475" y="26734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Oval 8">
              <a:extLst>
                <a:ext uri="{FF2B5EF4-FFF2-40B4-BE49-F238E27FC236}">
                  <a16:creationId xmlns:a16="http://schemas.microsoft.com/office/drawing/2014/main" id="{58A679D1-B3EA-A9B7-03E1-12A0F191A073}"/>
                </a:ext>
              </a:extLst>
            </p:cNvPr>
            <p:cNvSpPr/>
            <p:nvPr/>
          </p:nvSpPr>
          <p:spPr>
            <a:xfrm>
              <a:off x="8886825" y="26734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0" name="Group 9">
              <a:extLst>
                <a:ext uri="{FF2B5EF4-FFF2-40B4-BE49-F238E27FC236}">
                  <a16:creationId xmlns:a16="http://schemas.microsoft.com/office/drawing/2014/main" id="{ADA02C33-F05C-BC02-4704-3EEB2460DA28}"/>
                </a:ext>
              </a:extLst>
            </p:cNvPr>
            <p:cNvGrpSpPr/>
            <p:nvPr/>
          </p:nvGrpSpPr>
          <p:grpSpPr>
            <a:xfrm>
              <a:off x="8220075" y="2949702"/>
              <a:ext cx="514350" cy="771526"/>
              <a:chOff x="0" y="0"/>
              <a:chExt cx="895350" cy="876300"/>
            </a:xfrm>
          </p:grpSpPr>
          <p:grpSp>
            <p:nvGrpSpPr>
              <p:cNvPr id="11" name="Group 10">
                <a:extLst>
                  <a:ext uri="{FF2B5EF4-FFF2-40B4-BE49-F238E27FC236}">
                    <a16:creationId xmlns:a16="http://schemas.microsoft.com/office/drawing/2014/main" id="{814B5FE0-068A-3332-B4C5-37C0F27336A7}"/>
                  </a:ext>
                </a:extLst>
              </p:cNvPr>
              <p:cNvGrpSpPr/>
              <p:nvPr/>
            </p:nvGrpSpPr>
            <p:grpSpPr>
              <a:xfrm>
                <a:off x="0" y="285750"/>
                <a:ext cx="895350" cy="590550"/>
                <a:chOff x="0" y="0"/>
                <a:chExt cx="895350" cy="590550"/>
              </a:xfrm>
            </p:grpSpPr>
            <p:sp>
              <p:nvSpPr>
                <p:cNvPr id="13" name="Isosceles Triangle 12">
                  <a:extLst>
                    <a:ext uri="{FF2B5EF4-FFF2-40B4-BE49-F238E27FC236}">
                      <a16:creationId xmlns:a16="http://schemas.microsoft.com/office/drawing/2014/main" id="{D1DD9EC9-1F2B-9E1F-EAA7-4886F309D714}"/>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Isosceles Triangle 13">
                  <a:extLst>
                    <a:ext uri="{FF2B5EF4-FFF2-40B4-BE49-F238E27FC236}">
                      <a16:creationId xmlns:a16="http://schemas.microsoft.com/office/drawing/2014/main" id="{73DB492B-4D57-842F-82B3-8191B06F9632}"/>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Isosceles Triangle 14">
                  <a:extLst>
                    <a:ext uri="{FF2B5EF4-FFF2-40B4-BE49-F238E27FC236}">
                      <a16:creationId xmlns:a16="http://schemas.microsoft.com/office/drawing/2014/main" id="{E5F60AE9-C8BD-1617-A9B1-0723F83442B9}"/>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Isosceles Triangle 15">
                  <a:extLst>
                    <a:ext uri="{FF2B5EF4-FFF2-40B4-BE49-F238E27FC236}">
                      <a16:creationId xmlns:a16="http://schemas.microsoft.com/office/drawing/2014/main" id="{89D6D982-353E-9EB9-A19F-22B0AD6F1FB9}"/>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Isosceles Triangle 16">
                  <a:extLst>
                    <a:ext uri="{FF2B5EF4-FFF2-40B4-BE49-F238E27FC236}">
                      <a16:creationId xmlns:a16="http://schemas.microsoft.com/office/drawing/2014/main" id="{BA322D6F-E00B-09C0-749B-3E7DFE380CB6}"/>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Isosceles Triangle 17">
                  <a:extLst>
                    <a:ext uri="{FF2B5EF4-FFF2-40B4-BE49-F238E27FC236}">
                      <a16:creationId xmlns:a16="http://schemas.microsoft.com/office/drawing/2014/main" id="{E0E1ADF4-C154-A656-68A8-CE2DD0A0A29A}"/>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Isosceles Triangle 18">
                  <a:extLst>
                    <a:ext uri="{FF2B5EF4-FFF2-40B4-BE49-F238E27FC236}">
                      <a16:creationId xmlns:a16="http://schemas.microsoft.com/office/drawing/2014/main" id="{E668F1EB-9057-0397-CCF7-187944A52E47}"/>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Isosceles Triangle 19">
                  <a:extLst>
                    <a:ext uri="{FF2B5EF4-FFF2-40B4-BE49-F238E27FC236}">
                      <a16:creationId xmlns:a16="http://schemas.microsoft.com/office/drawing/2014/main" id="{39FC092E-2172-BDB7-A534-4CB250702492}"/>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Isosceles Triangle 20">
                  <a:extLst>
                    <a:ext uri="{FF2B5EF4-FFF2-40B4-BE49-F238E27FC236}">
                      <a16:creationId xmlns:a16="http://schemas.microsoft.com/office/drawing/2014/main" id="{1A89D802-B5E7-808E-0266-C28CFAD59914}"/>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Isosceles Triangle 21">
                  <a:extLst>
                    <a:ext uri="{FF2B5EF4-FFF2-40B4-BE49-F238E27FC236}">
                      <a16:creationId xmlns:a16="http://schemas.microsoft.com/office/drawing/2014/main" id="{C26F649D-21DA-E773-83F4-0E041FF5DF98}"/>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Isosceles Triangle 22">
                  <a:extLst>
                    <a:ext uri="{FF2B5EF4-FFF2-40B4-BE49-F238E27FC236}">
                      <a16:creationId xmlns:a16="http://schemas.microsoft.com/office/drawing/2014/main" id="{86C57377-3CCD-531A-440B-61ED8FF9B02E}"/>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Isosceles Triangle 23">
                  <a:extLst>
                    <a:ext uri="{FF2B5EF4-FFF2-40B4-BE49-F238E27FC236}">
                      <a16:creationId xmlns:a16="http://schemas.microsoft.com/office/drawing/2014/main" id="{FAABB682-48DE-7B0B-F980-7118CD083CED}"/>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2" name="Isosceles Triangle 11">
                <a:extLst>
                  <a:ext uri="{FF2B5EF4-FFF2-40B4-BE49-F238E27FC236}">
                    <a16:creationId xmlns:a16="http://schemas.microsoft.com/office/drawing/2014/main" id="{5EB6F52C-74A2-3DCE-4DDC-789440391559}"/>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5" name="Group 24">
              <a:extLst>
                <a:ext uri="{FF2B5EF4-FFF2-40B4-BE49-F238E27FC236}">
                  <a16:creationId xmlns:a16="http://schemas.microsoft.com/office/drawing/2014/main" id="{BAE20213-1074-7B66-6A43-2AF8FB363681}"/>
                </a:ext>
              </a:extLst>
            </p:cNvPr>
            <p:cNvGrpSpPr/>
            <p:nvPr/>
          </p:nvGrpSpPr>
          <p:grpSpPr>
            <a:xfrm>
              <a:off x="7686675" y="2949702"/>
              <a:ext cx="514350" cy="771526"/>
              <a:chOff x="0" y="0"/>
              <a:chExt cx="895350" cy="876300"/>
            </a:xfrm>
          </p:grpSpPr>
          <p:grpSp>
            <p:nvGrpSpPr>
              <p:cNvPr id="26" name="Group 25">
                <a:extLst>
                  <a:ext uri="{FF2B5EF4-FFF2-40B4-BE49-F238E27FC236}">
                    <a16:creationId xmlns:a16="http://schemas.microsoft.com/office/drawing/2014/main" id="{AD7293EA-C67E-A5AC-A1D7-01C14130A58F}"/>
                  </a:ext>
                </a:extLst>
              </p:cNvPr>
              <p:cNvGrpSpPr/>
              <p:nvPr/>
            </p:nvGrpSpPr>
            <p:grpSpPr>
              <a:xfrm>
                <a:off x="0" y="285750"/>
                <a:ext cx="895350" cy="590550"/>
                <a:chOff x="0" y="0"/>
                <a:chExt cx="895350" cy="590550"/>
              </a:xfrm>
            </p:grpSpPr>
            <p:sp>
              <p:nvSpPr>
                <p:cNvPr id="28" name="Isosceles Triangle 27">
                  <a:extLst>
                    <a:ext uri="{FF2B5EF4-FFF2-40B4-BE49-F238E27FC236}">
                      <a16:creationId xmlns:a16="http://schemas.microsoft.com/office/drawing/2014/main" id="{CDF18609-1219-82F1-2F79-10D64F6D9599}"/>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 name="Isosceles Triangle 28">
                  <a:extLst>
                    <a:ext uri="{FF2B5EF4-FFF2-40B4-BE49-F238E27FC236}">
                      <a16:creationId xmlns:a16="http://schemas.microsoft.com/office/drawing/2014/main" id="{0D64DE62-4A5B-6443-369E-328E6B89D5B8}"/>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 name="Isosceles Triangle 29">
                  <a:extLst>
                    <a:ext uri="{FF2B5EF4-FFF2-40B4-BE49-F238E27FC236}">
                      <a16:creationId xmlns:a16="http://schemas.microsoft.com/office/drawing/2014/main" id="{0D5635AC-9D78-35C1-D199-5E0638B95696}"/>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 name="Isosceles Triangle 30">
                  <a:extLst>
                    <a:ext uri="{FF2B5EF4-FFF2-40B4-BE49-F238E27FC236}">
                      <a16:creationId xmlns:a16="http://schemas.microsoft.com/office/drawing/2014/main" id="{65F16CF7-1070-8E5D-C4E1-1CD46B3F8EC8}"/>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Isosceles Triangle 31">
                  <a:extLst>
                    <a:ext uri="{FF2B5EF4-FFF2-40B4-BE49-F238E27FC236}">
                      <a16:creationId xmlns:a16="http://schemas.microsoft.com/office/drawing/2014/main" id="{81C30D0A-9CD6-BA2C-8F9B-8CCFB348CD52}"/>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Isosceles Triangle 32">
                  <a:extLst>
                    <a:ext uri="{FF2B5EF4-FFF2-40B4-BE49-F238E27FC236}">
                      <a16:creationId xmlns:a16="http://schemas.microsoft.com/office/drawing/2014/main" id="{0622BA78-AD8A-BBA2-7A3B-56CAA65ECE6E}"/>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Isosceles Triangle 33">
                  <a:extLst>
                    <a:ext uri="{FF2B5EF4-FFF2-40B4-BE49-F238E27FC236}">
                      <a16:creationId xmlns:a16="http://schemas.microsoft.com/office/drawing/2014/main" id="{2F3E4945-E565-14EE-9C6E-E87DBFA79ED8}"/>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 name="Isosceles Triangle 34">
                  <a:extLst>
                    <a:ext uri="{FF2B5EF4-FFF2-40B4-BE49-F238E27FC236}">
                      <a16:creationId xmlns:a16="http://schemas.microsoft.com/office/drawing/2014/main" id="{B7C90AFD-6A26-DA22-B19B-9670381669A0}"/>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Isosceles Triangle 35">
                  <a:extLst>
                    <a:ext uri="{FF2B5EF4-FFF2-40B4-BE49-F238E27FC236}">
                      <a16:creationId xmlns:a16="http://schemas.microsoft.com/office/drawing/2014/main" id="{9A6C2A1F-38C9-03AA-B9BB-FE72A47C433C}"/>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 name="Isosceles Triangle 36">
                  <a:extLst>
                    <a:ext uri="{FF2B5EF4-FFF2-40B4-BE49-F238E27FC236}">
                      <a16:creationId xmlns:a16="http://schemas.microsoft.com/office/drawing/2014/main" id="{270C296B-8BCB-E0D6-8770-0AA26705DB0C}"/>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 name="Isosceles Triangle 37">
                  <a:extLst>
                    <a:ext uri="{FF2B5EF4-FFF2-40B4-BE49-F238E27FC236}">
                      <a16:creationId xmlns:a16="http://schemas.microsoft.com/office/drawing/2014/main" id="{BDFCB802-0083-8359-E166-993042F09132}"/>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Isosceles Triangle 38">
                  <a:extLst>
                    <a:ext uri="{FF2B5EF4-FFF2-40B4-BE49-F238E27FC236}">
                      <a16:creationId xmlns:a16="http://schemas.microsoft.com/office/drawing/2014/main" id="{6A825598-D217-E2DD-9D78-BD5A62590048}"/>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7" name="Isosceles Triangle 26">
                <a:extLst>
                  <a:ext uri="{FF2B5EF4-FFF2-40B4-BE49-F238E27FC236}">
                    <a16:creationId xmlns:a16="http://schemas.microsoft.com/office/drawing/2014/main" id="{A7D83794-0D02-94E6-AF8C-9C6BEEE9FBF6}"/>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0" name="Group 39">
              <a:extLst>
                <a:ext uri="{FF2B5EF4-FFF2-40B4-BE49-F238E27FC236}">
                  <a16:creationId xmlns:a16="http://schemas.microsoft.com/office/drawing/2014/main" id="{76DE8383-7930-EC64-A24D-8E1BC619D1E0}"/>
                </a:ext>
              </a:extLst>
            </p:cNvPr>
            <p:cNvGrpSpPr/>
            <p:nvPr/>
          </p:nvGrpSpPr>
          <p:grpSpPr>
            <a:xfrm>
              <a:off x="8743950" y="2949702"/>
              <a:ext cx="514350" cy="771526"/>
              <a:chOff x="0" y="0"/>
              <a:chExt cx="895350" cy="876300"/>
            </a:xfrm>
          </p:grpSpPr>
          <p:grpSp>
            <p:nvGrpSpPr>
              <p:cNvPr id="41" name="Group 40">
                <a:extLst>
                  <a:ext uri="{FF2B5EF4-FFF2-40B4-BE49-F238E27FC236}">
                    <a16:creationId xmlns:a16="http://schemas.microsoft.com/office/drawing/2014/main" id="{E470531E-A8A1-CFDE-6649-3524CA2FD3AB}"/>
                  </a:ext>
                </a:extLst>
              </p:cNvPr>
              <p:cNvGrpSpPr/>
              <p:nvPr/>
            </p:nvGrpSpPr>
            <p:grpSpPr>
              <a:xfrm>
                <a:off x="0" y="285750"/>
                <a:ext cx="895350" cy="590550"/>
                <a:chOff x="0" y="0"/>
                <a:chExt cx="895350" cy="590550"/>
              </a:xfrm>
            </p:grpSpPr>
            <p:sp>
              <p:nvSpPr>
                <p:cNvPr id="43" name="Isosceles Triangle 42">
                  <a:extLst>
                    <a:ext uri="{FF2B5EF4-FFF2-40B4-BE49-F238E27FC236}">
                      <a16:creationId xmlns:a16="http://schemas.microsoft.com/office/drawing/2014/main" id="{937547DB-CE51-0633-60D3-1266F02C0D75}"/>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 name="Isosceles Triangle 43">
                  <a:extLst>
                    <a:ext uri="{FF2B5EF4-FFF2-40B4-BE49-F238E27FC236}">
                      <a16:creationId xmlns:a16="http://schemas.microsoft.com/office/drawing/2014/main" id="{74220BF2-90A7-B114-7D14-1F6E29FF2003}"/>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 name="Isosceles Triangle 44">
                  <a:extLst>
                    <a:ext uri="{FF2B5EF4-FFF2-40B4-BE49-F238E27FC236}">
                      <a16:creationId xmlns:a16="http://schemas.microsoft.com/office/drawing/2014/main" id="{8E241E51-5C34-4022-B828-57B9B0CBC35B}"/>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 name="Isosceles Triangle 45">
                  <a:extLst>
                    <a:ext uri="{FF2B5EF4-FFF2-40B4-BE49-F238E27FC236}">
                      <a16:creationId xmlns:a16="http://schemas.microsoft.com/office/drawing/2014/main" id="{E06C5072-009A-32FF-741B-5F41AEF870F5}"/>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Isosceles Triangle 46">
                  <a:extLst>
                    <a:ext uri="{FF2B5EF4-FFF2-40B4-BE49-F238E27FC236}">
                      <a16:creationId xmlns:a16="http://schemas.microsoft.com/office/drawing/2014/main" id="{85019E0E-46E6-2572-603A-E980C8785C62}"/>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Isosceles Triangle 47">
                  <a:extLst>
                    <a:ext uri="{FF2B5EF4-FFF2-40B4-BE49-F238E27FC236}">
                      <a16:creationId xmlns:a16="http://schemas.microsoft.com/office/drawing/2014/main" id="{C0F94DCC-71AF-6CFC-C80A-6D93AAA8097D}"/>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Isosceles Triangle 48">
                  <a:extLst>
                    <a:ext uri="{FF2B5EF4-FFF2-40B4-BE49-F238E27FC236}">
                      <a16:creationId xmlns:a16="http://schemas.microsoft.com/office/drawing/2014/main" id="{D941C89C-B354-AE48-AE3E-11005A0B3F4A}"/>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Isosceles Triangle 49">
                  <a:extLst>
                    <a:ext uri="{FF2B5EF4-FFF2-40B4-BE49-F238E27FC236}">
                      <a16:creationId xmlns:a16="http://schemas.microsoft.com/office/drawing/2014/main" id="{237EE34E-23D6-C497-3335-0E146AE1C23E}"/>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1" name="Isosceles Triangle 50">
                  <a:extLst>
                    <a:ext uri="{FF2B5EF4-FFF2-40B4-BE49-F238E27FC236}">
                      <a16:creationId xmlns:a16="http://schemas.microsoft.com/office/drawing/2014/main" id="{D83C24F3-77CC-F677-32D7-2172F962427A}"/>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2" name="Isosceles Triangle 51">
                  <a:extLst>
                    <a:ext uri="{FF2B5EF4-FFF2-40B4-BE49-F238E27FC236}">
                      <a16:creationId xmlns:a16="http://schemas.microsoft.com/office/drawing/2014/main" id="{324C5FE7-7D19-06AF-8E9F-13DF16E5AA68}"/>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3" name="Isosceles Triangle 52">
                  <a:extLst>
                    <a:ext uri="{FF2B5EF4-FFF2-40B4-BE49-F238E27FC236}">
                      <a16:creationId xmlns:a16="http://schemas.microsoft.com/office/drawing/2014/main" id="{959069FF-13C2-F556-6835-98DCC49EAD57}"/>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4" name="Isosceles Triangle 53">
                  <a:extLst>
                    <a:ext uri="{FF2B5EF4-FFF2-40B4-BE49-F238E27FC236}">
                      <a16:creationId xmlns:a16="http://schemas.microsoft.com/office/drawing/2014/main" id="{096EB3E4-A26E-C7B8-23BB-5FF98A936592}"/>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2" name="Isosceles Triangle 41">
                <a:extLst>
                  <a:ext uri="{FF2B5EF4-FFF2-40B4-BE49-F238E27FC236}">
                    <a16:creationId xmlns:a16="http://schemas.microsoft.com/office/drawing/2014/main" id="{32CB40AD-CE38-0BA9-B388-294943B82D8C}"/>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55" name="Oval 54">
              <a:extLst>
                <a:ext uri="{FF2B5EF4-FFF2-40B4-BE49-F238E27FC236}">
                  <a16:creationId xmlns:a16="http://schemas.microsoft.com/office/drawing/2014/main" id="{16AEF203-8142-2875-A8D6-5A85BEEE55AD}"/>
                </a:ext>
              </a:extLst>
            </p:cNvPr>
            <p:cNvSpPr/>
            <p:nvPr/>
          </p:nvSpPr>
          <p:spPr>
            <a:xfrm>
              <a:off x="6238875" y="268300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6" name="Oval 55">
              <a:extLst>
                <a:ext uri="{FF2B5EF4-FFF2-40B4-BE49-F238E27FC236}">
                  <a16:creationId xmlns:a16="http://schemas.microsoft.com/office/drawing/2014/main" id="{18A1B06F-DBB0-984E-D177-AEA0A326A5B1}"/>
                </a:ext>
              </a:extLst>
            </p:cNvPr>
            <p:cNvSpPr/>
            <p:nvPr/>
          </p:nvSpPr>
          <p:spPr>
            <a:xfrm>
              <a:off x="6781800" y="26734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7" name="Oval 56">
              <a:extLst>
                <a:ext uri="{FF2B5EF4-FFF2-40B4-BE49-F238E27FC236}">
                  <a16:creationId xmlns:a16="http://schemas.microsoft.com/office/drawing/2014/main" id="{90071347-02B3-CC47-3907-1B491E5928FA}"/>
                </a:ext>
              </a:extLst>
            </p:cNvPr>
            <p:cNvSpPr/>
            <p:nvPr/>
          </p:nvSpPr>
          <p:spPr>
            <a:xfrm>
              <a:off x="7296150" y="26734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8" name="Group 57">
              <a:extLst>
                <a:ext uri="{FF2B5EF4-FFF2-40B4-BE49-F238E27FC236}">
                  <a16:creationId xmlns:a16="http://schemas.microsoft.com/office/drawing/2014/main" id="{95DB6568-79A8-BD3B-CAA4-060616A9CAFD}"/>
                </a:ext>
              </a:extLst>
            </p:cNvPr>
            <p:cNvGrpSpPr/>
            <p:nvPr/>
          </p:nvGrpSpPr>
          <p:grpSpPr>
            <a:xfrm>
              <a:off x="6629400" y="2949702"/>
              <a:ext cx="514350" cy="771526"/>
              <a:chOff x="0" y="0"/>
              <a:chExt cx="895350" cy="876300"/>
            </a:xfrm>
          </p:grpSpPr>
          <p:grpSp>
            <p:nvGrpSpPr>
              <p:cNvPr id="59" name="Group 58">
                <a:extLst>
                  <a:ext uri="{FF2B5EF4-FFF2-40B4-BE49-F238E27FC236}">
                    <a16:creationId xmlns:a16="http://schemas.microsoft.com/office/drawing/2014/main" id="{2C0F668B-8A0C-724F-2745-72C153D1B1D2}"/>
                  </a:ext>
                </a:extLst>
              </p:cNvPr>
              <p:cNvGrpSpPr/>
              <p:nvPr/>
            </p:nvGrpSpPr>
            <p:grpSpPr>
              <a:xfrm>
                <a:off x="0" y="285750"/>
                <a:ext cx="895350" cy="590550"/>
                <a:chOff x="0" y="0"/>
                <a:chExt cx="895350" cy="590550"/>
              </a:xfrm>
            </p:grpSpPr>
            <p:sp>
              <p:nvSpPr>
                <p:cNvPr id="61" name="Isosceles Triangle 60">
                  <a:extLst>
                    <a:ext uri="{FF2B5EF4-FFF2-40B4-BE49-F238E27FC236}">
                      <a16:creationId xmlns:a16="http://schemas.microsoft.com/office/drawing/2014/main" id="{BF24C99C-B365-1E08-D07D-5BB6DC24FC2D}"/>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2" name="Isosceles Triangle 61">
                  <a:extLst>
                    <a:ext uri="{FF2B5EF4-FFF2-40B4-BE49-F238E27FC236}">
                      <a16:creationId xmlns:a16="http://schemas.microsoft.com/office/drawing/2014/main" id="{80EEAC69-C2DB-94FC-8515-C707089E8785}"/>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3" name="Isosceles Triangle 62">
                  <a:extLst>
                    <a:ext uri="{FF2B5EF4-FFF2-40B4-BE49-F238E27FC236}">
                      <a16:creationId xmlns:a16="http://schemas.microsoft.com/office/drawing/2014/main" id="{CDA50F8E-DE1D-8738-BC0B-5B4D54F73DEF}"/>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4" name="Isosceles Triangle 63">
                  <a:extLst>
                    <a:ext uri="{FF2B5EF4-FFF2-40B4-BE49-F238E27FC236}">
                      <a16:creationId xmlns:a16="http://schemas.microsoft.com/office/drawing/2014/main" id="{E6D41E3C-223B-F976-B6A9-AEAF758A7D76}"/>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5" name="Isosceles Triangle 64">
                  <a:extLst>
                    <a:ext uri="{FF2B5EF4-FFF2-40B4-BE49-F238E27FC236}">
                      <a16:creationId xmlns:a16="http://schemas.microsoft.com/office/drawing/2014/main" id="{5675435B-9EA0-7A2E-6601-2FBA01ECDCC9}"/>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6" name="Isosceles Triangle 65">
                  <a:extLst>
                    <a:ext uri="{FF2B5EF4-FFF2-40B4-BE49-F238E27FC236}">
                      <a16:creationId xmlns:a16="http://schemas.microsoft.com/office/drawing/2014/main" id="{BA025F64-E17F-B81C-86C9-161CB0573DAB}"/>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7" name="Isosceles Triangle 66">
                  <a:extLst>
                    <a:ext uri="{FF2B5EF4-FFF2-40B4-BE49-F238E27FC236}">
                      <a16:creationId xmlns:a16="http://schemas.microsoft.com/office/drawing/2014/main" id="{0EB65122-EA54-BD24-D280-8DAF73038FBE}"/>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8" name="Isosceles Triangle 67">
                  <a:extLst>
                    <a:ext uri="{FF2B5EF4-FFF2-40B4-BE49-F238E27FC236}">
                      <a16:creationId xmlns:a16="http://schemas.microsoft.com/office/drawing/2014/main" id="{6E01760F-7CE5-EAE7-A273-BBEA77C96535}"/>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9" name="Isosceles Triangle 68">
                  <a:extLst>
                    <a:ext uri="{FF2B5EF4-FFF2-40B4-BE49-F238E27FC236}">
                      <a16:creationId xmlns:a16="http://schemas.microsoft.com/office/drawing/2014/main" id="{19E18FE5-5840-48B6-121F-BA57107A6BCB}"/>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0" name="Isosceles Triangle 69">
                  <a:extLst>
                    <a:ext uri="{FF2B5EF4-FFF2-40B4-BE49-F238E27FC236}">
                      <a16:creationId xmlns:a16="http://schemas.microsoft.com/office/drawing/2014/main" id="{956B5AE0-E810-14F7-F9B9-FA498F534DD6}"/>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1" name="Isosceles Triangle 70">
                  <a:extLst>
                    <a:ext uri="{FF2B5EF4-FFF2-40B4-BE49-F238E27FC236}">
                      <a16:creationId xmlns:a16="http://schemas.microsoft.com/office/drawing/2014/main" id="{0CEA6572-61E5-454C-0463-B70093D5AAC0}"/>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2" name="Isosceles Triangle 71">
                  <a:extLst>
                    <a:ext uri="{FF2B5EF4-FFF2-40B4-BE49-F238E27FC236}">
                      <a16:creationId xmlns:a16="http://schemas.microsoft.com/office/drawing/2014/main" id="{6B4C84A7-5D07-88B8-2F04-F44A3486F53D}"/>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60" name="Isosceles Triangle 59">
                <a:extLst>
                  <a:ext uri="{FF2B5EF4-FFF2-40B4-BE49-F238E27FC236}">
                    <a16:creationId xmlns:a16="http://schemas.microsoft.com/office/drawing/2014/main" id="{4F17E8AF-B1ED-3616-88DB-DBCE45666FEB}"/>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73" name="Group 72">
              <a:extLst>
                <a:ext uri="{FF2B5EF4-FFF2-40B4-BE49-F238E27FC236}">
                  <a16:creationId xmlns:a16="http://schemas.microsoft.com/office/drawing/2014/main" id="{7F5C95D0-2D72-6FF6-583A-25A8178EA72E}"/>
                </a:ext>
              </a:extLst>
            </p:cNvPr>
            <p:cNvGrpSpPr/>
            <p:nvPr/>
          </p:nvGrpSpPr>
          <p:grpSpPr>
            <a:xfrm>
              <a:off x="6096000" y="2949702"/>
              <a:ext cx="514350" cy="771526"/>
              <a:chOff x="0" y="0"/>
              <a:chExt cx="895350" cy="876300"/>
            </a:xfrm>
          </p:grpSpPr>
          <p:grpSp>
            <p:nvGrpSpPr>
              <p:cNvPr id="74" name="Group 73">
                <a:extLst>
                  <a:ext uri="{FF2B5EF4-FFF2-40B4-BE49-F238E27FC236}">
                    <a16:creationId xmlns:a16="http://schemas.microsoft.com/office/drawing/2014/main" id="{AF960C95-DC77-D950-5F89-A1AB84B51994}"/>
                  </a:ext>
                </a:extLst>
              </p:cNvPr>
              <p:cNvGrpSpPr/>
              <p:nvPr/>
            </p:nvGrpSpPr>
            <p:grpSpPr>
              <a:xfrm>
                <a:off x="0" y="285750"/>
                <a:ext cx="895350" cy="590550"/>
                <a:chOff x="0" y="0"/>
                <a:chExt cx="895350" cy="590550"/>
              </a:xfrm>
            </p:grpSpPr>
            <p:sp>
              <p:nvSpPr>
                <p:cNvPr id="76" name="Isosceles Triangle 75">
                  <a:extLst>
                    <a:ext uri="{FF2B5EF4-FFF2-40B4-BE49-F238E27FC236}">
                      <a16:creationId xmlns:a16="http://schemas.microsoft.com/office/drawing/2014/main" id="{8A2E79C6-98FD-3E71-2447-7E5904D19640}"/>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7" name="Isosceles Triangle 76">
                  <a:extLst>
                    <a:ext uri="{FF2B5EF4-FFF2-40B4-BE49-F238E27FC236}">
                      <a16:creationId xmlns:a16="http://schemas.microsoft.com/office/drawing/2014/main" id="{9ACEC193-2EB3-0CCE-2449-534DC601A9D8}"/>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8" name="Isosceles Triangle 77">
                  <a:extLst>
                    <a:ext uri="{FF2B5EF4-FFF2-40B4-BE49-F238E27FC236}">
                      <a16:creationId xmlns:a16="http://schemas.microsoft.com/office/drawing/2014/main" id="{395FC93E-DFC6-4DD3-FCAF-EA0F10099ECB}"/>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 name="Isosceles Triangle 78">
                  <a:extLst>
                    <a:ext uri="{FF2B5EF4-FFF2-40B4-BE49-F238E27FC236}">
                      <a16:creationId xmlns:a16="http://schemas.microsoft.com/office/drawing/2014/main" id="{C1E00862-F855-0A82-7B1D-C7145AAFEF28}"/>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0" name="Isosceles Triangle 79">
                  <a:extLst>
                    <a:ext uri="{FF2B5EF4-FFF2-40B4-BE49-F238E27FC236}">
                      <a16:creationId xmlns:a16="http://schemas.microsoft.com/office/drawing/2014/main" id="{077F1054-CE65-5559-4AA4-70BF6F88F74B}"/>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1" name="Isosceles Triangle 80">
                  <a:extLst>
                    <a:ext uri="{FF2B5EF4-FFF2-40B4-BE49-F238E27FC236}">
                      <a16:creationId xmlns:a16="http://schemas.microsoft.com/office/drawing/2014/main" id="{969C6AA8-5EA5-B173-1071-2D0754B3672D}"/>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2" name="Isosceles Triangle 81">
                  <a:extLst>
                    <a:ext uri="{FF2B5EF4-FFF2-40B4-BE49-F238E27FC236}">
                      <a16:creationId xmlns:a16="http://schemas.microsoft.com/office/drawing/2014/main" id="{AF5B1A6A-E5C8-E675-CD04-C4902CDAAD6C}"/>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3" name="Isosceles Triangle 82">
                  <a:extLst>
                    <a:ext uri="{FF2B5EF4-FFF2-40B4-BE49-F238E27FC236}">
                      <a16:creationId xmlns:a16="http://schemas.microsoft.com/office/drawing/2014/main" id="{7D54B9C3-4D56-DC81-A9FC-235E2323F051}"/>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4" name="Isosceles Triangle 83">
                  <a:extLst>
                    <a:ext uri="{FF2B5EF4-FFF2-40B4-BE49-F238E27FC236}">
                      <a16:creationId xmlns:a16="http://schemas.microsoft.com/office/drawing/2014/main" id="{3E996C6E-CF17-0BC6-E200-79B11B1B61CB}"/>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 name="Isosceles Triangle 84">
                  <a:extLst>
                    <a:ext uri="{FF2B5EF4-FFF2-40B4-BE49-F238E27FC236}">
                      <a16:creationId xmlns:a16="http://schemas.microsoft.com/office/drawing/2014/main" id="{6DF3630D-DA46-805F-6B78-B635E9C1226B}"/>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 name="Isosceles Triangle 85">
                  <a:extLst>
                    <a:ext uri="{FF2B5EF4-FFF2-40B4-BE49-F238E27FC236}">
                      <a16:creationId xmlns:a16="http://schemas.microsoft.com/office/drawing/2014/main" id="{FCE1ECA2-9F1F-3D51-D68F-4191CC88A679}"/>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7" name="Isosceles Triangle 86">
                  <a:extLst>
                    <a:ext uri="{FF2B5EF4-FFF2-40B4-BE49-F238E27FC236}">
                      <a16:creationId xmlns:a16="http://schemas.microsoft.com/office/drawing/2014/main" id="{92703A5C-D369-6FCB-2D30-125A376444FA}"/>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75" name="Isosceles Triangle 74">
                <a:extLst>
                  <a:ext uri="{FF2B5EF4-FFF2-40B4-BE49-F238E27FC236}">
                    <a16:creationId xmlns:a16="http://schemas.microsoft.com/office/drawing/2014/main" id="{D2606D86-CE94-3DBD-5D82-26545EA9BC1B}"/>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8" name="Group 87">
              <a:extLst>
                <a:ext uri="{FF2B5EF4-FFF2-40B4-BE49-F238E27FC236}">
                  <a16:creationId xmlns:a16="http://schemas.microsoft.com/office/drawing/2014/main" id="{AD70C7BD-F421-51D7-9477-FDC5F377427E}"/>
                </a:ext>
              </a:extLst>
            </p:cNvPr>
            <p:cNvGrpSpPr/>
            <p:nvPr/>
          </p:nvGrpSpPr>
          <p:grpSpPr>
            <a:xfrm>
              <a:off x="7153275" y="2949702"/>
              <a:ext cx="514350" cy="771526"/>
              <a:chOff x="0" y="0"/>
              <a:chExt cx="895350" cy="876300"/>
            </a:xfrm>
          </p:grpSpPr>
          <p:grpSp>
            <p:nvGrpSpPr>
              <p:cNvPr id="89" name="Group 88">
                <a:extLst>
                  <a:ext uri="{FF2B5EF4-FFF2-40B4-BE49-F238E27FC236}">
                    <a16:creationId xmlns:a16="http://schemas.microsoft.com/office/drawing/2014/main" id="{9E4E95C4-C865-B75E-8720-2CE6E36AB61C}"/>
                  </a:ext>
                </a:extLst>
              </p:cNvPr>
              <p:cNvGrpSpPr/>
              <p:nvPr/>
            </p:nvGrpSpPr>
            <p:grpSpPr>
              <a:xfrm>
                <a:off x="0" y="285750"/>
                <a:ext cx="895350" cy="590550"/>
                <a:chOff x="0" y="0"/>
                <a:chExt cx="895350" cy="590550"/>
              </a:xfrm>
            </p:grpSpPr>
            <p:sp>
              <p:nvSpPr>
                <p:cNvPr id="91" name="Isosceles Triangle 90">
                  <a:extLst>
                    <a:ext uri="{FF2B5EF4-FFF2-40B4-BE49-F238E27FC236}">
                      <a16:creationId xmlns:a16="http://schemas.microsoft.com/office/drawing/2014/main" id="{46D44FD5-38D9-2F90-033F-BFA0C5133982}"/>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2" name="Isosceles Triangle 91">
                  <a:extLst>
                    <a:ext uri="{FF2B5EF4-FFF2-40B4-BE49-F238E27FC236}">
                      <a16:creationId xmlns:a16="http://schemas.microsoft.com/office/drawing/2014/main" id="{3F2593F7-1F89-1188-6363-90849F7C67A1}"/>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3" name="Isosceles Triangle 92">
                  <a:extLst>
                    <a:ext uri="{FF2B5EF4-FFF2-40B4-BE49-F238E27FC236}">
                      <a16:creationId xmlns:a16="http://schemas.microsoft.com/office/drawing/2014/main" id="{A5EEF4EF-8392-016A-9DE9-99C61F228375}"/>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4" name="Isosceles Triangle 93">
                  <a:extLst>
                    <a:ext uri="{FF2B5EF4-FFF2-40B4-BE49-F238E27FC236}">
                      <a16:creationId xmlns:a16="http://schemas.microsoft.com/office/drawing/2014/main" id="{4E3C6D98-275A-C2AA-00BD-810E75947604}"/>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5" name="Isosceles Triangle 94">
                  <a:extLst>
                    <a:ext uri="{FF2B5EF4-FFF2-40B4-BE49-F238E27FC236}">
                      <a16:creationId xmlns:a16="http://schemas.microsoft.com/office/drawing/2014/main" id="{401D6A4D-9795-B171-9561-2CB4B322CB95}"/>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6" name="Isosceles Triangle 95">
                  <a:extLst>
                    <a:ext uri="{FF2B5EF4-FFF2-40B4-BE49-F238E27FC236}">
                      <a16:creationId xmlns:a16="http://schemas.microsoft.com/office/drawing/2014/main" id="{BA6E16C3-F8E4-885A-B0BB-A8B3991F90F4}"/>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7" name="Isosceles Triangle 96">
                  <a:extLst>
                    <a:ext uri="{FF2B5EF4-FFF2-40B4-BE49-F238E27FC236}">
                      <a16:creationId xmlns:a16="http://schemas.microsoft.com/office/drawing/2014/main" id="{AF8DFFA9-066C-6E8F-8A38-02925D85521D}"/>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8" name="Isosceles Triangle 97">
                  <a:extLst>
                    <a:ext uri="{FF2B5EF4-FFF2-40B4-BE49-F238E27FC236}">
                      <a16:creationId xmlns:a16="http://schemas.microsoft.com/office/drawing/2014/main" id="{54BA0F87-1108-428F-8512-EFE844C53005}"/>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9" name="Isosceles Triangle 98">
                  <a:extLst>
                    <a:ext uri="{FF2B5EF4-FFF2-40B4-BE49-F238E27FC236}">
                      <a16:creationId xmlns:a16="http://schemas.microsoft.com/office/drawing/2014/main" id="{4F1A0656-7F81-6A7E-BA96-8AF075E48064}"/>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0" name="Isosceles Triangle 99">
                  <a:extLst>
                    <a:ext uri="{FF2B5EF4-FFF2-40B4-BE49-F238E27FC236}">
                      <a16:creationId xmlns:a16="http://schemas.microsoft.com/office/drawing/2014/main" id="{748D3A56-E9BA-7E45-0ABC-6F294774340A}"/>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1" name="Isosceles Triangle 100">
                  <a:extLst>
                    <a:ext uri="{FF2B5EF4-FFF2-40B4-BE49-F238E27FC236}">
                      <a16:creationId xmlns:a16="http://schemas.microsoft.com/office/drawing/2014/main" id="{1FC5CF88-8810-683B-51A7-FAB32C7AA216}"/>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2" name="Isosceles Triangle 101">
                  <a:extLst>
                    <a:ext uri="{FF2B5EF4-FFF2-40B4-BE49-F238E27FC236}">
                      <a16:creationId xmlns:a16="http://schemas.microsoft.com/office/drawing/2014/main" id="{022AE407-017E-8A96-A9C6-FFCB89FA7430}"/>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90" name="Isosceles Triangle 89">
                <a:extLst>
                  <a:ext uri="{FF2B5EF4-FFF2-40B4-BE49-F238E27FC236}">
                    <a16:creationId xmlns:a16="http://schemas.microsoft.com/office/drawing/2014/main" id="{9A2881AD-CA80-1B67-E3FD-7E09C7C81B1D}"/>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03" name="Oval 102">
              <a:extLst>
                <a:ext uri="{FF2B5EF4-FFF2-40B4-BE49-F238E27FC236}">
                  <a16:creationId xmlns:a16="http://schemas.microsoft.com/office/drawing/2014/main" id="{A507C301-A3EE-AFEE-2469-674F7463C9C4}"/>
                </a:ext>
              </a:extLst>
            </p:cNvPr>
            <p:cNvSpPr/>
            <p:nvPr/>
          </p:nvSpPr>
          <p:spPr>
            <a:xfrm>
              <a:off x="9420225" y="2683002"/>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4" name="Oval 103">
              <a:extLst>
                <a:ext uri="{FF2B5EF4-FFF2-40B4-BE49-F238E27FC236}">
                  <a16:creationId xmlns:a16="http://schemas.microsoft.com/office/drawing/2014/main" id="{B490FCE5-46C5-1F0E-341E-3EF0830D3303}"/>
                </a:ext>
              </a:extLst>
            </p:cNvPr>
            <p:cNvSpPr/>
            <p:nvPr/>
          </p:nvSpPr>
          <p:spPr>
            <a:xfrm>
              <a:off x="9963150" y="26734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5" name="Oval 104">
              <a:extLst>
                <a:ext uri="{FF2B5EF4-FFF2-40B4-BE49-F238E27FC236}">
                  <a16:creationId xmlns:a16="http://schemas.microsoft.com/office/drawing/2014/main" id="{4130B7DB-2FB5-176E-B7D6-D0BBF850B2B5}"/>
                </a:ext>
              </a:extLst>
            </p:cNvPr>
            <p:cNvSpPr/>
            <p:nvPr/>
          </p:nvSpPr>
          <p:spPr>
            <a:xfrm>
              <a:off x="10477500" y="2673477"/>
              <a:ext cx="228600" cy="247650"/>
            </a:xfrm>
            <a:prstGeom prst="ellips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06" name="Group 105">
              <a:extLst>
                <a:ext uri="{FF2B5EF4-FFF2-40B4-BE49-F238E27FC236}">
                  <a16:creationId xmlns:a16="http://schemas.microsoft.com/office/drawing/2014/main" id="{CF3A47F0-0B43-E998-6156-1D686D6C071F}"/>
                </a:ext>
              </a:extLst>
            </p:cNvPr>
            <p:cNvGrpSpPr/>
            <p:nvPr/>
          </p:nvGrpSpPr>
          <p:grpSpPr>
            <a:xfrm>
              <a:off x="9810750" y="2949702"/>
              <a:ext cx="514350" cy="771526"/>
              <a:chOff x="0" y="0"/>
              <a:chExt cx="895350" cy="876300"/>
            </a:xfrm>
          </p:grpSpPr>
          <p:grpSp>
            <p:nvGrpSpPr>
              <p:cNvPr id="107" name="Group 106">
                <a:extLst>
                  <a:ext uri="{FF2B5EF4-FFF2-40B4-BE49-F238E27FC236}">
                    <a16:creationId xmlns:a16="http://schemas.microsoft.com/office/drawing/2014/main" id="{25430F81-2A22-3EF6-6EA5-C9128DAFFDF4}"/>
                  </a:ext>
                </a:extLst>
              </p:cNvPr>
              <p:cNvGrpSpPr/>
              <p:nvPr/>
            </p:nvGrpSpPr>
            <p:grpSpPr>
              <a:xfrm>
                <a:off x="0" y="285750"/>
                <a:ext cx="895350" cy="590550"/>
                <a:chOff x="0" y="0"/>
                <a:chExt cx="895350" cy="590550"/>
              </a:xfrm>
            </p:grpSpPr>
            <p:sp>
              <p:nvSpPr>
                <p:cNvPr id="109" name="Isosceles Triangle 108">
                  <a:extLst>
                    <a:ext uri="{FF2B5EF4-FFF2-40B4-BE49-F238E27FC236}">
                      <a16:creationId xmlns:a16="http://schemas.microsoft.com/office/drawing/2014/main" id="{381B445A-FA05-A4D0-6A60-BC301EB9F718}"/>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0" name="Isosceles Triangle 109">
                  <a:extLst>
                    <a:ext uri="{FF2B5EF4-FFF2-40B4-BE49-F238E27FC236}">
                      <a16:creationId xmlns:a16="http://schemas.microsoft.com/office/drawing/2014/main" id="{E9F44954-DFE1-03A6-F367-9238CCB25F37}"/>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1" name="Isosceles Triangle 110">
                  <a:extLst>
                    <a:ext uri="{FF2B5EF4-FFF2-40B4-BE49-F238E27FC236}">
                      <a16:creationId xmlns:a16="http://schemas.microsoft.com/office/drawing/2014/main" id="{6495C9C8-DDA3-2895-BC7E-8F4CE913926F}"/>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2" name="Isosceles Triangle 111">
                  <a:extLst>
                    <a:ext uri="{FF2B5EF4-FFF2-40B4-BE49-F238E27FC236}">
                      <a16:creationId xmlns:a16="http://schemas.microsoft.com/office/drawing/2014/main" id="{4FE4025C-AE74-C174-5031-43247A6587DF}"/>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 name="Isosceles Triangle 112">
                  <a:extLst>
                    <a:ext uri="{FF2B5EF4-FFF2-40B4-BE49-F238E27FC236}">
                      <a16:creationId xmlns:a16="http://schemas.microsoft.com/office/drawing/2014/main" id="{34AD41DE-85B9-DC14-9A06-1980A82B2F6D}"/>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4" name="Isosceles Triangle 113">
                  <a:extLst>
                    <a:ext uri="{FF2B5EF4-FFF2-40B4-BE49-F238E27FC236}">
                      <a16:creationId xmlns:a16="http://schemas.microsoft.com/office/drawing/2014/main" id="{385EB75D-F2A8-6EF8-3741-35DCDB08230D}"/>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5" name="Isosceles Triangle 114">
                  <a:extLst>
                    <a:ext uri="{FF2B5EF4-FFF2-40B4-BE49-F238E27FC236}">
                      <a16:creationId xmlns:a16="http://schemas.microsoft.com/office/drawing/2014/main" id="{5537A194-6A0A-D30D-5FA6-FE8688A826D3}"/>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6" name="Isosceles Triangle 115">
                  <a:extLst>
                    <a:ext uri="{FF2B5EF4-FFF2-40B4-BE49-F238E27FC236}">
                      <a16:creationId xmlns:a16="http://schemas.microsoft.com/office/drawing/2014/main" id="{67C13C7D-DFD8-54D7-08C1-6836A7D1ECD1}"/>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7" name="Isosceles Triangle 116">
                  <a:extLst>
                    <a:ext uri="{FF2B5EF4-FFF2-40B4-BE49-F238E27FC236}">
                      <a16:creationId xmlns:a16="http://schemas.microsoft.com/office/drawing/2014/main" id="{02B75B83-1426-2871-3AF9-5ED05D778C58}"/>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8" name="Isosceles Triangle 117">
                  <a:extLst>
                    <a:ext uri="{FF2B5EF4-FFF2-40B4-BE49-F238E27FC236}">
                      <a16:creationId xmlns:a16="http://schemas.microsoft.com/office/drawing/2014/main" id="{BB9959E9-11A2-C2DD-B4ED-79ADB47CAB80}"/>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9" name="Isosceles Triangle 118">
                  <a:extLst>
                    <a:ext uri="{FF2B5EF4-FFF2-40B4-BE49-F238E27FC236}">
                      <a16:creationId xmlns:a16="http://schemas.microsoft.com/office/drawing/2014/main" id="{4FAB7CE6-9005-A556-C63B-D1C9F03AD672}"/>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0" name="Isosceles Triangle 119">
                  <a:extLst>
                    <a:ext uri="{FF2B5EF4-FFF2-40B4-BE49-F238E27FC236}">
                      <a16:creationId xmlns:a16="http://schemas.microsoft.com/office/drawing/2014/main" id="{0943FCE4-DB83-1717-8683-C673DE26B28E}"/>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08" name="Isosceles Triangle 107">
                <a:extLst>
                  <a:ext uri="{FF2B5EF4-FFF2-40B4-BE49-F238E27FC236}">
                    <a16:creationId xmlns:a16="http://schemas.microsoft.com/office/drawing/2014/main" id="{D1762B10-3540-DD1D-9E0B-1030148D244B}"/>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21" name="Group 120">
              <a:extLst>
                <a:ext uri="{FF2B5EF4-FFF2-40B4-BE49-F238E27FC236}">
                  <a16:creationId xmlns:a16="http://schemas.microsoft.com/office/drawing/2014/main" id="{F5D8A047-64C4-8980-E149-AC522051B48C}"/>
                </a:ext>
              </a:extLst>
            </p:cNvPr>
            <p:cNvGrpSpPr/>
            <p:nvPr/>
          </p:nvGrpSpPr>
          <p:grpSpPr>
            <a:xfrm>
              <a:off x="9277350" y="2949702"/>
              <a:ext cx="514350" cy="771526"/>
              <a:chOff x="0" y="0"/>
              <a:chExt cx="895350" cy="876300"/>
            </a:xfrm>
          </p:grpSpPr>
          <p:grpSp>
            <p:nvGrpSpPr>
              <p:cNvPr id="122" name="Group 121">
                <a:extLst>
                  <a:ext uri="{FF2B5EF4-FFF2-40B4-BE49-F238E27FC236}">
                    <a16:creationId xmlns:a16="http://schemas.microsoft.com/office/drawing/2014/main" id="{EB6B7E73-6A6D-3BF5-CF22-C1747968A735}"/>
                  </a:ext>
                </a:extLst>
              </p:cNvPr>
              <p:cNvGrpSpPr/>
              <p:nvPr/>
            </p:nvGrpSpPr>
            <p:grpSpPr>
              <a:xfrm>
                <a:off x="0" y="285750"/>
                <a:ext cx="895350" cy="590550"/>
                <a:chOff x="0" y="0"/>
                <a:chExt cx="895350" cy="590550"/>
              </a:xfrm>
            </p:grpSpPr>
            <p:sp>
              <p:nvSpPr>
                <p:cNvPr id="124" name="Isosceles Triangle 123">
                  <a:extLst>
                    <a:ext uri="{FF2B5EF4-FFF2-40B4-BE49-F238E27FC236}">
                      <a16:creationId xmlns:a16="http://schemas.microsoft.com/office/drawing/2014/main" id="{2BAF0965-2EAA-CAB9-8C36-30A33BD581B4}"/>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5" name="Isosceles Triangle 124">
                  <a:extLst>
                    <a:ext uri="{FF2B5EF4-FFF2-40B4-BE49-F238E27FC236}">
                      <a16:creationId xmlns:a16="http://schemas.microsoft.com/office/drawing/2014/main" id="{07D619B8-9563-7CDF-9BAC-B284779F5379}"/>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6" name="Isosceles Triangle 125">
                  <a:extLst>
                    <a:ext uri="{FF2B5EF4-FFF2-40B4-BE49-F238E27FC236}">
                      <a16:creationId xmlns:a16="http://schemas.microsoft.com/office/drawing/2014/main" id="{E96CC589-EA1A-85F8-1DF5-C2AF9FE3D8F8}"/>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7" name="Isosceles Triangle 126">
                  <a:extLst>
                    <a:ext uri="{FF2B5EF4-FFF2-40B4-BE49-F238E27FC236}">
                      <a16:creationId xmlns:a16="http://schemas.microsoft.com/office/drawing/2014/main" id="{42FE4A3C-D083-0784-599F-5F5C58F9D9A2}"/>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8" name="Isosceles Triangle 127">
                  <a:extLst>
                    <a:ext uri="{FF2B5EF4-FFF2-40B4-BE49-F238E27FC236}">
                      <a16:creationId xmlns:a16="http://schemas.microsoft.com/office/drawing/2014/main" id="{1856F6FE-0BED-3286-1346-D29FC2C517C0}"/>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9" name="Isosceles Triangle 128">
                  <a:extLst>
                    <a:ext uri="{FF2B5EF4-FFF2-40B4-BE49-F238E27FC236}">
                      <a16:creationId xmlns:a16="http://schemas.microsoft.com/office/drawing/2014/main" id="{66BB3065-8C57-CF04-283F-187A6C570C9F}"/>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0" name="Isosceles Triangle 129">
                  <a:extLst>
                    <a:ext uri="{FF2B5EF4-FFF2-40B4-BE49-F238E27FC236}">
                      <a16:creationId xmlns:a16="http://schemas.microsoft.com/office/drawing/2014/main" id="{BFBF0942-4A03-53DC-CF8B-AC2E3D977C45}"/>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1" name="Isosceles Triangle 130">
                  <a:extLst>
                    <a:ext uri="{FF2B5EF4-FFF2-40B4-BE49-F238E27FC236}">
                      <a16:creationId xmlns:a16="http://schemas.microsoft.com/office/drawing/2014/main" id="{35AB9A30-1D5F-4B75-FA6A-9C863A0D533F}"/>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2" name="Isosceles Triangle 131">
                  <a:extLst>
                    <a:ext uri="{FF2B5EF4-FFF2-40B4-BE49-F238E27FC236}">
                      <a16:creationId xmlns:a16="http://schemas.microsoft.com/office/drawing/2014/main" id="{45B0C938-DC55-BDB0-B7AC-3297C5BD7E4D}"/>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3" name="Isosceles Triangle 132">
                  <a:extLst>
                    <a:ext uri="{FF2B5EF4-FFF2-40B4-BE49-F238E27FC236}">
                      <a16:creationId xmlns:a16="http://schemas.microsoft.com/office/drawing/2014/main" id="{67B1A919-A596-7730-5FD3-52B9F4773EEF}"/>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4" name="Isosceles Triangle 133">
                  <a:extLst>
                    <a:ext uri="{FF2B5EF4-FFF2-40B4-BE49-F238E27FC236}">
                      <a16:creationId xmlns:a16="http://schemas.microsoft.com/office/drawing/2014/main" id="{2F552510-ADC5-5C76-C7D2-9C73D19D5780}"/>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5" name="Isosceles Triangle 134">
                  <a:extLst>
                    <a:ext uri="{FF2B5EF4-FFF2-40B4-BE49-F238E27FC236}">
                      <a16:creationId xmlns:a16="http://schemas.microsoft.com/office/drawing/2014/main" id="{72619E83-E37F-97F2-C37D-1555CFB4F7EC}"/>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23" name="Isosceles Triangle 122">
                <a:extLst>
                  <a:ext uri="{FF2B5EF4-FFF2-40B4-BE49-F238E27FC236}">
                    <a16:creationId xmlns:a16="http://schemas.microsoft.com/office/drawing/2014/main" id="{1073CFBA-EA02-85C5-9C53-4622FC7B3021}"/>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36" name="Group 135">
              <a:extLst>
                <a:ext uri="{FF2B5EF4-FFF2-40B4-BE49-F238E27FC236}">
                  <a16:creationId xmlns:a16="http://schemas.microsoft.com/office/drawing/2014/main" id="{EF0EFC8E-9697-A00B-A330-F1D92CC0D8AD}"/>
                </a:ext>
              </a:extLst>
            </p:cNvPr>
            <p:cNvGrpSpPr/>
            <p:nvPr/>
          </p:nvGrpSpPr>
          <p:grpSpPr>
            <a:xfrm>
              <a:off x="10334625" y="2949702"/>
              <a:ext cx="514350" cy="771526"/>
              <a:chOff x="0" y="0"/>
              <a:chExt cx="895350" cy="876300"/>
            </a:xfrm>
          </p:grpSpPr>
          <p:grpSp>
            <p:nvGrpSpPr>
              <p:cNvPr id="137" name="Group 136">
                <a:extLst>
                  <a:ext uri="{FF2B5EF4-FFF2-40B4-BE49-F238E27FC236}">
                    <a16:creationId xmlns:a16="http://schemas.microsoft.com/office/drawing/2014/main" id="{0DF300AA-5021-DDB2-EDC0-994920969546}"/>
                  </a:ext>
                </a:extLst>
              </p:cNvPr>
              <p:cNvGrpSpPr/>
              <p:nvPr/>
            </p:nvGrpSpPr>
            <p:grpSpPr>
              <a:xfrm>
                <a:off x="0" y="285750"/>
                <a:ext cx="895350" cy="590550"/>
                <a:chOff x="0" y="0"/>
                <a:chExt cx="895350" cy="590550"/>
              </a:xfrm>
            </p:grpSpPr>
            <p:sp>
              <p:nvSpPr>
                <p:cNvPr id="139" name="Isosceles Triangle 138">
                  <a:extLst>
                    <a:ext uri="{FF2B5EF4-FFF2-40B4-BE49-F238E27FC236}">
                      <a16:creationId xmlns:a16="http://schemas.microsoft.com/office/drawing/2014/main" id="{0A3168B6-208A-07BB-7570-F11854FEEB6E}"/>
                    </a:ext>
                  </a:extLst>
                </p:cNvPr>
                <p:cNvSpPr/>
                <p:nvPr/>
              </p:nvSpPr>
              <p:spPr>
                <a:xfrm>
                  <a:off x="47625"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0" name="Isosceles Triangle 139">
                  <a:extLst>
                    <a:ext uri="{FF2B5EF4-FFF2-40B4-BE49-F238E27FC236}">
                      <a16:creationId xmlns:a16="http://schemas.microsoft.com/office/drawing/2014/main" id="{77434F58-B0CA-516B-2C91-357C889A53A4}"/>
                    </a:ext>
                  </a:extLst>
                </p:cNvPr>
                <p:cNvSpPr/>
                <p:nvPr/>
              </p:nvSpPr>
              <p:spPr>
                <a:xfrm>
                  <a:off x="36195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1" name="Isosceles Triangle 140">
                  <a:extLst>
                    <a:ext uri="{FF2B5EF4-FFF2-40B4-BE49-F238E27FC236}">
                      <a16:creationId xmlns:a16="http://schemas.microsoft.com/office/drawing/2014/main" id="{ECFD76E2-3C18-39A6-6061-4F08BE4A05AF}"/>
                    </a:ext>
                  </a:extLst>
                </p:cNvPr>
                <p:cNvSpPr/>
                <p:nvPr/>
              </p:nvSpPr>
              <p:spPr>
                <a:xfrm>
                  <a:off x="647700" y="0"/>
                  <a:ext cx="190500" cy="2952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2" name="Isosceles Triangle 141">
                  <a:extLst>
                    <a:ext uri="{FF2B5EF4-FFF2-40B4-BE49-F238E27FC236}">
                      <a16:creationId xmlns:a16="http://schemas.microsoft.com/office/drawing/2014/main" id="{906CBA27-8D30-FCAD-018C-0F6924D0D5DC}"/>
                    </a:ext>
                  </a:extLst>
                </p:cNvPr>
                <p:cNvSpPr/>
                <p:nvPr/>
              </p:nvSpPr>
              <p:spPr>
                <a:xfrm>
                  <a:off x="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3" name="Isosceles Triangle 142">
                  <a:extLst>
                    <a:ext uri="{FF2B5EF4-FFF2-40B4-BE49-F238E27FC236}">
                      <a16:creationId xmlns:a16="http://schemas.microsoft.com/office/drawing/2014/main" id="{B24F2759-0447-5E98-2FEF-611FAAA74FF5}"/>
                    </a:ext>
                  </a:extLst>
                </p:cNvPr>
                <p:cNvSpPr/>
                <p:nvPr/>
              </p:nvSpPr>
              <p:spPr>
                <a:xfrm>
                  <a:off x="952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4" name="Isosceles Triangle 143">
                  <a:extLst>
                    <a:ext uri="{FF2B5EF4-FFF2-40B4-BE49-F238E27FC236}">
                      <a16:creationId xmlns:a16="http://schemas.microsoft.com/office/drawing/2014/main" id="{BC705B57-C00E-1EE9-7306-5DE67B3E167E}"/>
                    </a:ext>
                  </a:extLst>
                </p:cNvPr>
                <p:cNvSpPr/>
                <p:nvPr/>
              </p:nvSpPr>
              <p:spPr>
                <a:xfrm>
                  <a:off x="2000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5" name="Isosceles Triangle 144">
                  <a:extLst>
                    <a:ext uri="{FF2B5EF4-FFF2-40B4-BE49-F238E27FC236}">
                      <a16:creationId xmlns:a16="http://schemas.microsoft.com/office/drawing/2014/main" id="{26C030F6-3BC5-A07E-4AA1-EF4CB6C5F45B}"/>
                    </a:ext>
                  </a:extLst>
                </p:cNvPr>
                <p:cNvSpPr/>
                <p:nvPr/>
              </p:nvSpPr>
              <p:spPr>
                <a:xfrm>
                  <a:off x="314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6" name="Isosceles Triangle 145">
                  <a:extLst>
                    <a:ext uri="{FF2B5EF4-FFF2-40B4-BE49-F238E27FC236}">
                      <a16:creationId xmlns:a16="http://schemas.microsoft.com/office/drawing/2014/main" id="{C4D551A7-A83E-84FE-A9CD-D34CB66A9DA4}"/>
                    </a:ext>
                  </a:extLst>
                </p:cNvPr>
                <p:cNvSpPr/>
                <p:nvPr/>
              </p:nvSpPr>
              <p:spPr>
                <a:xfrm>
                  <a:off x="4095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7" name="Isosceles Triangle 146">
                  <a:extLst>
                    <a:ext uri="{FF2B5EF4-FFF2-40B4-BE49-F238E27FC236}">
                      <a16:creationId xmlns:a16="http://schemas.microsoft.com/office/drawing/2014/main" id="{3AA87ED1-D127-A633-2A83-55CB55110B49}"/>
                    </a:ext>
                  </a:extLst>
                </p:cNvPr>
                <p:cNvSpPr/>
                <p:nvPr/>
              </p:nvSpPr>
              <p:spPr>
                <a:xfrm>
                  <a:off x="51435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8" name="Isosceles Triangle 147">
                  <a:extLst>
                    <a:ext uri="{FF2B5EF4-FFF2-40B4-BE49-F238E27FC236}">
                      <a16:creationId xmlns:a16="http://schemas.microsoft.com/office/drawing/2014/main" id="{E8B27A85-608F-167A-218E-4F7E06136B2C}"/>
                    </a:ext>
                  </a:extLst>
                </p:cNvPr>
                <p:cNvSpPr/>
                <p:nvPr/>
              </p:nvSpPr>
              <p:spPr>
                <a:xfrm>
                  <a:off x="60007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9" name="Isosceles Triangle 148">
                  <a:extLst>
                    <a:ext uri="{FF2B5EF4-FFF2-40B4-BE49-F238E27FC236}">
                      <a16:creationId xmlns:a16="http://schemas.microsoft.com/office/drawing/2014/main" id="{890C9A8D-5D75-B76F-33FB-4FABAA045E77}"/>
                    </a:ext>
                  </a:extLst>
                </p:cNvPr>
                <p:cNvSpPr/>
                <p:nvPr/>
              </p:nvSpPr>
              <p:spPr>
                <a:xfrm>
                  <a:off x="695325"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0" name="Isosceles Triangle 149">
                  <a:extLst>
                    <a:ext uri="{FF2B5EF4-FFF2-40B4-BE49-F238E27FC236}">
                      <a16:creationId xmlns:a16="http://schemas.microsoft.com/office/drawing/2014/main" id="{1BC41D5E-0465-0E98-0635-BB85202AED91}"/>
                    </a:ext>
                  </a:extLst>
                </p:cNvPr>
                <p:cNvSpPr/>
                <p:nvPr/>
              </p:nvSpPr>
              <p:spPr>
                <a:xfrm>
                  <a:off x="800100" y="304800"/>
                  <a:ext cx="95250" cy="285750"/>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38" name="Isosceles Triangle 137">
                <a:extLst>
                  <a:ext uri="{FF2B5EF4-FFF2-40B4-BE49-F238E27FC236}">
                    <a16:creationId xmlns:a16="http://schemas.microsoft.com/office/drawing/2014/main" id="{8ECD0830-0CE6-B859-FBAA-FFCA5640009E}"/>
                  </a:ext>
                </a:extLst>
              </p:cNvPr>
              <p:cNvSpPr/>
              <p:nvPr/>
            </p:nvSpPr>
            <p:spPr>
              <a:xfrm>
                <a:off x="180975" y="0"/>
                <a:ext cx="561975" cy="257175"/>
              </a:xfrm>
              <a:prstGeom prst="triangl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151" name="Straight Connector 150">
              <a:extLst>
                <a:ext uri="{FF2B5EF4-FFF2-40B4-BE49-F238E27FC236}">
                  <a16:creationId xmlns:a16="http://schemas.microsoft.com/office/drawing/2014/main" id="{64C1AAB4-3799-3727-38BF-6C4B780C46C7}"/>
                </a:ext>
              </a:extLst>
            </p:cNvPr>
            <p:cNvCxnSpPr/>
            <p:nvPr/>
          </p:nvCxnSpPr>
          <p:spPr>
            <a:xfrm flipH="1">
              <a:off x="6353175" y="2597277"/>
              <a:ext cx="542925" cy="857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B0702E93-E51C-DF58-758D-4B0EFB70A8BD}"/>
                </a:ext>
              </a:extLst>
            </p:cNvPr>
            <p:cNvCxnSpPr/>
            <p:nvPr/>
          </p:nvCxnSpPr>
          <p:spPr>
            <a:xfrm>
              <a:off x="6896100" y="2606802"/>
              <a:ext cx="523875" cy="7620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6BA1F8DD-5263-7918-CB4E-620057A937A6}"/>
                </a:ext>
              </a:extLst>
            </p:cNvPr>
            <p:cNvCxnSpPr/>
            <p:nvPr/>
          </p:nvCxnSpPr>
          <p:spPr>
            <a:xfrm flipH="1">
              <a:off x="7943850" y="2549652"/>
              <a:ext cx="552450" cy="12382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122F4DBA-6429-9ABB-7BCB-4C0135B24AE1}"/>
                </a:ext>
              </a:extLst>
            </p:cNvPr>
            <p:cNvCxnSpPr/>
            <p:nvPr/>
          </p:nvCxnSpPr>
          <p:spPr>
            <a:xfrm>
              <a:off x="8496300" y="2549652"/>
              <a:ext cx="514350" cy="12001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C51FBC6C-AAF9-5706-9F54-5E0D615BD0C7}"/>
                </a:ext>
              </a:extLst>
            </p:cNvPr>
            <p:cNvCxnSpPr>
              <a:stCxn id="2" idx="4"/>
              <a:endCxn id="6" idx="0"/>
            </p:cNvCxnSpPr>
            <p:nvPr/>
          </p:nvCxnSpPr>
          <p:spPr>
            <a:xfrm>
              <a:off x="8486775" y="2159127"/>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Straight Connector 155">
              <a:extLst>
                <a:ext uri="{FF2B5EF4-FFF2-40B4-BE49-F238E27FC236}">
                  <a16:creationId xmlns:a16="http://schemas.microsoft.com/office/drawing/2014/main" id="{47D1FE0C-DACF-A704-6C1A-3C45CC28303B}"/>
                </a:ext>
              </a:extLst>
            </p:cNvPr>
            <p:cNvCxnSpPr>
              <a:stCxn id="2" idx="4"/>
              <a:endCxn id="5" idx="0"/>
            </p:cNvCxnSpPr>
            <p:nvPr/>
          </p:nvCxnSpPr>
          <p:spPr>
            <a:xfrm>
              <a:off x="8486775" y="2159127"/>
              <a:ext cx="1590675" cy="1714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Straight Connector 156">
              <a:extLst>
                <a:ext uri="{FF2B5EF4-FFF2-40B4-BE49-F238E27FC236}">
                  <a16:creationId xmlns:a16="http://schemas.microsoft.com/office/drawing/2014/main" id="{8FE8F139-F349-1BAB-2D7A-039C2EE7EB15}"/>
                </a:ext>
              </a:extLst>
            </p:cNvPr>
            <p:cNvCxnSpPr>
              <a:stCxn id="5" idx="4"/>
              <a:endCxn id="104" idx="0"/>
            </p:cNvCxnSpPr>
            <p:nvPr/>
          </p:nvCxnSpPr>
          <p:spPr>
            <a:xfrm>
              <a:off x="10077450" y="2578227"/>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6E357B30-8555-1A40-EE01-FBB0A7B1C199}"/>
                </a:ext>
              </a:extLst>
            </p:cNvPr>
            <p:cNvCxnSpPr>
              <a:stCxn id="5" idx="4"/>
              <a:endCxn id="103" idx="0"/>
            </p:cNvCxnSpPr>
            <p:nvPr/>
          </p:nvCxnSpPr>
          <p:spPr>
            <a:xfrm flipH="1">
              <a:off x="9534525" y="2578227"/>
              <a:ext cx="542925" cy="104775"/>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14178E64-92ED-81E1-750B-20BE57574498}"/>
                </a:ext>
              </a:extLst>
            </p:cNvPr>
            <p:cNvCxnSpPr>
              <a:stCxn id="5" idx="4"/>
              <a:endCxn id="105" idx="0"/>
            </p:cNvCxnSpPr>
            <p:nvPr/>
          </p:nvCxnSpPr>
          <p:spPr>
            <a:xfrm>
              <a:off x="10077450" y="2578227"/>
              <a:ext cx="51435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67863FEB-F127-A39E-5E85-EE472E62827B}"/>
                </a:ext>
              </a:extLst>
            </p:cNvPr>
            <p:cNvCxnSpPr>
              <a:stCxn id="6" idx="4"/>
              <a:endCxn id="8" idx="0"/>
            </p:cNvCxnSpPr>
            <p:nvPr/>
          </p:nvCxnSpPr>
          <p:spPr>
            <a:xfrm>
              <a:off x="8486775" y="2540127"/>
              <a:ext cx="0" cy="1333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C3E71D64-88B0-5548-B247-CAEFA53032A6}"/>
                </a:ext>
              </a:extLst>
            </p:cNvPr>
            <p:cNvCxnSpPr>
              <a:stCxn id="3" idx="4"/>
              <a:endCxn id="56" idx="0"/>
            </p:cNvCxnSpPr>
            <p:nvPr/>
          </p:nvCxnSpPr>
          <p:spPr>
            <a:xfrm>
              <a:off x="6896100" y="2578227"/>
              <a:ext cx="0" cy="9525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54752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7158</TotalTime>
  <Words>6418</Words>
  <Application>Microsoft Office PowerPoint</Application>
  <PresentationFormat>Widescreen</PresentationFormat>
  <Paragraphs>1154</Paragraphs>
  <Slides>35</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Aptos</vt:lpstr>
      <vt:lpstr>Aptos Display</vt:lpstr>
      <vt:lpstr>Arial</vt:lpstr>
      <vt:lpstr>Arial Rounded MT Bold</vt:lpstr>
      <vt:lpstr>Courier New</vt:lpstr>
      <vt:lpstr>Dubai Medium</vt:lpstr>
      <vt:lpstr>Gadugi</vt:lpstr>
      <vt:lpstr>Garamond</vt:lpstr>
      <vt:lpstr>Symbol</vt:lpstr>
      <vt:lpstr>Wingdings</vt:lpstr>
      <vt:lpstr>Office Theme</vt:lpstr>
      <vt:lpstr>FLANTECH ASIA HYBRID MARKETING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Lim Tzi Khang</dc:creator>
  <cp:lastModifiedBy>Cheu Song Lim</cp:lastModifiedBy>
  <cp:revision>113</cp:revision>
  <dcterms:created xsi:type="dcterms:W3CDTF">2026-07-19T13:57:14Z</dcterms:created>
  <dcterms:modified xsi:type="dcterms:W3CDTF">2026-10-26T12:33:14Z</dcterms:modified>
</cp:coreProperties>
</file>